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Layouts/slideLayout32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s/slide25.xml" ContentType="application/vnd.openxmlformats-officedocument.presentationml.slide+xml"/>
  <Override PartName="/ppt/slideLayouts/slideLayout17.xml" ContentType="application/vnd.openxmlformats-officedocument.presentationml.slideLayout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docProps/custom.xml" ContentType="application/vnd.openxmlformats-officedocument.custom-properties+xml"/>
  <Override PartName="/ppt/slides/slide6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>
  <p:sldMasterIdLst>
    <p:sldMasterId id="2147483648" r:id="rId1"/>
  </p:sldMasterIdLst>
  <p:notesMasterIdLst>
    <p:notesMasterId r:id="rId2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06" d="100"/>
          <a:sy n="106" d="100"/>
        </p:scale>
        <p:origin x="84" y="8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 /><Relationship Id="rId31" Type="http://schemas.openxmlformats.org/officeDocument/2006/relationships/tableStyles" Target="tableStyles.xml" /><Relationship Id="rId3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111100A-05AF-4D38-8714-D2C3C2B30F51}" type="datetimeFigureOut">
              <a:rPr lang="ru-RU"/>
              <a:t/>
            </a:fld>
            <a:endParaRPr lang="ru-RU"/>
          </a:p>
        </p:txBody>
      </p:sp>
      <p:sp>
        <p:nvSpPr>
          <p:cNvPr id="4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421435E-0A30-4A1B-8E63-E9C47FAE6031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1000">
                <a:latin typeface="Arial"/>
              </a:rPr>
              <a:t>Титульный слайд</a:t>
            </a: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421435E-0A30-4A1B-8E63-E9C47FAE6031}" type="slidenum">
              <a:rPr lang="ru-RU"/>
              <a:t/>
            </a:fld>
            <a:endParaRPr lang="ru-RU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b="0" i="0">
                <a:solidFill>
                  <a:srgbClr val="BBBEBF"/>
                </a:solidFill>
                <a:latin typeface="-apple-system"/>
              </a:rPr>
              <a:t> Computer Science изучает прежде всего </a:t>
            </a:r>
            <a:r>
              <a:rPr lang="ru-RU" b="1" i="0">
                <a:solidFill>
                  <a:srgbClr val="BBBEBF"/>
                </a:solidFill>
                <a:latin typeface="-apple-system"/>
              </a:rPr>
              <a:t>процессы преобразования информации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421435E-0A30-4A1B-8E63-E9C47FAE6031}" type="slidenum">
              <a:rPr lang="ru-RU"/>
              <a:t/>
            </a:fld>
            <a:endParaRPr lang="ru-RU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 sz="1200">
                <a:latin typeface="Cambria Math"/>
              </a:rPr>
              <a:t>S: (</a:t>
            </a:r>
            <a:r>
              <a:rPr lang="en-US" sz="1200"/>
              <a:t>s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1200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 sz="1200">
                <a:latin typeface="Cambria Math"/>
              </a:rPr>
              <a:t>(p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1200"/>
                        <m:t>⊃</m:t>
                      </m:r>
                      <m:r>
                        <m:rPr>
                          <m:nor m:val="on"/>
                        </m:rPr>
                        <a:rPr lang="en-US" sz="1200" b="0" i="0"/>
                        <m:t> </m:t>
                      </m:r>
                      <m:r>
                        <m:rPr>
                          <m:nor m:val="on"/>
                        </m:rPr>
                        <a:rPr lang="en-US" sz="1200" b="0" i="0"/>
                        <m:t>q</m:t>
                      </m:r>
                    </m:oMath>
                  </m:oMathPara>
                </a14:m>
              </mc:Choice>
              <mc:Fallback/>
            </mc:AlternateContent>
            <a:r>
              <a:rPr lang="en-US" sz="1200">
                <a:latin typeface="Cambria Math"/>
              </a:rPr>
              <a:t>))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1200"/>
                        <m:t>⊃</m:t>
                      </m:r>
                      <m:r>
                        <m:rPr>
                          <m:nor m:val="on"/>
                        </m:rPr>
                        <a:rPr lang="en-US" sz="1200" b="0" i="0"/>
                        <m:t> ((</m:t>
                      </m:r>
                      <m:r>
                        <m:rPr>
                          <m:nor m:val="on"/>
                        </m:rPr>
                        <a:rPr lang="en-US" sz="1200" b="0" i="0"/>
                        <m:t>s</m:t>
                      </m:r>
                      <m:r>
                        <m:rPr>
                          <m:nor m:val="on"/>
                        </m:rPr>
                        <a:rPr lang="en-US" sz="1200" b="0" i="0"/>
                        <m:t> ⊃ </m:t>
                      </m:r>
                      <m:r>
                        <m:rPr>
                          <m:nor m:val="on"/>
                        </m:rPr>
                        <a:rPr lang="en-US" sz="1200" b="0" i="0"/>
                        <m:t>p</m:t>
                      </m:r>
                      <m:r>
                        <m:rPr>
                          <m:nor m:val="on"/>
                        </m:rPr>
                        <a:rPr lang="en-US" sz="1200" b="0" i="0"/>
                        <m:t>)⊃ (</m:t>
                      </m:r>
                      <m:r>
                        <m:rPr>
                          <m:nor m:val="on"/>
                        </m:rPr>
                        <a:rPr lang="en-US" sz="1200" b="0" i="0"/>
                        <m:t>s</m:t>
                      </m:r>
                      <m:r>
                        <m:rPr>
                          <m:nor m:val="on"/>
                        </m:rPr>
                        <a:rPr lang="en-US" sz="1200" b="0" i="0"/>
                        <m:t> ⊃ </m:t>
                      </m:r>
                      <m:r>
                        <m:rPr>
                          <m:nor m:val="on"/>
                        </m:rPr>
                        <a:rPr lang="en-US" sz="1200" b="0" i="0"/>
                        <m:t>q</m:t>
                      </m:r>
                      <m:r>
                        <m:rPr>
                          <m:nor m:val="on"/>
                        </m:rPr>
                        <a:rPr lang="en-US" sz="1200" b="0" i="0"/>
                        <m:t>))</m:t>
                      </m:r>
                    </m:oMath>
                  </m:oMathPara>
                </a14:m>
              </mc:Choice>
              <mc:Fallback/>
            </mc:AlternateContent>
            <a:endParaRPr lang="en-US" sz="1200">
              <a:latin typeface="Cambria Math"/>
            </a:endParaRPr>
          </a:p>
          <a:p>
            <a:pPr marL="0" indent="0"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ru-RU" sz="1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1200" b="0" i="1">
                                  <a:latin typeface="Cambria Math"/>
                                </a:rPr>
                                <m:t>𝑝</m:t>
                              </m:r>
                              <m:r>
                                <m:rPr>
                                  <m:nor m:val="on"/>
                                </m:rPr>
                                <a:rPr lang="en-US" sz="1200"/>
                                <m:t>⊃</m:t>
                              </m:r>
                              <m:r>
                                <m:rPr/>
                                <a:rPr lang="en-US" sz="1200" b="0" i="1">
                                  <a:latin typeface="Cambria Math"/>
                                </a:rPr>
                                <m:t> </m:t>
                              </m:r>
                              <m:r>
                                <m:rPr/>
                                <a:rPr lang="en-US" sz="1200" b="0" i="1">
                                  <a:latin typeface="Cambria Math"/>
                                </a:rPr>
                                <m:t>𝑞</m:t>
                              </m:r>
                            </m:num>
                            <m:den>
                              <m:r>
                                <m:rPr/>
                                <a:rPr lang="en-US" sz="1200" i="1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  <m:f>
                            <m:fPr>
                              <m:type m:val="skw"/>
                              <m:ctrlPr>
                                <a:rPr lang="ru-RU" sz="1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1200" b="0" i="1">
                                  <a:latin typeface="Cambria Math"/>
                                </a:rPr>
                                <m:t>   </m:t>
                              </m:r>
                              <m:r>
                                <m:rPr>
                                  <m:nor m:val="on"/>
                                </m:rPr>
                                <a:rPr lang="en-US" sz="1200" b="0" i="0">
                                  <a:latin typeface="Cambria Math"/>
                                </a:rPr>
                                <m:t>r</m:t>
                              </m:r>
                              <m:r>
                                <m:rPr>
                                  <m:nor m:val="on"/>
                                </m:rPr>
                                <a:rPr lang="en-US" sz="1200"/>
                                <m:t>⊃</m:t>
                              </m:r>
                              <m:r>
                                <m:rPr/>
                                <a:rPr lang="en-US" sz="1200" b="0" i="1">
                                  <a:latin typeface="Cambria Math"/>
                                </a:rPr>
                                <m:t>𝑝</m:t>
                              </m:r>
                            </m:num>
                            <m:den>
                              <m:r>
                                <m:rPr/>
                                <a:rPr lang="en-US" sz="1200" b="0" i="1">
                                  <a:latin typeface="Cambria Math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 sz="1200"/>
              <a:t>S = ( s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1200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 sz="1200"/>
              <a:t> ((p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1200"/>
                        <m:t>⊃</m:t>
                      </m:r>
                      <m:r>
                        <m:rPr>
                          <m:nor m:val="on"/>
                        </m:rPr>
                        <a:rPr lang="en-US" sz="1200" b="0" i="0"/>
                        <m:t> </m:t>
                      </m:r>
                      <m:r>
                        <m:rPr>
                          <m:nor m:val="on"/>
                        </m:rPr>
                        <a:rPr lang="en-US" sz="1200" b="0" i="0"/>
                        <m:t>q</m:t>
                      </m:r>
                    </m:oMath>
                  </m:oMathPara>
                </a14:m>
              </mc:Choice>
              <mc:Fallback/>
            </mc:AlternateContent>
            <a:r>
              <a:rPr lang="en-US" sz="1200"/>
              <a:t>)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1200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 sz="1200"/>
              <a:t> (r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1200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 sz="1200"/>
              <a:t> p)))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1200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 sz="1200"/>
              <a:t> …</a:t>
            </a:r>
            <a:endParaRPr/>
          </a:p>
          <a:p>
            <a:pPr marL="457200" indent="-457200">
              <a:buAutoNum type="arabicPeriod"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ru-RU" sz="1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1200" b="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m:rPr/>
                                <a:rPr lang="en-US" sz="1200" i="1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  <m:f>
                            <m:fPr>
                              <m:type m:val="skw"/>
                              <m:ctrlPr>
                                <a:rPr lang="ru-RU" sz="1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1200" i="1">
                                  <a:latin typeface="Cambria Math"/>
                                </a:rPr>
                                <m:t>   </m:t>
                              </m:r>
                              <m:r>
                                <m:rPr>
                                  <m:nor m:val="on"/>
                                </m:rPr>
                                <a:rPr lang="en-US" sz="1200" b="0" i="0">
                                  <a:latin typeface="Cambria Math"/>
                                </a:rPr>
                                <m:t>m</m:t>
                              </m:r>
                            </m:num>
                            <m:den>
                              <m:r>
                                <m:rPr/>
                                <a:rPr lang="en-US" sz="1200" i="1">
                                  <a:latin typeface="Cambria Math"/>
                                </a:rPr>
                                <m:t>𝑞</m:t>
                              </m:r>
                            </m:den>
                          </m:f>
                          <m:r>
                            <m:rPr/>
                            <a:rPr lang="en-US" sz="1200" b="0" i="1">
                              <a:latin typeface="Cambria Math"/>
                            </a:rPr>
                            <m:t> </m:t>
                          </m:r>
                        </m:e>
                      </m:d>
                      <m:r>
                        <m:rPr/>
                        <a:rPr lang="en-US" sz="1200" b="0" i="1">
                          <a:latin typeface="Cambria Math"/>
                        </a:rPr>
                        <m:t> </m:t>
                      </m:r>
                      <m:r>
                        <m:rPr/>
                        <a:rPr lang="en-US" sz="1200" b="0" i="1">
                          <a:latin typeface="Cambria Math"/>
                        </a:rPr>
                        <m:t>𝑆</m:t>
                      </m:r>
                    </m:oMath>
                  </m:oMathPara>
                </a14:m>
              </mc:Choice>
              <mc:Fallback/>
            </mc:AlternateContent>
            <a:r>
              <a:rPr lang="en-US" sz="1200"/>
              <a:t> = ( s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1200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 sz="1200"/>
              <a:t> (n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1200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 sz="1200"/>
              <a:t> m))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1200"/>
                        <m:t>⊃</m:t>
                      </m:r>
                      <m:r>
                        <m:rPr>
                          <m:nor m:val="on"/>
                        </m:rPr>
                        <a:rPr lang="en-US" sz="1200" b="0" i="0"/>
                        <m:t> ((</m:t>
                      </m:r>
                      <m:r>
                        <m:rPr>
                          <m:nor m:val="on"/>
                        </m:rPr>
                        <a:rPr lang="en-US" sz="1200" b="0" i="0"/>
                        <m:t>s</m:t>
                      </m:r>
                      <m:r>
                        <m:rPr>
                          <m:nor m:val="on"/>
                        </m:rPr>
                        <a:rPr lang="en-US" sz="1200"/>
                        <m:t>⊃</m:t>
                      </m:r>
                      <m:r>
                        <m:rPr>
                          <m:nor m:val="on"/>
                        </m:rPr>
                        <a:rPr lang="en-US" sz="1200" b="0" i="0"/>
                        <m:t>n</m:t>
                      </m:r>
                      <m:r>
                        <m:rPr>
                          <m:nor m:val="on"/>
                        </m:rPr>
                        <a:rPr lang="en-US" sz="1200" b="0" i="0"/>
                        <m:t>)⊃(</m:t>
                      </m:r>
                      <m:r>
                        <m:rPr>
                          <m:nor m:val="on"/>
                        </m:rPr>
                        <a:rPr lang="en-US" sz="1200" b="0" i="0"/>
                        <m:t>s</m:t>
                      </m:r>
                      <m:r>
                        <m:rPr>
                          <m:nor m:val="on"/>
                        </m:rPr>
                        <a:rPr lang="en-US" sz="1200"/>
                        <m:t>⊃</m:t>
                      </m:r>
                      <m:r>
                        <m:rPr>
                          <m:nor m:val="on"/>
                        </m:rPr>
                        <a:rPr lang="en-US" sz="1200" b="0" i="0"/>
                        <m:t>m</m:t>
                      </m:r>
                      <m:r>
                        <m:rPr>
                          <m:nor m:val="on"/>
                        </m:rPr>
                        <a:rPr lang="en-US" sz="1200" b="0" i="0"/>
                        <m:t>))</m:t>
                      </m:r>
                    </m:oMath>
                  </m:oMathPara>
                </a14:m>
              </mc:Choice>
              <mc:Fallback/>
            </mc:AlternateContent>
            <a:r>
              <a:rPr lang="en-US" sz="1200"/>
              <a:t> </a:t>
            </a:r>
            <a:endParaRPr/>
          </a:p>
          <a:p>
            <a:pPr marL="457200" indent="-457200">
              <a:buAutoNum type="arabicPeriod"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ru-RU" sz="1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1200" i="1">
                                  <a:latin typeface="Cambria Math"/>
                                </a:rPr>
                                <m:t>𝑝</m:t>
                              </m:r>
                              <m:r>
                                <m:rPr>
                                  <m:nor m:val="on"/>
                                </m:rPr>
                                <a:rPr lang="en-US" sz="1200"/>
                                <m:t>⊃</m:t>
                              </m:r>
                              <m:r>
                                <m:rPr/>
                                <a:rPr lang="en-US" sz="1200" i="1">
                                  <a:latin typeface="Cambria Math"/>
                                </a:rPr>
                                <m:t> </m:t>
                              </m:r>
                              <m:r>
                                <m:rPr/>
                                <a:rPr lang="en-US" sz="1200" i="1">
                                  <a:latin typeface="Cambria Math"/>
                                </a:rPr>
                                <m:t>𝑞</m:t>
                              </m:r>
                            </m:num>
                            <m:den>
                              <m:r>
                                <m:rPr/>
                                <a:rPr lang="en-US" sz="1200" b="0" i="1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  <m:f>
                            <m:fPr>
                              <m:type m:val="skw"/>
                              <m:ctrlPr>
                                <a:rPr lang="ru-RU" sz="1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1200" i="1">
                                  <a:latin typeface="Cambria Math"/>
                                </a:rPr>
                                <m:t>   </m:t>
                              </m:r>
                              <m:r>
                                <m:rPr>
                                  <m:nor m:val="on"/>
                                </m:rPr>
                                <a:rPr lang="en-US" sz="1200">
                                  <a:latin typeface="Cambria Math"/>
                                </a:rPr>
                                <m:t>r</m:t>
                              </m:r>
                              <m:r>
                                <m:rPr>
                                  <m:nor m:val="on"/>
                                </m:rPr>
                                <a:rPr lang="en-US" sz="1200"/>
                                <m:t>⊃</m:t>
                              </m:r>
                              <m:r>
                                <m:rPr/>
                                <a:rPr lang="en-US" sz="1200" i="1">
                                  <a:latin typeface="Cambria Math"/>
                                </a:rPr>
                                <m:t>𝑝</m:t>
                              </m:r>
                            </m:num>
                            <m:den>
                              <m:r>
                                <m:rPr/>
                                <a:rPr lang="en-US" sz="1200" b="0" i="1">
                                  <a:latin typeface="Cambria Math"/>
                                </a:rPr>
                                <m:t>𝑚</m:t>
                              </m:r>
                            </m:den>
                          </m:f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 sz="1200"/>
              <a:t>S = ( s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1200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 sz="1200"/>
              <a:t> ((p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1200"/>
                        <m:t>⊃ </m:t>
                      </m:r>
                      <m:r>
                        <m:rPr>
                          <m:nor m:val="on"/>
                        </m:rPr>
                        <a:rPr lang="en-US" sz="1200"/>
                        <m:t>q</m:t>
                      </m:r>
                    </m:oMath>
                  </m:oMathPara>
                </a14:m>
              </mc:Choice>
              <mc:Fallback/>
            </mc:AlternateContent>
            <a:r>
              <a:rPr lang="en-US" sz="1200"/>
              <a:t>)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1200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 sz="12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1200" b="0" i="0">
                          <a:latin typeface="Cambria Math"/>
                        </a:rPr>
                        <m:t>(</m:t>
                      </m:r>
                      <m:r>
                        <m:rPr>
                          <m:nor m:val="on"/>
                        </m:rPr>
                        <a:rPr lang="en-US" sz="1200">
                          <a:latin typeface="Cambria Math"/>
                        </a:rPr>
                        <m:t>r</m:t>
                      </m:r>
                      <m:r>
                        <m:rPr>
                          <m:nor m:val="on"/>
                        </m:rPr>
                        <a:rPr lang="en-US" sz="1200"/>
                        <m:t>⊃</m:t>
                      </m:r>
                      <m:r>
                        <m:rPr/>
                        <a:rPr lang="en-US" sz="1200" i="1">
                          <a:latin typeface="Cambria Math"/>
                        </a:rPr>
                        <m:t>𝑝</m:t>
                      </m:r>
                    </m:oMath>
                  </m:oMathPara>
                </a14:m>
              </mc:Choice>
              <mc:Fallback/>
            </mc:AlternateContent>
            <a:r>
              <a:rPr lang="en-US" sz="1200"/>
              <a:t>))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1200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 sz="1200"/>
              <a:t> ((s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1200"/>
                        <m:t>⊃</m:t>
                      </m:r>
                      <m:r>
                        <m:rPr/>
                        <a:rPr lang="en-US" sz="1200" i="1">
                          <a:latin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 sz="1200" b="0" i="0"/>
                        <m:t>(</m:t>
                      </m:r>
                      <m:r>
                        <m:rPr>
                          <m:nor m:val="on"/>
                        </m:rPr>
                        <a:rPr lang="en-US" sz="1200" b="0" i="0"/>
                        <m:t>p</m:t>
                      </m:r>
                      <m:r>
                        <m:rPr>
                          <m:nor m:val="on"/>
                        </m:rPr>
                        <a:rPr lang="en-US" sz="1200"/>
                        <m:t>⊃</m:t>
                      </m:r>
                      <m:r>
                        <m:rPr>
                          <m:nor m:val="on"/>
                        </m:rPr>
                        <a:rPr lang="en-US" sz="1200" b="0" i="0"/>
                        <m:t>q</m:t>
                      </m:r>
                    </m:oMath>
                  </m:oMathPara>
                </a14:m>
              </mc:Choice>
              <mc:Fallback/>
            </mc:AlternateContent>
            <a:r>
              <a:rPr lang="en-US" sz="1200"/>
              <a:t>))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1200"/>
                        <m:t>⊃</m:t>
                      </m:r>
                      <m:r>
                        <m:rPr/>
                        <a:rPr lang="en-US" sz="1200" b="0" i="0"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1200" b="0" i="0">
                          <a:latin typeface="Cambria Math"/>
                        </a:rPr>
                        <m:t>s</m:t>
                      </m:r>
                      <m:r>
                        <m:rPr>
                          <m:nor m:val="on"/>
                        </m:rPr>
                        <a:rPr lang="en-US" sz="1200"/>
                        <m:t>⊃</m:t>
                      </m:r>
                      <m:r>
                        <m:rPr>
                          <m:nor m:val="on"/>
                        </m:rPr>
                        <a:rPr lang="en-US" sz="1200" b="0" i="0"/>
                        <m:t>(</m:t>
                      </m:r>
                      <m:r>
                        <m:rPr>
                          <m:nor m:val="on"/>
                        </m:rPr>
                        <a:rPr lang="en-US" sz="1200" b="0" i="0"/>
                        <m:t>r</m:t>
                      </m:r>
                      <m:r>
                        <m:rPr>
                          <m:nor m:val="on"/>
                        </m:rPr>
                        <a:rPr lang="en-US" sz="1200"/>
                        <m:t>⊃</m:t>
                      </m:r>
                      <m:r>
                        <m:rPr>
                          <m:nor m:val="on"/>
                        </m:rPr>
                        <a:rPr lang="en-US" sz="1200" b="0" i="0"/>
                        <m:t>p</m:t>
                      </m:r>
                      <m:r>
                        <m:rPr>
                          <m:nor m:val="on"/>
                        </m:rPr>
                        <a:rPr lang="en-US" sz="1200" b="0" i="0"/>
                        <m:t>)</m:t>
                      </m:r>
                    </m:oMath>
                  </m:oMathPara>
                </a14:m>
              </mc:Choice>
              <mc:Fallback/>
            </mc:AlternateContent>
            <a:r>
              <a:rPr lang="en-US" sz="1200"/>
              <a:t>)</a:t>
            </a:r>
            <a:endParaRPr lang="ru-RU" sz="1200"/>
          </a:p>
          <a:p>
            <a:pPr marL="0" indent="0"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ru-RU" sz="1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1200" i="1">
                                  <a:latin typeface="Cambria Math"/>
                                </a:rPr>
                                <m:t>𝑝</m:t>
                              </m:r>
                              <m:r>
                                <m:rPr>
                                  <m:nor m:val="on"/>
                                </m:rPr>
                                <a:rPr lang="en-US" sz="1200"/>
                                <m:t>⊃</m:t>
                              </m:r>
                              <m:r>
                                <m:rPr/>
                                <a:rPr lang="en-US" sz="1200" i="1">
                                  <a:latin typeface="Cambria Math"/>
                                </a:rPr>
                                <m:t> </m:t>
                              </m:r>
                              <m:r>
                                <m:rPr/>
                                <a:rPr lang="en-US" sz="1200" i="1">
                                  <a:latin typeface="Cambria Math"/>
                                </a:rPr>
                                <m:t>𝑞</m:t>
                              </m:r>
                            </m:num>
                            <m:den>
                              <m:r>
                                <m:rPr/>
                                <a:rPr lang="en-US" sz="1200" i="1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  <m:f>
                            <m:fPr>
                              <m:type m:val="skw"/>
                              <m:ctrlPr>
                                <a:rPr lang="ru-RU" sz="1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1200" i="1">
                                  <a:latin typeface="Cambria Math"/>
                                </a:rPr>
                                <m:t>   </m:t>
                              </m:r>
                              <m:r>
                                <m:rPr>
                                  <m:nor m:val="on"/>
                                </m:rPr>
                                <a:rPr lang="en-US" sz="1200">
                                  <a:latin typeface="Cambria Math"/>
                                </a:rPr>
                                <m:t>r</m:t>
                              </m:r>
                              <m:r>
                                <m:rPr>
                                  <m:nor m:val="on"/>
                                </m:rPr>
                                <a:rPr lang="en-US" sz="1200"/>
                                <m:t>⊃</m:t>
                              </m:r>
                              <m:r>
                                <m:rPr/>
                                <a:rPr lang="en-US" sz="1200" i="1">
                                  <a:latin typeface="Cambria Math"/>
                                </a:rPr>
                                <m:t>𝑝</m:t>
                              </m:r>
                            </m:num>
                            <m:den>
                              <m:r>
                                <m:rPr/>
                                <a:rPr lang="en-US" sz="1200" i="1">
                                  <a:latin typeface="Cambria Math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 sz="1200"/>
              <a:t>S 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ru-RU" sz="1200" b="0" i="1">
                          <a:latin typeface="Cambria Math"/>
                        </a:rPr>
                        <m:t>≠</m:t>
                      </m:r>
                    </m:oMath>
                  </m:oMathPara>
                </a14:m>
              </mc:Choice>
              <mc:Fallback/>
            </mc:AlternateContent>
            <a:r>
              <a:rPr lang="en-US" sz="12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1200" b="0" i="0">
                          <a:latin typeface="Cambria Math"/>
                        </a:rPr>
                        <m:t>[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ru-RU" sz="12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1200" i="1">
                                  <a:latin typeface="Cambria Math"/>
                                </a:rPr>
                                <m:t>𝑝</m:t>
                              </m:r>
                              <m:r>
                                <m:rPr>
                                  <m:nor m:val="on"/>
                                </m:rPr>
                                <a:rPr lang="en-US" sz="1200"/>
                                <m:t>⊃</m:t>
                              </m:r>
                              <m:r>
                                <m:rPr/>
                                <a:rPr lang="en-US" sz="1200" i="1">
                                  <a:latin typeface="Cambria Math"/>
                                </a:rPr>
                                <m:t> </m:t>
                              </m:r>
                              <m:r>
                                <m:rPr/>
                                <a:rPr lang="en-US" sz="1200" i="1">
                                  <a:latin typeface="Cambria Math"/>
                                </a:rPr>
                                <m:t>𝑞</m:t>
                              </m:r>
                            </m:num>
                            <m:den>
                              <m:r>
                                <m:rPr/>
                                <a:rPr lang="en-US" sz="1200" i="1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m:rPr/>
                        <a:rPr lang="en-US" sz="1200" b="0" i="1">
                          <a:latin typeface="Cambria Math"/>
                        </a:rPr>
                        <m:t>[</m:t>
                      </m:r>
                      <m:f>
                        <m:fPr>
                          <m:type m:val="skw"/>
                          <m:ctrlPr>
                            <a:rPr lang="ru-RU" sz="1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>
                              <m:nor m:val="on"/>
                            </m:rPr>
                            <a:rPr lang="en-US" sz="1200">
                              <a:latin typeface="Cambria Math"/>
                            </a:rPr>
                            <m:t>r</m:t>
                          </m:r>
                          <m:r>
                            <m:rPr>
                              <m:nor m:val="on"/>
                            </m:rPr>
                            <a:rPr lang="en-US" sz="1200"/>
                            <m:t>⊃</m:t>
                          </m:r>
                          <m:r>
                            <m:rPr/>
                            <a:rPr lang="en-US" sz="1200" i="1">
                              <a:latin typeface="Cambria Math"/>
                            </a:rPr>
                            <m:t>𝑝</m:t>
                          </m:r>
                        </m:num>
                        <m:den>
                          <m:r>
                            <m:rPr/>
                            <a:rPr lang="en-US" sz="1200" i="1">
                              <a:latin typeface="Cambria Math"/>
                            </a:rPr>
                            <m:t>𝑞</m:t>
                          </m:r>
                        </m:den>
                      </m:f>
                      <m:r>
                        <m:rPr/>
                        <a:rPr lang="en-US" sz="1200" b="0" i="1">
                          <a:latin typeface="Cambria Math"/>
                        </a:rPr>
                        <m:t>]</m:t>
                      </m:r>
                    </m:oMath>
                  </m:oMathPara>
                </a14:m>
              </mc:Choice>
              <mc:Fallback/>
            </mc:AlternateContent>
            <a:r>
              <a:rPr lang="en-US" sz="1200"/>
              <a:t>S]</a:t>
            </a:r>
            <a:endParaRPr lang="ru-RU" sz="1200"/>
          </a:p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F421435E-0A30-4A1B-8E63-E9C47FAE6031}" type="slidenum">
              <a:rPr lang="ru-RU"/>
              <a:t/>
            </a:fld>
            <a:endParaRPr lang="ru-RU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Титульный слайд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Текст 2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01.01.2025</a:t>
            </a:r>
            <a:endParaRPr/>
          </a:p>
        </p:txBody>
      </p:sp>
      <p:sp>
        <p:nvSpPr>
          <p:cNvPr id="10" name="Текст 2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60194" y="3890246"/>
            <a:ext cx="475257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accent5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1" name="Текст 2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60194" y="3105834"/>
            <a:ext cx="823467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tx2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grpSp>
        <p:nvGrpSpPr>
          <p:cNvPr id="2" name="Рисунок 5"/>
          <p:cNvGrpSpPr/>
          <p:nvPr/>
        </p:nvGrpSpPr>
        <p:grpSpPr bwMode="auto">
          <a:xfrm>
            <a:off x="8632658" y="55262"/>
            <a:ext cx="3013215" cy="2038143"/>
            <a:chOff x="1752" y="102035"/>
            <a:chExt cx="3013215" cy="2038143"/>
          </a:xfrm>
        </p:grpSpPr>
        <p:grpSp>
          <p:nvGrpSpPr>
            <p:cNvPr id="3" name="Рисунок 5"/>
            <p:cNvGrpSpPr/>
            <p:nvPr/>
          </p:nvGrpSpPr>
          <p:grpSpPr bwMode="auto">
            <a:xfrm>
              <a:off x="633643" y="878873"/>
              <a:ext cx="1466524" cy="1261305"/>
              <a:chOff x="633643" y="878873"/>
              <a:chExt cx="1466524" cy="1261305"/>
            </a:xfrm>
            <a:solidFill>
              <a:srgbClr val="DDDFDF"/>
            </a:solidFill>
          </p:grpSpPr>
          <p:sp>
            <p:nvSpPr>
              <p:cNvPr id="4" name="Полилиния 3"/>
              <p:cNvSpPr/>
              <p:nvPr/>
            </p:nvSpPr>
            <p:spPr bwMode="auto">
              <a:xfrm>
                <a:off x="666317" y="1556167"/>
                <a:ext cx="147328" cy="223084"/>
              </a:xfrm>
              <a:custGeom>
                <a:avLst/>
                <a:gdLst>
                  <a:gd name="connsiteX0" fmla="*/ 147329 w 147328"/>
                  <a:gd name="connsiteY0" fmla="*/ 0 h 223084"/>
                  <a:gd name="connsiteX1" fmla="*/ 0 w 147328"/>
                  <a:gd name="connsiteY1" fmla="*/ 134214 h 223084"/>
                  <a:gd name="connsiteX2" fmla="*/ 72531 w 147328"/>
                  <a:gd name="connsiteY2" fmla="*/ 223085 h 223084"/>
                  <a:gd name="connsiteX3" fmla="*/ 146422 w 147328"/>
                  <a:gd name="connsiteY3" fmla="*/ 150537 h 223084"/>
                  <a:gd name="connsiteX4" fmla="*/ 147329 w 147328"/>
                  <a:gd name="connsiteY4" fmla="*/ 0 h 223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7328" h="223084" fill="norm" stroke="1" extrusionOk="0">
                    <a:moveTo>
                      <a:pt x="147329" y="0"/>
                    </a:moveTo>
                    <a:lnTo>
                      <a:pt x="0" y="134214"/>
                    </a:lnTo>
                    <a:cubicBezTo>
                      <a:pt x="22666" y="165047"/>
                      <a:pt x="46692" y="194973"/>
                      <a:pt x="72531" y="223085"/>
                    </a:cubicBezTo>
                    <a:lnTo>
                      <a:pt x="146422" y="150537"/>
                    </a:lnTo>
                    <a:cubicBezTo>
                      <a:pt x="144609" y="96579"/>
                      <a:pt x="145062" y="46703"/>
                      <a:pt x="147329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5" name="Полилиния 4"/>
              <p:cNvSpPr/>
              <p:nvPr/>
            </p:nvSpPr>
            <p:spPr bwMode="auto">
              <a:xfrm>
                <a:off x="633643" y="1346685"/>
                <a:ext cx="204936" cy="322384"/>
              </a:xfrm>
              <a:custGeom>
                <a:avLst/>
                <a:gdLst>
                  <a:gd name="connsiteX0" fmla="*/ 204936 w 204936"/>
                  <a:gd name="connsiteY0" fmla="*/ 0 h 322384"/>
                  <a:gd name="connsiteX1" fmla="*/ 1396 w 204936"/>
                  <a:gd name="connsiteY1" fmla="*/ 174568 h 322384"/>
                  <a:gd name="connsiteX2" fmla="*/ 4569 w 204936"/>
                  <a:gd name="connsiteY2" fmla="*/ 304248 h 322384"/>
                  <a:gd name="connsiteX3" fmla="*/ 16808 w 204936"/>
                  <a:gd name="connsiteY3" fmla="*/ 322385 h 322384"/>
                  <a:gd name="connsiteX4" fmla="*/ 182270 w 204936"/>
                  <a:gd name="connsiteY4" fmla="*/ 171848 h 322384"/>
                  <a:gd name="connsiteX5" fmla="*/ 204936 w 204936"/>
                  <a:gd name="connsiteY5" fmla="*/ 0 h 3223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4936" h="322384" fill="norm" stroke="1" extrusionOk="0">
                    <a:moveTo>
                      <a:pt x="204936" y="0"/>
                    </a:moveTo>
                    <a:lnTo>
                      <a:pt x="1396" y="174568"/>
                    </a:lnTo>
                    <a:cubicBezTo>
                      <a:pt x="-1324" y="219457"/>
                      <a:pt x="36" y="262533"/>
                      <a:pt x="4569" y="304248"/>
                    </a:cubicBezTo>
                    <a:cubicBezTo>
                      <a:pt x="8649" y="310142"/>
                      <a:pt x="12729" y="316490"/>
                      <a:pt x="16808" y="322385"/>
                    </a:cubicBezTo>
                    <a:lnTo>
                      <a:pt x="182270" y="171848"/>
                    </a:lnTo>
                    <a:cubicBezTo>
                      <a:pt x="187257" y="106101"/>
                      <a:pt x="195416" y="48970"/>
                      <a:pt x="204936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7" name="Полилиния 6"/>
              <p:cNvSpPr/>
              <p:nvPr/>
            </p:nvSpPr>
            <p:spPr bwMode="auto">
              <a:xfrm>
                <a:off x="756982" y="1742524"/>
                <a:ext cx="67091" cy="121064"/>
              </a:xfrm>
              <a:custGeom>
                <a:avLst/>
                <a:gdLst>
                  <a:gd name="connsiteX0" fmla="*/ 0 w 67091"/>
                  <a:gd name="connsiteY0" fmla="*/ 56225 h 121064"/>
                  <a:gd name="connsiteX1" fmla="*/ 67091 w 67091"/>
                  <a:gd name="connsiteY1" fmla="*/ 121064 h 121064"/>
                  <a:gd name="connsiteX2" fmla="*/ 57118 w 67091"/>
                  <a:gd name="connsiteY2" fmla="*/ 0 h 121064"/>
                  <a:gd name="connsiteX3" fmla="*/ 0 w 67091"/>
                  <a:gd name="connsiteY3" fmla="*/ 56225 h 1210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091" h="121064" fill="norm" stroke="1" extrusionOk="0">
                    <a:moveTo>
                      <a:pt x="0" y="56225"/>
                    </a:moveTo>
                    <a:cubicBezTo>
                      <a:pt x="21306" y="78896"/>
                      <a:pt x="43972" y="100207"/>
                      <a:pt x="67091" y="121064"/>
                    </a:cubicBezTo>
                    <a:cubicBezTo>
                      <a:pt x="62558" y="78896"/>
                      <a:pt x="59385" y="38541"/>
                      <a:pt x="57118" y="0"/>
                    </a:cubicBezTo>
                    <a:lnTo>
                      <a:pt x="0" y="56225"/>
                    </a:ln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8" name="Полилиния 7"/>
              <p:cNvSpPr/>
              <p:nvPr/>
            </p:nvSpPr>
            <p:spPr bwMode="auto">
              <a:xfrm>
                <a:off x="638212" y="1086419"/>
                <a:ext cx="286951" cy="396746"/>
              </a:xfrm>
              <a:custGeom>
                <a:avLst/>
                <a:gdLst>
                  <a:gd name="connsiteX0" fmla="*/ 211247 w 286951"/>
                  <a:gd name="connsiteY0" fmla="*/ 209482 h 396746"/>
                  <a:gd name="connsiteX1" fmla="*/ 286951 w 286951"/>
                  <a:gd name="connsiteY1" fmla="*/ 0 h 396746"/>
                  <a:gd name="connsiteX2" fmla="*/ 50319 w 286951"/>
                  <a:gd name="connsiteY2" fmla="*/ 194519 h 396746"/>
                  <a:gd name="connsiteX3" fmla="*/ 0 w 286951"/>
                  <a:gd name="connsiteY3" fmla="*/ 396746 h 396746"/>
                  <a:gd name="connsiteX4" fmla="*/ 209434 w 286951"/>
                  <a:gd name="connsiteY4" fmla="*/ 216737 h 396746"/>
                  <a:gd name="connsiteX5" fmla="*/ 211247 w 286951"/>
                  <a:gd name="connsiteY5" fmla="*/ 209482 h 396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6951" h="396746" fill="norm" stroke="1" extrusionOk="0">
                    <a:moveTo>
                      <a:pt x="211247" y="209482"/>
                    </a:moveTo>
                    <a:cubicBezTo>
                      <a:pt x="234366" y="113356"/>
                      <a:pt x="263832" y="44436"/>
                      <a:pt x="286951" y="0"/>
                    </a:cubicBezTo>
                    <a:lnTo>
                      <a:pt x="50319" y="194519"/>
                    </a:lnTo>
                    <a:cubicBezTo>
                      <a:pt x="23119" y="264800"/>
                      <a:pt x="7253" y="332360"/>
                      <a:pt x="0" y="396746"/>
                    </a:cubicBezTo>
                    <a:lnTo>
                      <a:pt x="209434" y="216737"/>
                    </a:lnTo>
                    <a:cubicBezTo>
                      <a:pt x="210340" y="214470"/>
                      <a:pt x="210794" y="212203"/>
                      <a:pt x="211247" y="209482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2" name="Полилиния 11"/>
              <p:cNvSpPr/>
              <p:nvPr/>
            </p:nvSpPr>
            <p:spPr bwMode="auto">
              <a:xfrm>
                <a:off x="710743" y="983492"/>
                <a:ext cx="231192" cy="244849"/>
              </a:xfrm>
              <a:custGeom>
                <a:avLst/>
                <a:gdLst>
                  <a:gd name="connsiteX0" fmla="*/ 154129 w 231192"/>
                  <a:gd name="connsiteY0" fmla="*/ 0 h 244849"/>
                  <a:gd name="connsiteX1" fmla="*/ 0 w 231192"/>
                  <a:gd name="connsiteY1" fmla="*/ 244849 h 244849"/>
                  <a:gd name="connsiteX2" fmla="*/ 231193 w 231192"/>
                  <a:gd name="connsiteY2" fmla="*/ 54864 h 244849"/>
                  <a:gd name="connsiteX3" fmla="*/ 154129 w 231192"/>
                  <a:gd name="connsiteY3" fmla="*/ 0 h 244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1192" h="244849" fill="norm" stroke="1" extrusionOk="0">
                    <a:moveTo>
                      <a:pt x="154129" y="0"/>
                    </a:moveTo>
                    <a:cubicBezTo>
                      <a:pt x="86131" y="84337"/>
                      <a:pt x="35812" y="165953"/>
                      <a:pt x="0" y="244849"/>
                    </a:cubicBezTo>
                    <a:lnTo>
                      <a:pt x="231193" y="54864"/>
                    </a:lnTo>
                    <a:cubicBezTo>
                      <a:pt x="204447" y="40808"/>
                      <a:pt x="178608" y="22218"/>
                      <a:pt x="154129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3" name="Полилиния 12"/>
              <p:cNvSpPr/>
              <p:nvPr/>
            </p:nvSpPr>
            <p:spPr bwMode="auto">
              <a:xfrm>
                <a:off x="837877" y="878873"/>
                <a:ext cx="1262289" cy="1261305"/>
              </a:xfrm>
              <a:custGeom>
                <a:avLst/>
                <a:gdLst>
                  <a:gd name="connsiteX0" fmla="*/ 1064190 w 1262290"/>
                  <a:gd name="connsiteY0" fmla="*/ 274200 h 1261305"/>
                  <a:gd name="connsiteX1" fmla="*/ 1068270 w 1262290"/>
                  <a:gd name="connsiteY1" fmla="*/ 269666 h 1261305"/>
                  <a:gd name="connsiteX2" fmla="*/ 1245971 w 1262290"/>
                  <a:gd name="connsiteY2" fmla="*/ 269666 h 1261305"/>
                  <a:gd name="connsiteX3" fmla="*/ 1262291 w 1262290"/>
                  <a:gd name="connsiteY3" fmla="*/ 235659 h 1261305"/>
                  <a:gd name="connsiteX4" fmla="*/ 1239172 w 1262290"/>
                  <a:gd name="connsiteY4" fmla="*/ 85122 h 1261305"/>
                  <a:gd name="connsiteX5" fmla="*/ 1074163 w 1262290"/>
                  <a:gd name="connsiteY5" fmla="*/ 49301 h 1261305"/>
                  <a:gd name="connsiteX6" fmla="*/ 995286 w 1262290"/>
                  <a:gd name="connsiteY6" fmla="*/ 62904 h 1261305"/>
                  <a:gd name="connsiteX7" fmla="*/ 761373 w 1262290"/>
                  <a:gd name="connsiteY7" fmla="*/ 62904 h 1261305"/>
                  <a:gd name="connsiteX8" fmla="*/ 664816 w 1262290"/>
                  <a:gd name="connsiteY8" fmla="*/ 14841 h 1261305"/>
                  <a:gd name="connsiteX9" fmla="*/ 384211 w 1262290"/>
                  <a:gd name="connsiteY9" fmla="*/ 14841 h 1261305"/>
                  <a:gd name="connsiteX10" fmla="*/ 44675 w 1262290"/>
                  <a:gd name="connsiteY10" fmla="*/ 84669 h 1261305"/>
                  <a:gd name="connsiteX11" fmla="*/ 278134 w 1262290"/>
                  <a:gd name="connsiteY11" fmla="*/ 167192 h 1261305"/>
                  <a:gd name="connsiteX12" fmla="*/ 281307 w 1262290"/>
                  <a:gd name="connsiteY12" fmla="*/ 193490 h 1261305"/>
                  <a:gd name="connsiteX13" fmla="*/ 245948 w 1262290"/>
                  <a:gd name="connsiteY13" fmla="*/ 195758 h 1261305"/>
                  <a:gd name="connsiteX14" fmla="*/ 137152 w 1262290"/>
                  <a:gd name="connsiteY14" fmla="*/ 174900 h 1261305"/>
                  <a:gd name="connsiteX15" fmla="*/ 36515 w 1262290"/>
                  <a:gd name="connsiteY15" fmla="*/ 425644 h 1261305"/>
                  <a:gd name="connsiteX16" fmla="*/ 15662 w 1262290"/>
                  <a:gd name="connsiteY16" fmla="*/ 1010108 h 1261305"/>
                  <a:gd name="connsiteX17" fmla="*/ 715587 w 1262290"/>
                  <a:gd name="connsiteY17" fmla="*/ 1261305 h 1261305"/>
                  <a:gd name="connsiteX18" fmla="*/ 1048777 w 1262290"/>
                  <a:gd name="connsiteY18" fmla="*/ 1210068 h 1261305"/>
                  <a:gd name="connsiteX19" fmla="*/ 801718 w 1262290"/>
                  <a:gd name="connsiteY19" fmla="*/ 584342 h 1261305"/>
                  <a:gd name="connsiteX20" fmla="*/ 743240 w 1262290"/>
                  <a:gd name="connsiteY20" fmla="*/ 636033 h 1261305"/>
                  <a:gd name="connsiteX21" fmla="*/ 311680 w 1262290"/>
                  <a:gd name="connsiteY21" fmla="*/ 635126 h 1261305"/>
                  <a:gd name="connsiteX22" fmla="*/ 154831 w 1262290"/>
                  <a:gd name="connsiteY22" fmla="*/ 448315 h 1261305"/>
                  <a:gd name="connsiteX23" fmla="*/ 175231 w 1262290"/>
                  <a:gd name="connsiteY23" fmla="*/ 431085 h 1261305"/>
                  <a:gd name="connsiteX24" fmla="*/ 324373 w 1262290"/>
                  <a:gd name="connsiteY24" fmla="*/ 608827 h 1261305"/>
                  <a:gd name="connsiteX25" fmla="*/ 733267 w 1262290"/>
                  <a:gd name="connsiteY25" fmla="*/ 609734 h 1261305"/>
                  <a:gd name="connsiteX26" fmla="*/ 935447 w 1262290"/>
                  <a:gd name="connsiteY26" fmla="*/ 430631 h 1261305"/>
                  <a:gd name="connsiteX27" fmla="*/ 872889 w 1262290"/>
                  <a:gd name="connsiteY27" fmla="*/ 341307 h 1261305"/>
                  <a:gd name="connsiteX28" fmla="*/ 872889 w 1262290"/>
                  <a:gd name="connsiteY28" fmla="*/ 140893 h 1261305"/>
                  <a:gd name="connsiteX29" fmla="*/ 899635 w 1262290"/>
                  <a:gd name="connsiteY29" fmla="*/ 140893 h 1261305"/>
                  <a:gd name="connsiteX30" fmla="*/ 899635 w 1262290"/>
                  <a:gd name="connsiteY30" fmla="*/ 332692 h 1261305"/>
                  <a:gd name="connsiteX31" fmla="*/ 955394 w 1262290"/>
                  <a:gd name="connsiteY31" fmla="*/ 412948 h 1261305"/>
                  <a:gd name="connsiteX32" fmla="*/ 955394 w 1262290"/>
                  <a:gd name="connsiteY32" fmla="*/ 412948 h 1261305"/>
                  <a:gd name="connsiteX33" fmla="*/ 957207 w 1262290"/>
                  <a:gd name="connsiteY33" fmla="*/ 415215 h 1261305"/>
                  <a:gd name="connsiteX34" fmla="*/ 962647 w 1262290"/>
                  <a:gd name="connsiteY34" fmla="*/ 409774 h 1261305"/>
                  <a:gd name="connsiteX35" fmla="*/ 1182960 w 1262290"/>
                  <a:gd name="connsiteY35" fmla="*/ 409774 h 1261305"/>
                  <a:gd name="connsiteX36" fmla="*/ 1238265 w 1262290"/>
                  <a:gd name="connsiteY36" fmla="*/ 354456 h 1261305"/>
                  <a:gd name="connsiteX37" fmla="*/ 1208346 w 1262290"/>
                  <a:gd name="connsiteY37" fmla="*/ 324530 h 1261305"/>
                  <a:gd name="connsiteX38" fmla="*/ 1208346 w 1262290"/>
                  <a:gd name="connsiteY38" fmla="*/ 296871 h 1261305"/>
                  <a:gd name="connsiteX39" fmla="*/ 1078697 w 1262290"/>
                  <a:gd name="connsiteY39" fmla="*/ 296871 h 1261305"/>
                  <a:gd name="connsiteX40" fmla="*/ 965367 w 1262290"/>
                  <a:gd name="connsiteY40" fmla="*/ 356270 h 1261305"/>
                  <a:gd name="connsiteX41" fmla="*/ 963553 w 1262290"/>
                  <a:gd name="connsiteY41" fmla="*/ 343121 h 1261305"/>
                  <a:gd name="connsiteX42" fmla="*/ 961740 w 1262290"/>
                  <a:gd name="connsiteY42" fmla="*/ 329971 h 1261305"/>
                  <a:gd name="connsiteX43" fmla="*/ 1064190 w 1262290"/>
                  <a:gd name="connsiteY43" fmla="*/ 274200 h 1261305"/>
                  <a:gd name="connsiteX44" fmla="*/ 1091843 w 1262290"/>
                  <a:gd name="connsiteY44" fmla="*/ 85575 h 1261305"/>
                  <a:gd name="connsiteX45" fmla="*/ 1124482 w 1262290"/>
                  <a:gd name="connsiteY45" fmla="*/ 125023 h 1261305"/>
                  <a:gd name="connsiteX46" fmla="*/ 1209706 w 1262290"/>
                  <a:gd name="connsiteY46" fmla="*/ 125023 h 1261305"/>
                  <a:gd name="connsiteX47" fmla="*/ 1209706 w 1262290"/>
                  <a:gd name="connsiteY47" fmla="*/ 151775 h 1261305"/>
                  <a:gd name="connsiteX48" fmla="*/ 1112242 w 1262290"/>
                  <a:gd name="connsiteY48" fmla="*/ 151775 h 1261305"/>
                  <a:gd name="connsiteX49" fmla="*/ 1071443 w 1262290"/>
                  <a:gd name="connsiteY49" fmla="*/ 102806 h 1261305"/>
                  <a:gd name="connsiteX50" fmla="*/ 1091843 w 1262290"/>
                  <a:gd name="connsiteY50" fmla="*/ 85575 h 1261305"/>
                  <a:gd name="connsiteX51" fmla="*/ 569619 w 1262290"/>
                  <a:gd name="connsiteY51" fmla="*/ 202559 h 1261305"/>
                  <a:gd name="connsiteX52" fmla="*/ 509780 w 1262290"/>
                  <a:gd name="connsiteY52" fmla="*/ 142707 h 1261305"/>
                  <a:gd name="connsiteX53" fmla="*/ 569619 w 1262290"/>
                  <a:gd name="connsiteY53" fmla="*/ 82855 h 1261305"/>
                  <a:gd name="connsiteX54" fmla="*/ 629457 w 1262290"/>
                  <a:gd name="connsiteY54" fmla="*/ 142707 h 1261305"/>
                  <a:gd name="connsiteX55" fmla="*/ 569619 w 1262290"/>
                  <a:gd name="connsiteY55" fmla="*/ 202559 h 1261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1262290" h="1261305" fill="norm" stroke="1" extrusionOk="0">
                    <a:moveTo>
                      <a:pt x="1064190" y="274200"/>
                    </a:moveTo>
                    <a:lnTo>
                      <a:pt x="1068270" y="269666"/>
                    </a:lnTo>
                    <a:lnTo>
                      <a:pt x="1245971" y="269666"/>
                    </a:lnTo>
                    <a:lnTo>
                      <a:pt x="1262291" y="235659"/>
                    </a:lnTo>
                    <a:lnTo>
                      <a:pt x="1239172" y="85122"/>
                    </a:lnTo>
                    <a:lnTo>
                      <a:pt x="1074163" y="49301"/>
                    </a:lnTo>
                    <a:lnTo>
                      <a:pt x="995286" y="62904"/>
                    </a:lnTo>
                    <a:lnTo>
                      <a:pt x="761373" y="62904"/>
                    </a:lnTo>
                    <a:lnTo>
                      <a:pt x="664816" y="14841"/>
                    </a:lnTo>
                    <a:lnTo>
                      <a:pt x="384211" y="14841"/>
                    </a:lnTo>
                    <a:cubicBezTo>
                      <a:pt x="194270" y="-35036"/>
                      <a:pt x="77314" y="54289"/>
                      <a:pt x="44675" y="84669"/>
                    </a:cubicBezTo>
                    <a:cubicBezTo>
                      <a:pt x="114939" y="149055"/>
                      <a:pt x="193363" y="176714"/>
                      <a:pt x="278134" y="167192"/>
                    </a:cubicBezTo>
                    <a:lnTo>
                      <a:pt x="281307" y="193490"/>
                    </a:lnTo>
                    <a:cubicBezTo>
                      <a:pt x="269521" y="194851"/>
                      <a:pt x="257735" y="195758"/>
                      <a:pt x="245948" y="195758"/>
                    </a:cubicBezTo>
                    <a:cubicBezTo>
                      <a:pt x="208776" y="195758"/>
                      <a:pt x="172057" y="188503"/>
                      <a:pt x="137152" y="174900"/>
                    </a:cubicBezTo>
                    <a:cubicBezTo>
                      <a:pt x="117659" y="204373"/>
                      <a:pt x="70060" y="285989"/>
                      <a:pt x="36515" y="425644"/>
                    </a:cubicBezTo>
                    <a:cubicBezTo>
                      <a:pt x="6142" y="551242"/>
                      <a:pt x="-16524" y="745308"/>
                      <a:pt x="15662" y="1010108"/>
                    </a:cubicBezTo>
                    <a:cubicBezTo>
                      <a:pt x="206056" y="1166993"/>
                      <a:pt x="449942" y="1261305"/>
                      <a:pt x="715587" y="1261305"/>
                    </a:cubicBezTo>
                    <a:cubicBezTo>
                      <a:pt x="831637" y="1261305"/>
                      <a:pt x="943607" y="1243168"/>
                      <a:pt x="1048777" y="1210068"/>
                    </a:cubicBezTo>
                    <a:lnTo>
                      <a:pt x="801718" y="584342"/>
                    </a:lnTo>
                    <a:lnTo>
                      <a:pt x="743240" y="636033"/>
                    </a:lnTo>
                    <a:lnTo>
                      <a:pt x="311680" y="635126"/>
                    </a:lnTo>
                    <a:lnTo>
                      <a:pt x="154831" y="448315"/>
                    </a:lnTo>
                    <a:lnTo>
                      <a:pt x="175231" y="431085"/>
                    </a:lnTo>
                    <a:lnTo>
                      <a:pt x="324373" y="608827"/>
                    </a:lnTo>
                    <a:lnTo>
                      <a:pt x="733267" y="609734"/>
                    </a:lnTo>
                    <a:lnTo>
                      <a:pt x="935447" y="430631"/>
                    </a:lnTo>
                    <a:lnTo>
                      <a:pt x="872889" y="341307"/>
                    </a:lnTo>
                    <a:lnTo>
                      <a:pt x="872889" y="140893"/>
                    </a:lnTo>
                    <a:lnTo>
                      <a:pt x="899635" y="140893"/>
                    </a:lnTo>
                    <a:lnTo>
                      <a:pt x="899635" y="332692"/>
                    </a:lnTo>
                    <a:lnTo>
                      <a:pt x="955394" y="412948"/>
                    </a:lnTo>
                    <a:lnTo>
                      <a:pt x="955394" y="412948"/>
                    </a:lnTo>
                    <a:lnTo>
                      <a:pt x="957207" y="415215"/>
                    </a:lnTo>
                    <a:lnTo>
                      <a:pt x="962647" y="409774"/>
                    </a:lnTo>
                    <a:lnTo>
                      <a:pt x="1182960" y="409774"/>
                    </a:lnTo>
                    <a:lnTo>
                      <a:pt x="1238265" y="354456"/>
                    </a:lnTo>
                    <a:lnTo>
                      <a:pt x="1208346" y="324530"/>
                    </a:lnTo>
                    <a:lnTo>
                      <a:pt x="1208346" y="296871"/>
                    </a:lnTo>
                    <a:lnTo>
                      <a:pt x="1078697" y="296871"/>
                    </a:lnTo>
                    <a:cubicBezTo>
                      <a:pt x="1032458" y="346295"/>
                      <a:pt x="968087" y="355816"/>
                      <a:pt x="965367" y="356270"/>
                    </a:cubicBezTo>
                    <a:lnTo>
                      <a:pt x="963553" y="343121"/>
                    </a:lnTo>
                    <a:lnTo>
                      <a:pt x="961740" y="329971"/>
                    </a:lnTo>
                    <a:cubicBezTo>
                      <a:pt x="963553" y="329064"/>
                      <a:pt x="1024298" y="319996"/>
                      <a:pt x="1064190" y="274200"/>
                    </a:cubicBezTo>
                    <a:close/>
                    <a:moveTo>
                      <a:pt x="1091843" y="85575"/>
                    </a:moveTo>
                    <a:lnTo>
                      <a:pt x="1124482" y="125023"/>
                    </a:lnTo>
                    <a:lnTo>
                      <a:pt x="1209706" y="125023"/>
                    </a:lnTo>
                    <a:lnTo>
                      <a:pt x="1209706" y="151775"/>
                    </a:lnTo>
                    <a:lnTo>
                      <a:pt x="1112242" y="151775"/>
                    </a:lnTo>
                    <a:lnTo>
                      <a:pt x="1071443" y="102806"/>
                    </a:lnTo>
                    <a:lnTo>
                      <a:pt x="1091843" y="85575"/>
                    </a:lnTo>
                    <a:close/>
                    <a:moveTo>
                      <a:pt x="569619" y="202559"/>
                    </a:moveTo>
                    <a:cubicBezTo>
                      <a:pt x="536526" y="202559"/>
                      <a:pt x="509780" y="175807"/>
                      <a:pt x="509780" y="142707"/>
                    </a:cubicBezTo>
                    <a:cubicBezTo>
                      <a:pt x="509780" y="109607"/>
                      <a:pt x="536526" y="82855"/>
                      <a:pt x="569619" y="82855"/>
                    </a:cubicBezTo>
                    <a:cubicBezTo>
                      <a:pt x="602711" y="82855"/>
                      <a:pt x="629457" y="109607"/>
                      <a:pt x="629457" y="142707"/>
                    </a:cubicBezTo>
                    <a:cubicBezTo>
                      <a:pt x="629457" y="175807"/>
                      <a:pt x="602711" y="202559"/>
                      <a:pt x="569619" y="202559"/>
                    </a:cubicBezTo>
                    <a:close/>
                  </a:path>
                </a:pathLst>
              </a:custGeom>
              <a:solidFill>
                <a:srgbClr val="DDDFD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14" name="Рисунок 5"/>
            <p:cNvGrpSpPr/>
            <p:nvPr/>
          </p:nvGrpSpPr>
          <p:grpSpPr bwMode="auto">
            <a:xfrm>
              <a:off x="1752" y="102035"/>
              <a:ext cx="1781721" cy="1304502"/>
              <a:chOff x="1752" y="102035"/>
              <a:chExt cx="1781721" cy="1304502"/>
            </a:xfrm>
            <a:solidFill>
              <a:srgbClr val="0061AF"/>
            </a:solidFill>
          </p:grpSpPr>
          <p:grpSp>
            <p:nvGrpSpPr>
              <p:cNvPr id="15" name="Рисунок 5"/>
              <p:cNvGrpSpPr/>
              <p:nvPr/>
            </p:nvGrpSpPr>
            <p:grpSpPr bwMode="auto">
              <a:xfrm>
                <a:off x="1752" y="102035"/>
                <a:ext cx="1781721" cy="1304502"/>
                <a:chOff x="1752" y="102035"/>
                <a:chExt cx="1781721" cy="1304502"/>
              </a:xfrm>
              <a:solidFill>
                <a:srgbClr val="0061AF"/>
              </a:solidFill>
            </p:grpSpPr>
            <p:grpSp>
              <p:nvGrpSpPr>
                <p:cNvPr id="16" name="Рисунок 5"/>
                <p:cNvGrpSpPr/>
                <p:nvPr/>
              </p:nvGrpSpPr>
              <p:grpSpPr bwMode="auto">
                <a:xfrm>
                  <a:off x="1752" y="102035"/>
                  <a:ext cx="1781721" cy="1304502"/>
                  <a:chOff x="1752" y="102035"/>
                  <a:chExt cx="1781721" cy="1304502"/>
                </a:xfrm>
                <a:solidFill>
                  <a:srgbClr val="0061AF"/>
                </a:solidFill>
              </p:grpSpPr>
              <p:sp>
                <p:nvSpPr>
                  <p:cNvPr id="17" name="Полилиния 16"/>
                  <p:cNvSpPr/>
                  <p:nvPr/>
                </p:nvSpPr>
                <p:spPr bwMode="auto">
                  <a:xfrm>
                    <a:off x="1752" y="102035"/>
                    <a:ext cx="4533" cy="453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533" h="4534" fill="norm" stroke="1" extrusionOk="0"/>
                    </a:pathLst>
                  </a:custGeom>
                  <a:solidFill>
                    <a:srgbClr val="0061AF"/>
                  </a:solidFill>
                  <a:ln w="4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18" name="Рисунок 5"/>
                  <p:cNvGrpSpPr/>
                  <p:nvPr/>
                </p:nvGrpSpPr>
                <p:grpSpPr bwMode="auto">
                  <a:xfrm>
                    <a:off x="1041906" y="841116"/>
                    <a:ext cx="741567" cy="565420"/>
                    <a:chOff x="1041906" y="841116"/>
                    <a:chExt cx="741567" cy="565420"/>
                  </a:xfrm>
                  <a:solidFill>
                    <a:srgbClr val="0061AF"/>
                  </a:solidFill>
                </p:grpSpPr>
                <p:grpSp>
                  <p:nvGrpSpPr>
                    <p:cNvPr id="19" name="Рисунок 5"/>
                    <p:cNvGrpSpPr/>
                    <p:nvPr/>
                  </p:nvGrpSpPr>
                  <p:grpSpPr bwMode="auto">
                    <a:xfrm>
                      <a:off x="1160659" y="841116"/>
                      <a:ext cx="503200" cy="565420"/>
                      <a:chOff x="1160659" y="841116"/>
                      <a:chExt cx="503200" cy="565420"/>
                    </a:xfrm>
                    <a:solidFill>
                      <a:srgbClr val="0061AF"/>
                    </a:solidFill>
                  </p:grpSpPr>
                  <p:sp>
                    <p:nvSpPr>
                      <p:cNvPr id="20" name="Полилиния 19"/>
                      <p:cNvSpPr/>
                      <p:nvPr/>
                    </p:nvSpPr>
                    <p:spPr bwMode="auto">
                      <a:xfrm>
                        <a:off x="1514479" y="880564"/>
                        <a:ext cx="124209" cy="239861"/>
                      </a:xfrm>
                      <a:custGeom>
                        <a:avLst/>
                        <a:gdLst>
                          <a:gd name="connsiteX0" fmla="*/ 39439 w 124209"/>
                          <a:gd name="connsiteY0" fmla="*/ 210842 h 239861"/>
                          <a:gd name="connsiteX1" fmla="*/ 124210 w 124209"/>
                          <a:gd name="connsiteY1" fmla="*/ 2267 h 239861"/>
                          <a:gd name="connsiteX2" fmla="*/ 103357 w 124209"/>
                          <a:gd name="connsiteY2" fmla="*/ 0 h 239861"/>
                          <a:gd name="connsiteX3" fmla="*/ 21306 w 124209"/>
                          <a:gd name="connsiteY3" fmla="*/ 201321 h 239861"/>
                          <a:gd name="connsiteX4" fmla="*/ 0 w 124209"/>
                          <a:gd name="connsiteY4" fmla="*/ 239862 h 239861"/>
                          <a:gd name="connsiteX5" fmla="*/ 29919 w 124209"/>
                          <a:gd name="connsiteY5" fmla="*/ 229433 h 239861"/>
                          <a:gd name="connsiteX6" fmla="*/ 39439 w 124209"/>
                          <a:gd name="connsiteY6" fmla="*/ 210842 h 23986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24209" h="239861" fill="norm" stroke="1" extrusionOk="0">
                            <a:moveTo>
                              <a:pt x="39439" y="210842"/>
                            </a:moveTo>
                            <a:cubicBezTo>
                              <a:pt x="77064" y="139655"/>
                              <a:pt x="106530" y="64840"/>
                              <a:pt x="124210" y="2267"/>
                            </a:cubicBezTo>
                            <a:cubicBezTo>
                              <a:pt x="117410" y="1360"/>
                              <a:pt x="110610" y="907"/>
                              <a:pt x="103357" y="0"/>
                            </a:cubicBezTo>
                            <a:cubicBezTo>
                              <a:pt x="86131" y="58945"/>
                              <a:pt x="58478" y="130586"/>
                              <a:pt x="21306" y="201321"/>
                            </a:cubicBezTo>
                            <a:cubicBezTo>
                              <a:pt x="14506" y="214470"/>
                              <a:pt x="7253" y="227166"/>
                              <a:pt x="0" y="239862"/>
                            </a:cubicBezTo>
                            <a:cubicBezTo>
                              <a:pt x="9973" y="236688"/>
                              <a:pt x="19946" y="233060"/>
                              <a:pt x="29919" y="229433"/>
                            </a:cubicBezTo>
                            <a:cubicBezTo>
                              <a:pt x="32639" y="223085"/>
                              <a:pt x="35812" y="216737"/>
                              <a:pt x="39439" y="21084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1" name="Полилиния 20"/>
                      <p:cNvSpPr/>
                      <p:nvPr/>
                    </p:nvSpPr>
                    <p:spPr bwMode="auto">
                      <a:xfrm>
                        <a:off x="1182196" y="926814"/>
                        <a:ext cx="121036" cy="240768"/>
                      </a:xfrm>
                      <a:custGeom>
                        <a:avLst/>
                        <a:gdLst>
                          <a:gd name="connsiteX0" fmla="*/ 107437 w 121036"/>
                          <a:gd name="connsiteY0" fmla="*/ 24938 h 240768"/>
                          <a:gd name="connsiteX1" fmla="*/ 121036 w 121036"/>
                          <a:gd name="connsiteY1" fmla="*/ 0 h 240768"/>
                          <a:gd name="connsiteX2" fmla="*/ 92024 w 121036"/>
                          <a:gd name="connsiteY2" fmla="*/ 9522 h 240768"/>
                          <a:gd name="connsiteX3" fmla="*/ 88851 w 121036"/>
                          <a:gd name="connsiteY3" fmla="*/ 15416 h 240768"/>
                          <a:gd name="connsiteX4" fmla="*/ 0 w 121036"/>
                          <a:gd name="connsiteY4" fmla="*/ 239408 h 240768"/>
                          <a:gd name="connsiteX5" fmla="*/ 20853 w 121036"/>
                          <a:gd name="connsiteY5" fmla="*/ 240768 h 240768"/>
                          <a:gd name="connsiteX6" fmla="*/ 107437 w 121036"/>
                          <a:gd name="connsiteY6" fmla="*/ 24938 h 2407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21036" h="240768" fill="norm" stroke="1" extrusionOk="0">
                            <a:moveTo>
                              <a:pt x="107437" y="24938"/>
                            </a:moveTo>
                            <a:cubicBezTo>
                              <a:pt x="111970" y="16323"/>
                              <a:pt x="116503" y="8162"/>
                              <a:pt x="121036" y="0"/>
                            </a:cubicBezTo>
                            <a:cubicBezTo>
                              <a:pt x="111063" y="3174"/>
                              <a:pt x="101544" y="6348"/>
                              <a:pt x="92024" y="9522"/>
                            </a:cubicBezTo>
                            <a:cubicBezTo>
                              <a:pt x="91117" y="11336"/>
                              <a:pt x="89757" y="13149"/>
                              <a:pt x="88851" y="15416"/>
                            </a:cubicBezTo>
                            <a:cubicBezTo>
                              <a:pt x="47145" y="94312"/>
                              <a:pt x="17226" y="171394"/>
                              <a:pt x="0" y="239408"/>
                            </a:cubicBezTo>
                            <a:cubicBezTo>
                              <a:pt x="6800" y="239862"/>
                              <a:pt x="13600" y="240315"/>
                              <a:pt x="20853" y="240768"/>
                            </a:cubicBezTo>
                            <a:cubicBezTo>
                              <a:pt x="37626" y="177289"/>
                              <a:pt x="65731" y="103381"/>
                              <a:pt x="107437" y="249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22" name="Рисунок 5"/>
                      <p:cNvGrpSpPr/>
                      <p:nvPr/>
                    </p:nvGrpSpPr>
                    <p:grpSpPr bwMode="auto">
                      <a:xfrm>
                        <a:off x="1160659" y="841116"/>
                        <a:ext cx="503200" cy="350950"/>
                        <a:chOff x="1160659" y="841116"/>
                        <a:chExt cx="503200" cy="350950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3" name="Полилиния 22"/>
                        <p:cNvSpPr/>
                        <p:nvPr/>
                      </p:nvSpPr>
                      <p:spPr bwMode="auto">
                        <a:xfrm>
                          <a:off x="1240221" y="1050599"/>
                          <a:ext cx="253405" cy="136934"/>
                        </a:xfrm>
                        <a:custGeom>
                          <a:avLst/>
                          <a:gdLst>
                            <a:gd name="connsiteX0" fmla="*/ 9066 w 253405"/>
                            <a:gd name="connsiteY0" fmla="*/ 0 h 136934"/>
                            <a:gd name="connsiteX1" fmla="*/ 0 w 253405"/>
                            <a:gd name="connsiteY1" fmla="*/ 21764 h 136934"/>
                            <a:gd name="connsiteX2" fmla="*/ 109703 w 253405"/>
                            <a:gd name="connsiteY2" fmla="*/ 94312 h 136934"/>
                            <a:gd name="connsiteX3" fmla="*/ 240713 w 253405"/>
                            <a:gd name="connsiteY3" fmla="*/ 136934 h 136934"/>
                            <a:gd name="connsiteX4" fmla="*/ 253406 w 253405"/>
                            <a:gd name="connsiteY4" fmla="*/ 116984 h 136934"/>
                            <a:gd name="connsiteX5" fmla="*/ 118770 w 253405"/>
                            <a:gd name="connsiteY5" fmla="*/ 74815 h 136934"/>
                            <a:gd name="connsiteX6" fmla="*/ 9066 w 253405"/>
                            <a:gd name="connsiteY6" fmla="*/ 0 h 136934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253405" h="136934" fill="norm" stroke="1" extrusionOk="0">
                              <a:moveTo>
                                <a:pt x="9066" y="0"/>
                              </a:moveTo>
                              <a:cubicBezTo>
                                <a:pt x="5893" y="7255"/>
                                <a:pt x="2720" y="14510"/>
                                <a:pt x="0" y="21764"/>
                              </a:cubicBezTo>
                              <a:cubicBezTo>
                                <a:pt x="29919" y="48516"/>
                                <a:pt x="67091" y="73455"/>
                                <a:pt x="109703" y="94312"/>
                              </a:cubicBezTo>
                              <a:cubicBezTo>
                                <a:pt x="153675" y="115623"/>
                                <a:pt x="198554" y="130133"/>
                                <a:pt x="240713" y="136934"/>
                              </a:cubicBezTo>
                              <a:cubicBezTo>
                                <a:pt x="245246" y="130586"/>
                                <a:pt x="249326" y="123785"/>
                                <a:pt x="253406" y="116984"/>
                              </a:cubicBezTo>
                              <a:cubicBezTo>
                                <a:pt x="210794" y="111542"/>
                                <a:pt x="164102" y="97033"/>
                                <a:pt x="118770" y="74815"/>
                              </a:cubicBezTo>
                              <a:cubicBezTo>
                                <a:pt x="76158" y="53958"/>
                                <a:pt x="38532" y="27659"/>
                                <a:pt x="9066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452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24" name="Полилиния 23"/>
                        <p:cNvSpPr/>
                        <p:nvPr/>
                      </p:nvSpPr>
                      <p:spPr bwMode="auto">
                        <a:xfrm>
                          <a:off x="1160659" y="841116"/>
                          <a:ext cx="503200" cy="350950"/>
                        </a:xfrm>
                        <a:custGeom>
                          <a:avLst/>
                          <a:gdLst>
                            <a:gd name="connsiteX0" fmla="*/ 466696 w 503200"/>
                            <a:gd name="connsiteY0" fmla="*/ 165500 h 350950"/>
                            <a:gd name="connsiteX1" fmla="*/ 314381 w 503200"/>
                            <a:gd name="connsiteY1" fmla="*/ 47156 h 350950"/>
                            <a:gd name="connsiteX2" fmla="*/ 131693 w 503200"/>
                            <a:gd name="connsiteY2" fmla="*/ 0 h 350950"/>
                            <a:gd name="connsiteX3" fmla="*/ 8390 w 503200"/>
                            <a:gd name="connsiteY3" fmla="*/ 56678 h 350950"/>
                            <a:gd name="connsiteX4" fmla="*/ 63242 w 503200"/>
                            <a:gd name="connsiteY4" fmla="*/ 215830 h 350950"/>
                            <a:gd name="connsiteX5" fmla="*/ 72308 w 503200"/>
                            <a:gd name="connsiteY5" fmla="*/ 193612 h 350950"/>
                            <a:gd name="connsiteX6" fmla="*/ 27430 w 503200"/>
                            <a:gd name="connsiteY6" fmla="*/ 66200 h 350950"/>
                            <a:gd name="connsiteX7" fmla="*/ 131240 w 503200"/>
                            <a:gd name="connsiteY7" fmla="*/ 21764 h 350950"/>
                            <a:gd name="connsiteX8" fmla="*/ 304408 w 503200"/>
                            <a:gd name="connsiteY8" fmla="*/ 66653 h 350950"/>
                            <a:gd name="connsiteX9" fmla="*/ 448563 w 503200"/>
                            <a:gd name="connsiteY9" fmla="*/ 178649 h 350950"/>
                            <a:gd name="connsiteX10" fmla="*/ 474856 w 503200"/>
                            <a:gd name="connsiteY10" fmla="*/ 284751 h 350950"/>
                            <a:gd name="connsiteX11" fmla="*/ 371046 w 503200"/>
                            <a:gd name="connsiteY11" fmla="*/ 329186 h 350950"/>
                            <a:gd name="connsiteX12" fmla="*/ 355633 w 503200"/>
                            <a:gd name="connsiteY12" fmla="*/ 328733 h 350950"/>
                            <a:gd name="connsiteX13" fmla="*/ 342487 w 503200"/>
                            <a:gd name="connsiteY13" fmla="*/ 349590 h 350950"/>
                            <a:gd name="connsiteX14" fmla="*/ 371046 w 503200"/>
                            <a:gd name="connsiteY14" fmla="*/ 350951 h 350950"/>
                            <a:gd name="connsiteX15" fmla="*/ 494349 w 503200"/>
                            <a:gd name="connsiteY15" fmla="*/ 294273 h 350950"/>
                            <a:gd name="connsiteX16" fmla="*/ 466696 w 503200"/>
                            <a:gd name="connsiteY16" fmla="*/ 165500 h 35095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503200" h="350950" fill="norm" stroke="1" extrusionOk="0">
                              <a:moveTo>
                                <a:pt x="466696" y="165500"/>
                              </a:moveTo>
                              <a:cubicBezTo>
                                <a:pt x="432697" y="120158"/>
                                <a:pt x="378299" y="77989"/>
                                <a:pt x="314381" y="47156"/>
                              </a:cubicBezTo>
                              <a:cubicBezTo>
                                <a:pt x="252276" y="16777"/>
                                <a:pt x="187451" y="0"/>
                                <a:pt x="131693" y="0"/>
                              </a:cubicBezTo>
                              <a:cubicBezTo>
                                <a:pt x="70042" y="0"/>
                                <a:pt x="26523" y="19951"/>
                                <a:pt x="8390" y="56678"/>
                              </a:cubicBezTo>
                              <a:cubicBezTo>
                                <a:pt x="-13823" y="102021"/>
                                <a:pt x="9297" y="161419"/>
                                <a:pt x="63242" y="215830"/>
                              </a:cubicBezTo>
                              <a:cubicBezTo>
                                <a:pt x="66415" y="208575"/>
                                <a:pt x="69135" y="200867"/>
                                <a:pt x="72308" y="193612"/>
                              </a:cubicBezTo>
                              <a:cubicBezTo>
                                <a:pt x="30149" y="148270"/>
                                <a:pt x="11110" y="100207"/>
                                <a:pt x="27430" y="66200"/>
                              </a:cubicBezTo>
                              <a:cubicBezTo>
                                <a:pt x="41029" y="38088"/>
                                <a:pt x="79108" y="21764"/>
                                <a:pt x="131240" y="21764"/>
                              </a:cubicBezTo>
                              <a:cubicBezTo>
                                <a:pt x="183825" y="21764"/>
                                <a:pt x="245476" y="37634"/>
                                <a:pt x="304408" y="66653"/>
                              </a:cubicBezTo>
                              <a:cubicBezTo>
                                <a:pt x="365153" y="96579"/>
                                <a:pt x="416378" y="136027"/>
                                <a:pt x="448563" y="178649"/>
                              </a:cubicBezTo>
                              <a:cubicBezTo>
                                <a:pt x="478936" y="219004"/>
                                <a:pt x="488456" y="256638"/>
                                <a:pt x="474856" y="284751"/>
                              </a:cubicBezTo>
                              <a:cubicBezTo>
                                <a:pt x="461256" y="312863"/>
                                <a:pt x="423178" y="329186"/>
                                <a:pt x="371046" y="329186"/>
                              </a:cubicBezTo>
                              <a:cubicBezTo>
                                <a:pt x="366059" y="329186"/>
                                <a:pt x="360619" y="328733"/>
                                <a:pt x="355633" y="328733"/>
                              </a:cubicBezTo>
                              <a:cubicBezTo>
                                <a:pt x="351100" y="335534"/>
                                <a:pt x="347020" y="342789"/>
                                <a:pt x="342487" y="349590"/>
                              </a:cubicBezTo>
                              <a:cubicBezTo>
                                <a:pt x="352006" y="350497"/>
                                <a:pt x="361526" y="350951"/>
                                <a:pt x="371046" y="350951"/>
                              </a:cubicBezTo>
                              <a:cubicBezTo>
                                <a:pt x="432697" y="350951"/>
                                <a:pt x="476216" y="331000"/>
                                <a:pt x="494349" y="294273"/>
                              </a:cubicBezTo>
                              <a:cubicBezTo>
                                <a:pt x="512482" y="258452"/>
                                <a:pt x="502508" y="213110"/>
                                <a:pt x="466696" y="16550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452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25" name="Полилиния 24"/>
                      <p:cNvSpPr/>
                      <p:nvPr/>
                    </p:nvSpPr>
                    <p:spPr bwMode="auto">
                      <a:xfrm>
                        <a:off x="1164360" y="1137656"/>
                        <a:ext cx="362811" cy="268880"/>
                      </a:xfrm>
                      <a:custGeom>
                        <a:avLst/>
                        <a:gdLst>
                          <a:gd name="connsiteX0" fmla="*/ 332893 w 362811"/>
                          <a:gd name="connsiteY0" fmla="*/ 9975 h 268880"/>
                          <a:gd name="connsiteX1" fmla="*/ 78127 w 362811"/>
                          <a:gd name="connsiteY1" fmla="*/ 248477 h 268880"/>
                          <a:gd name="connsiteX2" fmla="*/ 55008 w 362811"/>
                          <a:gd name="connsiteY2" fmla="*/ 243036 h 268880"/>
                          <a:gd name="connsiteX3" fmla="*/ 33249 w 362811"/>
                          <a:gd name="connsiteY3" fmla="*/ 50784 h 268880"/>
                          <a:gd name="connsiteX4" fmla="*/ 12396 w 362811"/>
                          <a:gd name="connsiteY4" fmla="*/ 49423 h 268880"/>
                          <a:gd name="connsiteX5" fmla="*/ 45488 w 362811"/>
                          <a:gd name="connsiteY5" fmla="*/ 261173 h 268880"/>
                          <a:gd name="connsiteX6" fmla="*/ 78127 w 362811"/>
                          <a:gd name="connsiteY6" fmla="*/ 268881 h 268880"/>
                          <a:gd name="connsiteX7" fmla="*/ 362812 w 362811"/>
                          <a:gd name="connsiteY7" fmla="*/ 0 h 268880"/>
                          <a:gd name="connsiteX8" fmla="*/ 332893 w 362811"/>
                          <a:gd name="connsiteY8" fmla="*/ 9975 h 26888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62811" h="268880" fill="norm" stroke="1" extrusionOk="0">
                            <a:moveTo>
                              <a:pt x="332893" y="9975"/>
                            </a:moveTo>
                            <a:cubicBezTo>
                              <a:pt x="246762" y="149630"/>
                              <a:pt x="143405" y="248477"/>
                              <a:pt x="78127" y="248477"/>
                            </a:cubicBezTo>
                            <a:cubicBezTo>
                              <a:pt x="69514" y="248477"/>
                              <a:pt x="61808" y="246663"/>
                              <a:pt x="55008" y="243036"/>
                            </a:cubicBezTo>
                            <a:cubicBezTo>
                              <a:pt x="19649" y="224445"/>
                              <a:pt x="10129" y="152351"/>
                              <a:pt x="33249" y="50784"/>
                            </a:cubicBezTo>
                            <a:cubicBezTo>
                              <a:pt x="25996" y="50330"/>
                              <a:pt x="19196" y="49877"/>
                              <a:pt x="12396" y="49423"/>
                            </a:cubicBezTo>
                            <a:cubicBezTo>
                              <a:pt x="-11177" y="155978"/>
                              <a:pt x="-1657" y="236688"/>
                              <a:pt x="45488" y="261173"/>
                            </a:cubicBezTo>
                            <a:cubicBezTo>
                              <a:pt x="55008" y="266160"/>
                              <a:pt x="66341" y="268881"/>
                              <a:pt x="78127" y="268881"/>
                            </a:cubicBezTo>
                            <a:cubicBezTo>
                              <a:pt x="155645" y="268881"/>
                              <a:pt x="268975" y="160512"/>
                              <a:pt x="362812" y="0"/>
                            </a:cubicBezTo>
                            <a:cubicBezTo>
                              <a:pt x="353292" y="4081"/>
                              <a:pt x="343319" y="7255"/>
                              <a:pt x="332893" y="99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26" name="Рисунок 5"/>
                    <p:cNvGrpSpPr/>
                    <p:nvPr/>
                  </p:nvGrpSpPr>
                  <p:grpSpPr bwMode="auto">
                    <a:xfrm>
                      <a:off x="1041906" y="852452"/>
                      <a:ext cx="741567" cy="327825"/>
                      <a:chOff x="1041906" y="852452"/>
                      <a:chExt cx="741567" cy="327825"/>
                    </a:xfrm>
                    <a:solidFill>
                      <a:srgbClr val="0061AF"/>
                    </a:solidFill>
                  </p:grpSpPr>
                  <p:sp>
                    <p:nvSpPr>
                      <p:cNvPr id="27" name="Полилиния 26"/>
                      <p:cNvSpPr/>
                      <p:nvPr/>
                    </p:nvSpPr>
                    <p:spPr bwMode="auto">
                      <a:xfrm>
                        <a:off x="1389363" y="1068282"/>
                        <a:ext cx="247512" cy="90684"/>
                      </a:xfrm>
                      <a:custGeom>
                        <a:avLst/>
                        <a:gdLst>
                          <a:gd name="connsiteX0" fmla="*/ 50319 w 247512"/>
                          <a:gd name="connsiteY0" fmla="*/ 66200 h 90684"/>
                          <a:gd name="connsiteX1" fmla="*/ 0 w 247512"/>
                          <a:gd name="connsiteY1" fmla="*/ 76629 h 90684"/>
                          <a:gd name="connsiteX2" fmla="*/ 39892 w 247512"/>
                          <a:gd name="connsiteY2" fmla="*/ 90685 h 90684"/>
                          <a:gd name="connsiteX3" fmla="*/ 54852 w 247512"/>
                          <a:gd name="connsiteY3" fmla="*/ 87511 h 90684"/>
                          <a:gd name="connsiteX4" fmla="*/ 247513 w 247512"/>
                          <a:gd name="connsiteY4" fmla="*/ 20857 h 90684"/>
                          <a:gd name="connsiteX5" fmla="*/ 241619 w 247512"/>
                          <a:gd name="connsiteY5" fmla="*/ 0 h 90684"/>
                          <a:gd name="connsiteX6" fmla="*/ 50319 w 247512"/>
                          <a:gd name="connsiteY6" fmla="*/ 66200 h 906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47512" h="90684" fill="norm" stroke="1" extrusionOk="0">
                            <a:moveTo>
                              <a:pt x="50319" y="66200"/>
                            </a:moveTo>
                            <a:cubicBezTo>
                              <a:pt x="33546" y="70281"/>
                              <a:pt x="16773" y="73455"/>
                              <a:pt x="0" y="76629"/>
                            </a:cubicBezTo>
                            <a:cubicBezTo>
                              <a:pt x="13600" y="82070"/>
                              <a:pt x="26746" y="86604"/>
                              <a:pt x="39892" y="90685"/>
                            </a:cubicBezTo>
                            <a:cubicBezTo>
                              <a:pt x="44879" y="89778"/>
                              <a:pt x="49865" y="88418"/>
                              <a:pt x="54852" y="87511"/>
                            </a:cubicBezTo>
                            <a:cubicBezTo>
                              <a:pt x="126023" y="71188"/>
                              <a:pt x="192207" y="48063"/>
                              <a:pt x="247513" y="20857"/>
                            </a:cubicBezTo>
                            <a:cubicBezTo>
                              <a:pt x="246152" y="14056"/>
                              <a:pt x="244339" y="7255"/>
                              <a:pt x="241619" y="0"/>
                            </a:cubicBezTo>
                            <a:cubicBezTo>
                              <a:pt x="187674" y="26752"/>
                              <a:pt x="121490" y="49877"/>
                              <a:pt x="50319" y="6620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8" name="Полилиния 27"/>
                      <p:cNvSpPr/>
                      <p:nvPr/>
                    </p:nvSpPr>
                    <p:spPr bwMode="auto">
                      <a:xfrm>
                        <a:off x="1179476" y="878751"/>
                        <a:ext cx="235272" cy="90684"/>
                      </a:xfrm>
                      <a:custGeom>
                        <a:avLst/>
                        <a:gdLst>
                          <a:gd name="connsiteX0" fmla="*/ 0 w 235272"/>
                          <a:gd name="connsiteY0" fmla="*/ 69374 h 90684"/>
                          <a:gd name="connsiteX1" fmla="*/ 4987 w 235272"/>
                          <a:gd name="connsiteY1" fmla="*/ 90685 h 90684"/>
                          <a:gd name="connsiteX2" fmla="*/ 205807 w 235272"/>
                          <a:gd name="connsiteY2" fmla="*/ 19497 h 90684"/>
                          <a:gd name="connsiteX3" fmla="*/ 235273 w 235272"/>
                          <a:gd name="connsiteY3" fmla="*/ 13149 h 90684"/>
                          <a:gd name="connsiteX4" fmla="*/ 194021 w 235272"/>
                          <a:gd name="connsiteY4" fmla="*/ 0 h 90684"/>
                          <a:gd name="connsiteX5" fmla="*/ 0 w 235272"/>
                          <a:gd name="connsiteY5" fmla="*/ 69374 h 9068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235272" h="90684" fill="norm" stroke="1" extrusionOk="0">
                            <a:moveTo>
                              <a:pt x="0" y="69374"/>
                            </a:moveTo>
                            <a:cubicBezTo>
                              <a:pt x="907" y="76175"/>
                              <a:pt x="2720" y="83430"/>
                              <a:pt x="4987" y="90685"/>
                            </a:cubicBezTo>
                            <a:cubicBezTo>
                              <a:pt x="57572" y="63479"/>
                              <a:pt x="125570" y="38088"/>
                              <a:pt x="205807" y="19497"/>
                            </a:cubicBezTo>
                            <a:cubicBezTo>
                              <a:pt x="215780" y="17230"/>
                              <a:pt x="225300" y="14963"/>
                              <a:pt x="235273" y="13149"/>
                            </a:cubicBezTo>
                            <a:cubicBezTo>
                              <a:pt x="221220" y="8162"/>
                              <a:pt x="207620" y="3627"/>
                              <a:pt x="194021" y="0"/>
                            </a:cubicBezTo>
                            <a:cubicBezTo>
                              <a:pt x="119676" y="18137"/>
                              <a:pt x="53492" y="42168"/>
                              <a:pt x="0" y="693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9" name="Полилиния 28"/>
                      <p:cNvSpPr/>
                      <p:nvPr/>
                    </p:nvSpPr>
                    <p:spPr bwMode="auto">
                      <a:xfrm>
                        <a:off x="1041906" y="959007"/>
                        <a:ext cx="346097" cy="221271"/>
                      </a:xfrm>
                      <a:custGeom>
                        <a:avLst/>
                        <a:gdLst>
                          <a:gd name="connsiteX0" fmla="*/ 308018 w 346097"/>
                          <a:gd name="connsiteY0" fmla="*/ 192252 h 221271"/>
                          <a:gd name="connsiteX1" fmla="*/ 201035 w 346097"/>
                          <a:gd name="connsiteY1" fmla="*/ 199960 h 221271"/>
                          <a:gd name="connsiteX2" fmla="*/ 22427 w 346097"/>
                          <a:gd name="connsiteY2" fmla="*/ 138294 h 221271"/>
                          <a:gd name="connsiteX3" fmla="*/ 123517 w 346097"/>
                          <a:gd name="connsiteY3" fmla="*/ 21311 h 221271"/>
                          <a:gd name="connsiteX4" fmla="*/ 117624 w 346097"/>
                          <a:gd name="connsiteY4" fmla="*/ 0 h 221271"/>
                          <a:gd name="connsiteX5" fmla="*/ 1574 w 346097"/>
                          <a:gd name="connsiteY5" fmla="*/ 142829 h 221271"/>
                          <a:gd name="connsiteX6" fmla="*/ 201488 w 346097"/>
                          <a:gd name="connsiteY6" fmla="*/ 221271 h 221271"/>
                          <a:gd name="connsiteX7" fmla="*/ 346097 w 346097"/>
                          <a:gd name="connsiteY7" fmla="*/ 208122 h 221271"/>
                          <a:gd name="connsiteX8" fmla="*/ 308018 w 346097"/>
                          <a:gd name="connsiteY8" fmla="*/ 192252 h 22127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46097" h="221271" fill="norm" stroke="1" extrusionOk="0">
                            <a:moveTo>
                              <a:pt x="308018" y="192252"/>
                            </a:moveTo>
                            <a:cubicBezTo>
                              <a:pt x="270846" y="197240"/>
                              <a:pt x="234581" y="199960"/>
                              <a:pt x="201035" y="199960"/>
                            </a:cubicBezTo>
                            <a:cubicBezTo>
                              <a:pt x="99491" y="199960"/>
                              <a:pt x="31040" y="176382"/>
                              <a:pt x="22427" y="138294"/>
                            </a:cubicBezTo>
                            <a:cubicBezTo>
                              <a:pt x="15174" y="106101"/>
                              <a:pt x="52346" y="62119"/>
                              <a:pt x="123517" y="21311"/>
                            </a:cubicBezTo>
                            <a:cubicBezTo>
                              <a:pt x="120797" y="14056"/>
                              <a:pt x="118984" y="7255"/>
                              <a:pt x="117624" y="0"/>
                            </a:cubicBezTo>
                            <a:cubicBezTo>
                              <a:pt x="36933" y="45342"/>
                              <a:pt x="-9305" y="97486"/>
                              <a:pt x="1574" y="142829"/>
                            </a:cubicBezTo>
                            <a:cubicBezTo>
                              <a:pt x="13361" y="192705"/>
                              <a:pt x="85892" y="221271"/>
                              <a:pt x="201488" y="221271"/>
                            </a:cubicBezTo>
                            <a:cubicBezTo>
                              <a:pt x="246367" y="221271"/>
                              <a:pt x="295779" y="216737"/>
                              <a:pt x="346097" y="208122"/>
                            </a:cubicBezTo>
                            <a:cubicBezTo>
                              <a:pt x="332498" y="203588"/>
                              <a:pt x="320258" y="198147"/>
                              <a:pt x="308018" y="19225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30" name="Полилиния 29"/>
                      <p:cNvSpPr/>
                      <p:nvPr/>
                    </p:nvSpPr>
                    <p:spPr bwMode="auto">
                      <a:xfrm>
                        <a:off x="1416109" y="852452"/>
                        <a:ext cx="367364" cy="225805"/>
                      </a:xfrm>
                      <a:custGeom>
                        <a:avLst/>
                        <a:gdLst>
                          <a:gd name="connsiteX0" fmla="*/ 365829 w 367364"/>
                          <a:gd name="connsiteY0" fmla="*/ 78442 h 225805"/>
                          <a:gd name="connsiteX1" fmla="*/ 165915 w 367364"/>
                          <a:gd name="connsiteY1" fmla="*/ 0 h 225805"/>
                          <a:gd name="connsiteX2" fmla="*/ 0 w 367364"/>
                          <a:gd name="connsiteY2" fmla="*/ 17230 h 225805"/>
                          <a:gd name="connsiteX3" fmla="*/ 38079 w 367364"/>
                          <a:gd name="connsiteY3" fmla="*/ 32193 h 225805"/>
                          <a:gd name="connsiteX4" fmla="*/ 165915 w 367364"/>
                          <a:gd name="connsiteY4" fmla="*/ 21311 h 225805"/>
                          <a:gd name="connsiteX5" fmla="*/ 344523 w 367364"/>
                          <a:gd name="connsiteY5" fmla="*/ 82977 h 225805"/>
                          <a:gd name="connsiteX6" fmla="*/ 265192 w 367364"/>
                          <a:gd name="connsiteY6" fmla="*/ 186811 h 225805"/>
                          <a:gd name="connsiteX7" fmla="*/ 233913 w 367364"/>
                          <a:gd name="connsiteY7" fmla="*/ 204948 h 225805"/>
                          <a:gd name="connsiteX8" fmla="*/ 240713 w 367364"/>
                          <a:gd name="connsiteY8" fmla="*/ 225805 h 225805"/>
                          <a:gd name="connsiteX9" fmla="*/ 276978 w 367364"/>
                          <a:gd name="connsiteY9" fmla="*/ 204948 h 225805"/>
                          <a:gd name="connsiteX10" fmla="*/ 365829 w 367364"/>
                          <a:gd name="connsiteY10" fmla="*/ 78442 h 22580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67364" h="225805" fill="norm" stroke="1" extrusionOk="0">
                            <a:moveTo>
                              <a:pt x="365829" y="78442"/>
                            </a:moveTo>
                            <a:cubicBezTo>
                              <a:pt x="354496" y="28566"/>
                              <a:pt x="281512" y="0"/>
                              <a:pt x="165915" y="0"/>
                            </a:cubicBezTo>
                            <a:cubicBezTo>
                              <a:pt x="114690" y="0"/>
                              <a:pt x="57572" y="5895"/>
                              <a:pt x="0" y="17230"/>
                            </a:cubicBezTo>
                            <a:cubicBezTo>
                              <a:pt x="12693" y="21764"/>
                              <a:pt x="25386" y="26752"/>
                              <a:pt x="38079" y="32193"/>
                            </a:cubicBezTo>
                            <a:cubicBezTo>
                              <a:pt x="82504" y="24938"/>
                              <a:pt x="126023" y="21311"/>
                              <a:pt x="165915" y="21311"/>
                            </a:cubicBezTo>
                            <a:cubicBezTo>
                              <a:pt x="267459" y="21311"/>
                              <a:pt x="335910" y="44889"/>
                              <a:pt x="344523" y="82977"/>
                            </a:cubicBezTo>
                            <a:cubicBezTo>
                              <a:pt x="351323" y="111996"/>
                              <a:pt x="322310" y="150084"/>
                              <a:pt x="265192" y="186811"/>
                            </a:cubicBezTo>
                            <a:cubicBezTo>
                              <a:pt x="255219" y="193159"/>
                              <a:pt x="244793" y="199053"/>
                              <a:pt x="233913" y="204948"/>
                            </a:cubicBezTo>
                            <a:cubicBezTo>
                              <a:pt x="236633" y="212203"/>
                              <a:pt x="238899" y="219004"/>
                              <a:pt x="240713" y="225805"/>
                            </a:cubicBezTo>
                            <a:cubicBezTo>
                              <a:pt x="253406" y="219004"/>
                              <a:pt x="265645" y="211749"/>
                              <a:pt x="276978" y="204948"/>
                            </a:cubicBezTo>
                            <a:cubicBezTo>
                              <a:pt x="343616" y="162779"/>
                              <a:pt x="374895" y="117437"/>
                              <a:pt x="365829" y="7844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452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1" name="Полилиния 30"/>
                <p:cNvSpPr/>
                <p:nvPr/>
              </p:nvSpPr>
              <p:spPr bwMode="auto">
                <a:xfrm>
                  <a:off x="1347657" y="958553"/>
                  <a:ext cx="119676" cy="119704"/>
                </a:xfrm>
                <a:custGeom>
                  <a:avLst/>
                  <a:gdLst>
                    <a:gd name="connsiteX0" fmla="*/ 119676 w 119676"/>
                    <a:gd name="connsiteY0" fmla="*/ 59852 h 119704"/>
                    <a:gd name="connsiteX1" fmla="*/ 59838 w 119676"/>
                    <a:gd name="connsiteY1" fmla="*/ 119704 h 119704"/>
                    <a:gd name="connsiteX2" fmla="*/ 0 w 119676"/>
                    <a:gd name="connsiteY2" fmla="*/ 59852 h 119704"/>
                    <a:gd name="connsiteX3" fmla="*/ 59838 w 119676"/>
                    <a:gd name="connsiteY3" fmla="*/ 0 h 119704"/>
                    <a:gd name="connsiteX4" fmla="*/ 119676 w 119676"/>
                    <a:gd name="connsiteY4" fmla="*/ 59852 h 1197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19676" h="119704" fill="norm" stroke="1" extrusionOk="0">
                      <a:moveTo>
                        <a:pt x="119676" y="59852"/>
                      </a:moveTo>
                      <a:cubicBezTo>
                        <a:pt x="119676" y="92952"/>
                        <a:pt x="92931" y="119704"/>
                        <a:pt x="59838" y="119704"/>
                      </a:cubicBezTo>
                      <a:cubicBezTo>
                        <a:pt x="26746" y="119704"/>
                        <a:pt x="0" y="92952"/>
                        <a:pt x="0" y="59852"/>
                      </a:cubicBezTo>
                      <a:cubicBezTo>
                        <a:pt x="0" y="26752"/>
                        <a:pt x="26746" y="0"/>
                        <a:pt x="59838" y="0"/>
                      </a:cubicBezTo>
                      <a:cubicBezTo>
                        <a:pt x="92931" y="0"/>
                        <a:pt x="119676" y="26752"/>
                        <a:pt x="119676" y="5985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4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32" name="Рисунок 5"/>
              <p:cNvGrpSpPr/>
              <p:nvPr/>
            </p:nvGrpSpPr>
            <p:grpSpPr bwMode="auto">
              <a:xfrm>
                <a:off x="1289633" y="626193"/>
                <a:ext cx="370808" cy="282030"/>
                <a:chOff x="1289633" y="626193"/>
                <a:chExt cx="370808" cy="282030"/>
              </a:xfrm>
              <a:solidFill>
                <a:srgbClr val="0061AF"/>
              </a:solidFill>
            </p:grpSpPr>
            <p:sp>
              <p:nvSpPr>
                <p:cNvPr id="33" name="Полилиния 32"/>
                <p:cNvSpPr/>
                <p:nvPr/>
              </p:nvSpPr>
              <p:spPr bwMode="auto">
                <a:xfrm>
                  <a:off x="1289633" y="858800"/>
                  <a:ext cx="52585" cy="49423"/>
                </a:xfrm>
                <a:custGeom>
                  <a:avLst/>
                  <a:gdLst>
                    <a:gd name="connsiteX0" fmla="*/ 29012 w 52585"/>
                    <a:gd name="connsiteY0" fmla="*/ 40808 h 49423"/>
                    <a:gd name="connsiteX1" fmla="*/ 52585 w 52585"/>
                    <a:gd name="connsiteY1" fmla="*/ 3174 h 49423"/>
                    <a:gd name="connsiteX2" fmla="*/ 29466 w 52585"/>
                    <a:gd name="connsiteY2" fmla="*/ 0 h 49423"/>
                    <a:gd name="connsiteX3" fmla="*/ 0 w 52585"/>
                    <a:gd name="connsiteY3" fmla="*/ 49423 h 49423"/>
                    <a:gd name="connsiteX4" fmla="*/ 29012 w 52585"/>
                    <a:gd name="connsiteY4" fmla="*/ 40808 h 494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52585" h="49423" fill="norm" stroke="1" extrusionOk="0">
                      <a:moveTo>
                        <a:pt x="29012" y="40808"/>
                      </a:moveTo>
                      <a:cubicBezTo>
                        <a:pt x="36719" y="28112"/>
                        <a:pt x="44425" y="15416"/>
                        <a:pt x="52585" y="3174"/>
                      </a:cubicBezTo>
                      <a:cubicBezTo>
                        <a:pt x="44879" y="1814"/>
                        <a:pt x="37172" y="907"/>
                        <a:pt x="29466" y="0"/>
                      </a:cubicBezTo>
                      <a:cubicBezTo>
                        <a:pt x="19493" y="15870"/>
                        <a:pt x="9520" y="32193"/>
                        <a:pt x="0" y="49423"/>
                      </a:cubicBezTo>
                      <a:cubicBezTo>
                        <a:pt x="9520" y="46703"/>
                        <a:pt x="19493" y="43529"/>
                        <a:pt x="29012" y="4080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4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34" name="Полилиния 33"/>
                <p:cNvSpPr/>
                <p:nvPr/>
              </p:nvSpPr>
              <p:spPr bwMode="auto">
                <a:xfrm>
                  <a:off x="1332698" y="626193"/>
                  <a:ext cx="327742" cy="240315"/>
                </a:xfrm>
                <a:custGeom>
                  <a:avLst/>
                  <a:gdLst>
                    <a:gd name="connsiteX0" fmla="*/ 22666 w 327742"/>
                    <a:gd name="connsiteY0" fmla="*/ 216284 h 240315"/>
                    <a:gd name="connsiteX1" fmla="*/ 249326 w 327742"/>
                    <a:gd name="connsiteY1" fmla="*/ 20858 h 240315"/>
                    <a:gd name="connsiteX2" fmla="*/ 272445 w 327742"/>
                    <a:gd name="connsiteY2" fmla="*/ 26299 h 240315"/>
                    <a:gd name="connsiteX3" fmla="*/ 289671 w 327742"/>
                    <a:gd name="connsiteY3" fmla="*/ 238048 h 240315"/>
                    <a:gd name="connsiteX4" fmla="*/ 310524 w 327742"/>
                    <a:gd name="connsiteY4" fmla="*/ 240315 h 240315"/>
                    <a:gd name="connsiteX5" fmla="*/ 282418 w 327742"/>
                    <a:gd name="connsiteY5" fmla="*/ 7708 h 240315"/>
                    <a:gd name="connsiteX6" fmla="*/ 249779 w 327742"/>
                    <a:gd name="connsiteY6" fmla="*/ 0 h 240315"/>
                    <a:gd name="connsiteX7" fmla="*/ 0 w 327742"/>
                    <a:gd name="connsiteY7" fmla="*/ 212656 h 240315"/>
                    <a:gd name="connsiteX8" fmla="*/ 22666 w 327742"/>
                    <a:gd name="connsiteY8" fmla="*/ 216284 h 2403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27742" h="240315" fill="norm" stroke="1" extrusionOk="0">
                      <a:moveTo>
                        <a:pt x="22666" y="216284"/>
                      </a:moveTo>
                      <a:cubicBezTo>
                        <a:pt x="102450" y="99753"/>
                        <a:pt x="191301" y="20858"/>
                        <a:pt x="249326" y="20858"/>
                      </a:cubicBezTo>
                      <a:cubicBezTo>
                        <a:pt x="257939" y="20858"/>
                        <a:pt x="265645" y="22671"/>
                        <a:pt x="272445" y="26299"/>
                      </a:cubicBezTo>
                      <a:cubicBezTo>
                        <a:pt x="310071" y="46249"/>
                        <a:pt x="318230" y="126505"/>
                        <a:pt x="289671" y="238048"/>
                      </a:cubicBezTo>
                      <a:cubicBezTo>
                        <a:pt x="296924" y="238501"/>
                        <a:pt x="303724" y="239408"/>
                        <a:pt x="310524" y="240315"/>
                      </a:cubicBezTo>
                      <a:cubicBezTo>
                        <a:pt x="339990" y="123785"/>
                        <a:pt x="332283" y="34007"/>
                        <a:pt x="282418" y="7708"/>
                      </a:cubicBezTo>
                      <a:cubicBezTo>
                        <a:pt x="272445" y="2721"/>
                        <a:pt x="261565" y="0"/>
                        <a:pt x="249779" y="0"/>
                      </a:cubicBezTo>
                      <a:cubicBezTo>
                        <a:pt x="181781" y="0"/>
                        <a:pt x="86131" y="83430"/>
                        <a:pt x="0" y="212656"/>
                      </a:cubicBezTo>
                      <a:cubicBezTo>
                        <a:pt x="7253" y="213563"/>
                        <a:pt x="14959" y="214923"/>
                        <a:pt x="22666" y="216284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4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35" name="Рисунок 5"/>
            <p:cNvGrpSpPr/>
            <p:nvPr/>
          </p:nvGrpSpPr>
          <p:grpSpPr bwMode="auto">
            <a:xfrm>
              <a:off x="1546211" y="1236503"/>
              <a:ext cx="1421156" cy="332360"/>
              <a:chOff x="1546211" y="1236503"/>
              <a:chExt cx="1421156" cy="332360"/>
            </a:xfrm>
            <a:solidFill>
              <a:srgbClr val="0061AF"/>
            </a:solidFill>
          </p:grpSpPr>
          <p:sp>
            <p:nvSpPr>
              <p:cNvPr id="36" name="Полилиния 35"/>
              <p:cNvSpPr/>
              <p:nvPr/>
            </p:nvSpPr>
            <p:spPr bwMode="auto">
              <a:xfrm>
                <a:off x="1546211" y="1236503"/>
                <a:ext cx="325936" cy="332360"/>
              </a:xfrm>
              <a:custGeom>
                <a:avLst/>
                <a:gdLst>
                  <a:gd name="connsiteX0" fmla="*/ 274712 w 325936"/>
                  <a:gd name="connsiteY0" fmla="*/ 332360 h 332360"/>
                  <a:gd name="connsiteX1" fmla="*/ 274712 w 325936"/>
                  <a:gd name="connsiteY1" fmla="*/ 96126 h 332360"/>
                  <a:gd name="connsiteX2" fmla="*/ 163195 w 325936"/>
                  <a:gd name="connsiteY2" fmla="*/ 236688 h 332360"/>
                  <a:gd name="connsiteX3" fmla="*/ 51225 w 325936"/>
                  <a:gd name="connsiteY3" fmla="*/ 96126 h 332360"/>
                  <a:gd name="connsiteX4" fmla="*/ 51225 w 325936"/>
                  <a:gd name="connsiteY4" fmla="*/ 332360 h 332360"/>
                  <a:gd name="connsiteX5" fmla="*/ 0 w 325936"/>
                  <a:gd name="connsiteY5" fmla="*/ 332360 h 332360"/>
                  <a:gd name="connsiteX6" fmla="*/ 0 w 325936"/>
                  <a:gd name="connsiteY6" fmla="*/ 0 h 332360"/>
                  <a:gd name="connsiteX7" fmla="*/ 29919 w 325936"/>
                  <a:gd name="connsiteY7" fmla="*/ 0 h 332360"/>
                  <a:gd name="connsiteX8" fmla="*/ 163195 w 325936"/>
                  <a:gd name="connsiteY8" fmla="*/ 168674 h 332360"/>
                  <a:gd name="connsiteX9" fmla="*/ 296471 w 325936"/>
                  <a:gd name="connsiteY9" fmla="*/ 0 h 332360"/>
                  <a:gd name="connsiteX10" fmla="*/ 325937 w 325936"/>
                  <a:gd name="connsiteY10" fmla="*/ 0 h 332360"/>
                  <a:gd name="connsiteX11" fmla="*/ 325937 w 325936"/>
                  <a:gd name="connsiteY11" fmla="*/ 332360 h 332360"/>
                  <a:gd name="connsiteX12" fmla="*/ 274712 w 325936"/>
                  <a:gd name="connsiteY12" fmla="*/ 332360 h 332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25936" h="332360" fill="norm" stroke="1" extrusionOk="0">
                    <a:moveTo>
                      <a:pt x="274712" y="332360"/>
                    </a:moveTo>
                    <a:lnTo>
                      <a:pt x="274712" y="96126"/>
                    </a:lnTo>
                    <a:lnTo>
                      <a:pt x="163195" y="236688"/>
                    </a:lnTo>
                    <a:lnTo>
                      <a:pt x="51225" y="96126"/>
                    </a:lnTo>
                    <a:lnTo>
                      <a:pt x="51225" y="332360"/>
                    </a:lnTo>
                    <a:lnTo>
                      <a:pt x="0" y="332360"/>
                    </a:lnTo>
                    <a:lnTo>
                      <a:pt x="0" y="0"/>
                    </a:lnTo>
                    <a:lnTo>
                      <a:pt x="29919" y="0"/>
                    </a:lnTo>
                    <a:lnTo>
                      <a:pt x="163195" y="168674"/>
                    </a:lnTo>
                    <a:lnTo>
                      <a:pt x="296471" y="0"/>
                    </a:lnTo>
                    <a:lnTo>
                      <a:pt x="325937" y="0"/>
                    </a:lnTo>
                    <a:lnTo>
                      <a:pt x="325937" y="332360"/>
                    </a:lnTo>
                    <a:lnTo>
                      <a:pt x="274712" y="332360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7" name="Полилиния 36"/>
              <p:cNvSpPr/>
              <p:nvPr/>
            </p:nvSpPr>
            <p:spPr bwMode="auto">
              <a:xfrm>
                <a:off x="1914307" y="1236503"/>
                <a:ext cx="256578" cy="332360"/>
              </a:xfrm>
              <a:custGeom>
                <a:avLst/>
                <a:gdLst>
                  <a:gd name="connsiteX0" fmla="*/ 205354 w 256578"/>
                  <a:gd name="connsiteY0" fmla="*/ 332360 h 332360"/>
                  <a:gd name="connsiteX1" fmla="*/ 205354 w 256578"/>
                  <a:gd name="connsiteY1" fmla="*/ 97940 h 332360"/>
                  <a:gd name="connsiteX2" fmla="*/ 29919 w 256578"/>
                  <a:gd name="connsiteY2" fmla="*/ 332360 h 332360"/>
                  <a:gd name="connsiteX3" fmla="*/ 0 w 256578"/>
                  <a:gd name="connsiteY3" fmla="*/ 332360 h 332360"/>
                  <a:gd name="connsiteX4" fmla="*/ 0 w 256578"/>
                  <a:gd name="connsiteY4" fmla="*/ 0 h 332360"/>
                  <a:gd name="connsiteX5" fmla="*/ 51225 w 256578"/>
                  <a:gd name="connsiteY5" fmla="*/ 0 h 332360"/>
                  <a:gd name="connsiteX6" fmla="*/ 51225 w 256578"/>
                  <a:gd name="connsiteY6" fmla="*/ 234420 h 332360"/>
                  <a:gd name="connsiteX7" fmla="*/ 226660 w 256578"/>
                  <a:gd name="connsiteY7" fmla="*/ 0 h 332360"/>
                  <a:gd name="connsiteX8" fmla="*/ 256579 w 256578"/>
                  <a:gd name="connsiteY8" fmla="*/ 0 h 332360"/>
                  <a:gd name="connsiteX9" fmla="*/ 256579 w 256578"/>
                  <a:gd name="connsiteY9" fmla="*/ 332360 h 332360"/>
                  <a:gd name="connsiteX10" fmla="*/ 205354 w 256578"/>
                  <a:gd name="connsiteY10" fmla="*/ 332360 h 332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6578" h="332360" fill="norm" stroke="1" extrusionOk="0">
                    <a:moveTo>
                      <a:pt x="205354" y="332360"/>
                    </a:moveTo>
                    <a:lnTo>
                      <a:pt x="205354" y="97940"/>
                    </a:lnTo>
                    <a:lnTo>
                      <a:pt x="29919" y="332360"/>
                    </a:lnTo>
                    <a:lnTo>
                      <a:pt x="0" y="332360"/>
                    </a:lnTo>
                    <a:lnTo>
                      <a:pt x="0" y="0"/>
                    </a:lnTo>
                    <a:lnTo>
                      <a:pt x="51225" y="0"/>
                    </a:lnTo>
                    <a:lnTo>
                      <a:pt x="51225" y="234420"/>
                    </a:lnTo>
                    <a:lnTo>
                      <a:pt x="226660" y="0"/>
                    </a:lnTo>
                    <a:lnTo>
                      <a:pt x="256579" y="0"/>
                    </a:lnTo>
                    <a:lnTo>
                      <a:pt x="256579" y="332360"/>
                    </a:lnTo>
                    <a:lnTo>
                      <a:pt x="205354" y="332360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8" name="Полилиния 37"/>
              <p:cNvSpPr/>
              <p:nvPr/>
            </p:nvSpPr>
            <p:spPr bwMode="auto">
              <a:xfrm>
                <a:off x="2710789" y="1236503"/>
                <a:ext cx="256579" cy="332360"/>
              </a:xfrm>
              <a:custGeom>
                <a:avLst/>
                <a:gdLst>
                  <a:gd name="connsiteX0" fmla="*/ 205354 w 256579"/>
                  <a:gd name="connsiteY0" fmla="*/ 332360 h 332360"/>
                  <a:gd name="connsiteX1" fmla="*/ 205354 w 256579"/>
                  <a:gd name="connsiteY1" fmla="*/ 97940 h 332360"/>
                  <a:gd name="connsiteX2" fmla="*/ 29919 w 256579"/>
                  <a:gd name="connsiteY2" fmla="*/ 332360 h 332360"/>
                  <a:gd name="connsiteX3" fmla="*/ 0 w 256579"/>
                  <a:gd name="connsiteY3" fmla="*/ 332360 h 332360"/>
                  <a:gd name="connsiteX4" fmla="*/ 0 w 256579"/>
                  <a:gd name="connsiteY4" fmla="*/ 0 h 332360"/>
                  <a:gd name="connsiteX5" fmla="*/ 51225 w 256579"/>
                  <a:gd name="connsiteY5" fmla="*/ 0 h 332360"/>
                  <a:gd name="connsiteX6" fmla="*/ 51225 w 256579"/>
                  <a:gd name="connsiteY6" fmla="*/ 234420 h 332360"/>
                  <a:gd name="connsiteX7" fmla="*/ 226660 w 256579"/>
                  <a:gd name="connsiteY7" fmla="*/ 0 h 332360"/>
                  <a:gd name="connsiteX8" fmla="*/ 256579 w 256579"/>
                  <a:gd name="connsiteY8" fmla="*/ 0 h 332360"/>
                  <a:gd name="connsiteX9" fmla="*/ 256579 w 256579"/>
                  <a:gd name="connsiteY9" fmla="*/ 332360 h 332360"/>
                  <a:gd name="connsiteX10" fmla="*/ 205354 w 256579"/>
                  <a:gd name="connsiteY10" fmla="*/ 332360 h 332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6579" h="332360" fill="norm" stroke="1" extrusionOk="0">
                    <a:moveTo>
                      <a:pt x="205354" y="332360"/>
                    </a:moveTo>
                    <a:lnTo>
                      <a:pt x="205354" y="97940"/>
                    </a:lnTo>
                    <a:lnTo>
                      <a:pt x="29919" y="332360"/>
                    </a:lnTo>
                    <a:lnTo>
                      <a:pt x="0" y="332360"/>
                    </a:lnTo>
                    <a:lnTo>
                      <a:pt x="0" y="0"/>
                    </a:lnTo>
                    <a:lnTo>
                      <a:pt x="51225" y="0"/>
                    </a:lnTo>
                    <a:lnTo>
                      <a:pt x="51225" y="234420"/>
                    </a:lnTo>
                    <a:lnTo>
                      <a:pt x="226660" y="0"/>
                    </a:lnTo>
                    <a:lnTo>
                      <a:pt x="256579" y="0"/>
                    </a:lnTo>
                    <a:lnTo>
                      <a:pt x="256579" y="332360"/>
                    </a:lnTo>
                    <a:lnTo>
                      <a:pt x="205354" y="332360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39" name="Рисунок 5"/>
            <p:cNvGrpSpPr/>
            <p:nvPr/>
          </p:nvGrpSpPr>
          <p:grpSpPr bwMode="auto">
            <a:xfrm>
              <a:off x="2419305" y="981678"/>
              <a:ext cx="595662" cy="145095"/>
              <a:chOff x="2419305" y="981678"/>
              <a:chExt cx="595662" cy="145095"/>
            </a:xfrm>
            <a:solidFill>
              <a:srgbClr val="0061AF"/>
            </a:solidFill>
          </p:grpSpPr>
          <p:sp>
            <p:nvSpPr>
              <p:cNvPr id="40" name="Полилиния 39"/>
              <p:cNvSpPr/>
              <p:nvPr/>
            </p:nvSpPr>
            <p:spPr bwMode="auto">
              <a:xfrm>
                <a:off x="2419305" y="981678"/>
                <a:ext cx="120129" cy="145095"/>
              </a:xfrm>
              <a:custGeom>
                <a:avLst/>
                <a:gdLst>
                  <a:gd name="connsiteX0" fmla="*/ 90211 w 120129"/>
                  <a:gd name="connsiteY0" fmla="*/ 144642 h 145095"/>
                  <a:gd name="connsiteX1" fmla="*/ 90211 w 120129"/>
                  <a:gd name="connsiteY1" fmla="*/ 85244 h 145095"/>
                  <a:gd name="connsiteX2" fmla="*/ 30372 w 120129"/>
                  <a:gd name="connsiteY2" fmla="*/ 85244 h 145095"/>
                  <a:gd name="connsiteX3" fmla="*/ 30372 w 120129"/>
                  <a:gd name="connsiteY3" fmla="*/ 144642 h 145095"/>
                  <a:gd name="connsiteX4" fmla="*/ 0 w 120129"/>
                  <a:gd name="connsiteY4" fmla="*/ 144642 h 145095"/>
                  <a:gd name="connsiteX5" fmla="*/ 0 w 120129"/>
                  <a:gd name="connsiteY5" fmla="*/ 0 h 145095"/>
                  <a:gd name="connsiteX6" fmla="*/ 30372 w 120129"/>
                  <a:gd name="connsiteY6" fmla="*/ 0 h 145095"/>
                  <a:gd name="connsiteX7" fmla="*/ 30372 w 120129"/>
                  <a:gd name="connsiteY7" fmla="*/ 58945 h 145095"/>
                  <a:gd name="connsiteX8" fmla="*/ 89757 w 120129"/>
                  <a:gd name="connsiteY8" fmla="*/ 58945 h 145095"/>
                  <a:gd name="connsiteX9" fmla="*/ 89757 w 120129"/>
                  <a:gd name="connsiteY9" fmla="*/ 453 h 145095"/>
                  <a:gd name="connsiteX10" fmla="*/ 120130 w 120129"/>
                  <a:gd name="connsiteY10" fmla="*/ 453 h 145095"/>
                  <a:gd name="connsiteX11" fmla="*/ 120130 w 120129"/>
                  <a:gd name="connsiteY11" fmla="*/ 145096 h 145095"/>
                  <a:gd name="connsiteX12" fmla="*/ 90211 w 120129"/>
                  <a:gd name="connsiteY12" fmla="*/ 145096 h 145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0129" h="145095" fill="norm" stroke="1" extrusionOk="0">
                    <a:moveTo>
                      <a:pt x="90211" y="144642"/>
                    </a:moveTo>
                    <a:lnTo>
                      <a:pt x="90211" y="85244"/>
                    </a:lnTo>
                    <a:lnTo>
                      <a:pt x="30372" y="85244"/>
                    </a:lnTo>
                    <a:lnTo>
                      <a:pt x="30372" y="144642"/>
                    </a:lnTo>
                    <a:lnTo>
                      <a:pt x="0" y="144642"/>
                    </a:lnTo>
                    <a:lnTo>
                      <a:pt x="0" y="0"/>
                    </a:lnTo>
                    <a:lnTo>
                      <a:pt x="30372" y="0"/>
                    </a:lnTo>
                    <a:lnTo>
                      <a:pt x="30372" y="58945"/>
                    </a:lnTo>
                    <a:lnTo>
                      <a:pt x="89757" y="58945"/>
                    </a:lnTo>
                    <a:lnTo>
                      <a:pt x="89757" y="453"/>
                    </a:lnTo>
                    <a:lnTo>
                      <a:pt x="120130" y="453"/>
                    </a:lnTo>
                    <a:lnTo>
                      <a:pt x="120130" y="145096"/>
                    </a:lnTo>
                    <a:lnTo>
                      <a:pt x="90211" y="145096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1" name="Полилиния 40"/>
              <p:cNvSpPr/>
              <p:nvPr/>
            </p:nvSpPr>
            <p:spPr bwMode="auto">
              <a:xfrm>
                <a:off x="2574340" y="981678"/>
                <a:ext cx="121489" cy="144641"/>
              </a:xfrm>
              <a:custGeom>
                <a:avLst/>
                <a:gdLst>
                  <a:gd name="connsiteX0" fmla="*/ 90664 w 121489"/>
                  <a:gd name="connsiteY0" fmla="*/ 144642 h 144642"/>
                  <a:gd name="connsiteX1" fmla="*/ 90664 w 121489"/>
                  <a:gd name="connsiteY1" fmla="*/ 53504 h 144642"/>
                  <a:gd name="connsiteX2" fmla="*/ 17680 w 121489"/>
                  <a:gd name="connsiteY2" fmla="*/ 144642 h 144642"/>
                  <a:gd name="connsiteX3" fmla="*/ 0 w 121489"/>
                  <a:gd name="connsiteY3" fmla="*/ 144642 h 144642"/>
                  <a:gd name="connsiteX4" fmla="*/ 0 w 121489"/>
                  <a:gd name="connsiteY4" fmla="*/ 0 h 144642"/>
                  <a:gd name="connsiteX5" fmla="*/ 30372 w 121489"/>
                  <a:gd name="connsiteY5" fmla="*/ 0 h 144642"/>
                  <a:gd name="connsiteX6" fmla="*/ 30372 w 121489"/>
                  <a:gd name="connsiteY6" fmla="*/ 91138 h 144642"/>
                  <a:gd name="connsiteX7" fmla="*/ 103357 w 121489"/>
                  <a:gd name="connsiteY7" fmla="*/ 0 h 144642"/>
                  <a:gd name="connsiteX8" fmla="*/ 121490 w 121489"/>
                  <a:gd name="connsiteY8" fmla="*/ 0 h 144642"/>
                  <a:gd name="connsiteX9" fmla="*/ 121490 w 121489"/>
                  <a:gd name="connsiteY9" fmla="*/ 144642 h 144642"/>
                  <a:gd name="connsiteX10" fmla="*/ 90664 w 121489"/>
                  <a:gd name="connsiteY10" fmla="*/ 144642 h 144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1489" h="144642" fill="norm" stroke="1" extrusionOk="0">
                    <a:moveTo>
                      <a:pt x="90664" y="144642"/>
                    </a:moveTo>
                    <a:lnTo>
                      <a:pt x="90664" y="53504"/>
                    </a:lnTo>
                    <a:lnTo>
                      <a:pt x="17680" y="144642"/>
                    </a:lnTo>
                    <a:lnTo>
                      <a:pt x="0" y="144642"/>
                    </a:lnTo>
                    <a:lnTo>
                      <a:pt x="0" y="0"/>
                    </a:lnTo>
                    <a:lnTo>
                      <a:pt x="30372" y="0"/>
                    </a:lnTo>
                    <a:lnTo>
                      <a:pt x="30372" y="91138"/>
                    </a:lnTo>
                    <a:lnTo>
                      <a:pt x="103357" y="0"/>
                    </a:lnTo>
                    <a:lnTo>
                      <a:pt x="121490" y="0"/>
                    </a:lnTo>
                    <a:lnTo>
                      <a:pt x="121490" y="144642"/>
                    </a:lnTo>
                    <a:lnTo>
                      <a:pt x="90664" y="144642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2" name="Полилиния 41"/>
              <p:cNvSpPr/>
              <p:nvPr/>
            </p:nvSpPr>
            <p:spPr bwMode="auto">
              <a:xfrm>
                <a:off x="2720309" y="982132"/>
                <a:ext cx="122396" cy="144641"/>
              </a:xfrm>
              <a:custGeom>
                <a:avLst/>
                <a:gdLst>
                  <a:gd name="connsiteX0" fmla="*/ 92024 w 122396"/>
                  <a:gd name="connsiteY0" fmla="*/ 144189 h 144642"/>
                  <a:gd name="connsiteX1" fmla="*/ 92024 w 122396"/>
                  <a:gd name="connsiteY1" fmla="*/ 108822 h 144642"/>
                  <a:gd name="connsiteX2" fmla="*/ 74798 w 122396"/>
                  <a:gd name="connsiteY2" fmla="*/ 108822 h 144642"/>
                  <a:gd name="connsiteX3" fmla="*/ 43972 w 122396"/>
                  <a:gd name="connsiteY3" fmla="*/ 129679 h 144642"/>
                  <a:gd name="connsiteX4" fmla="*/ 33999 w 122396"/>
                  <a:gd name="connsiteY4" fmla="*/ 144189 h 144642"/>
                  <a:gd name="connsiteX5" fmla="*/ 0 w 122396"/>
                  <a:gd name="connsiteY5" fmla="*/ 144189 h 144642"/>
                  <a:gd name="connsiteX6" fmla="*/ 13146 w 122396"/>
                  <a:gd name="connsiteY6" fmla="*/ 125145 h 144642"/>
                  <a:gd name="connsiteX7" fmla="*/ 36266 w 122396"/>
                  <a:gd name="connsiteY7" fmla="*/ 99753 h 144642"/>
                  <a:gd name="connsiteX8" fmla="*/ 3173 w 122396"/>
                  <a:gd name="connsiteY8" fmla="*/ 54411 h 144642"/>
                  <a:gd name="connsiteX9" fmla="*/ 69811 w 122396"/>
                  <a:gd name="connsiteY9" fmla="*/ 0 h 144642"/>
                  <a:gd name="connsiteX10" fmla="*/ 122396 w 122396"/>
                  <a:gd name="connsiteY10" fmla="*/ 0 h 144642"/>
                  <a:gd name="connsiteX11" fmla="*/ 122396 w 122396"/>
                  <a:gd name="connsiteY11" fmla="*/ 144642 h 144642"/>
                  <a:gd name="connsiteX12" fmla="*/ 92024 w 122396"/>
                  <a:gd name="connsiteY12" fmla="*/ 144642 h 144642"/>
                  <a:gd name="connsiteX13" fmla="*/ 67091 w 122396"/>
                  <a:gd name="connsiteY13" fmla="*/ 26752 h 144642"/>
                  <a:gd name="connsiteX14" fmla="*/ 31732 w 122396"/>
                  <a:gd name="connsiteY14" fmla="*/ 54411 h 144642"/>
                  <a:gd name="connsiteX15" fmla="*/ 67091 w 122396"/>
                  <a:gd name="connsiteY15" fmla="*/ 82070 h 144642"/>
                  <a:gd name="connsiteX16" fmla="*/ 92024 w 122396"/>
                  <a:gd name="connsiteY16" fmla="*/ 82070 h 144642"/>
                  <a:gd name="connsiteX17" fmla="*/ 92024 w 122396"/>
                  <a:gd name="connsiteY17" fmla="*/ 26752 h 144642"/>
                  <a:gd name="connsiteX18" fmla="*/ 67091 w 122396"/>
                  <a:gd name="connsiteY18" fmla="*/ 26752 h 144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2396" h="144642" fill="norm" stroke="1" extrusionOk="0">
                    <a:moveTo>
                      <a:pt x="92024" y="144189"/>
                    </a:moveTo>
                    <a:lnTo>
                      <a:pt x="92024" y="108822"/>
                    </a:lnTo>
                    <a:lnTo>
                      <a:pt x="74798" y="108822"/>
                    </a:lnTo>
                    <a:cubicBezTo>
                      <a:pt x="59838" y="109275"/>
                      <a:pt x="55758" y="112449"/>
                      <a:pt x="43972" y="129679"/>
                    </a:cubicBezTo>
                    <a:lnTo>
                      <a:pt x="33999" y="144189"/>
                    </a:lnTo>
                    <a:lnTo>
                      <a:pt x="0" y="144189"/>
                    </a:lnTo>
                    <a:lnTo>
                      <a:pt x="13146" y="125145"/>
                    </a:lnTo>
                    <a:cubicBezTo>
                      <a:pt x="22666" y="111089"/>
                      <a:pt x="29466" y="103834"/>
                      <a:pt x="36266" y="99753"/>
                    </a:cubicBezTo>
                    <a:cubicBezTo>
                      <a:pt x="15413" y="92045"/>
                      <a:pt x="3173" y="75722"/>
                      <a:pt x="3173" y="54411"/>
                    </a:cubicBezTo>
                    <a:cubicBezTo>
                      <a:pt x="3173" y="24031"/>
                      <a:pt x="26746" y="0"/>
                      <a:pt x="69811" y="0"/>
                    </a:cubicBezTo>
                    <a:lnTo>
                      <a:pt x="122396" y="0"/>
                    </a:lnTo>
                    <a:lnTo>
                      <a:pt x="122396" y="144642"/>
                    </a:lnTo>
                    <a:lnTo>
                      <a:pt x="92024" y="144642"/>
                    </a:lnTo>
                    <a:close/>
                    <a:moveTo>
                      <a:pt x="67091" y="26752"/>
                    </a:moveTo>
                    <a:cubicBezTo>
                      <a:pt x="47145" y="26752"/>
                      <a:pt x="31732" y="35821"/>
                      <a:pt x="31732" y="54411"/>
                    </a:cubicBezTo>
                    <a:cubicBezTo>
                      <a:pt x="31732" y="73908"/>
                      <a:pt x="47145" y="82070"/>
                      <a:pt x="67091" y="82070"/>
                    </a:cubicBezTo>
                    <a:lnTo>
                      <a:pt x="92024" y="82070"/>
                    </a:lnTo>
                    <a:lnTo>
                      <a:pt x="92024" y="26752"/>
                    </a:lnTo>
                    <a:lnTo>
                      <a:pt x="67091" y="26752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3" name="Полилиния 42"/>
              <p:cNvSpPr/>
              <p:nvPr/>
            </p:nvSpPr>
            <p:spPr bwMode="auto">
              <a:xfrm>
                <a:off x="2868998" y="981678"/>
                <a:ext cx="145968" cy="144641"/>
              </a:xfrm>
              <a:custGeom>
                <a:avLst/>
                <a:gdLst>
                  <a:gd name="connsiteX0" fmla="*/ 24026 w 145968"/>
                  <a:gd name="connsiteY0" fmla="*/ 144642 h 144642"/>
                  <a:gd name="connsiteX1" fmla="*/ 55758 w 145968"/>
                  <a:gd name="connsiteY1" fmla="*/ 92499 h 144642"/>
                  <a:gd name="connsiteX2" fmla="*/ 0 w 145968"/>
                  <a:gd name="connsiteY2" fmla="*/ 0 h 144642"/>
                  <a:gd name="connsiteX3" fmla="*/ 34452 w 145968"/>
                  <a:gd name="connsiteY3" fmla="*/ 0 h 144642"/>
                  <a:gd name="connsiteX4" fmla="*/ 72984 w 145968"/>
                  <a:gd name="connsiteY4" fmla="*/ 63026 h 144642"/>
                  <a:gd name="connsiteX5" fmla="*/ 111517 w 145968"/>
                  <a:gd name="connsiteY5" fmla="*/ 0 h 144642"/>
                  <a:gd name="connsiteX6" fmla="*/ 145969 w 145968"/>
                  <a:gd name="connsiteY6" fmla="*/ 0 h 144642"/>
                  <a:gd name="connsiteX7" fmla="*/ 58025 w 145968"/>
                  <a:gd name="connsiteY7" fmla="*/ 144642 h 144642"/>
                  <a:gd name="connsiteX8" fmla="*/ 24026 w 145968"/>
                  <a:gd name="connsiteY8" fmla="*/ 144642 h 144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5968" h="144642" fill="norm" stroke="1" extrusionOk="0">
                    <a:moveTo>
                      <a:pt x="24026" y="144642"/>
                    </a:moveTo>
                    <a:lnTo>
                      <a:pt x="55758" y="92499"/>
                    </a:lnTo>
                    <a:lnTo>
                      <a:pt x="0" y="0"/>
                    </a:lnTo>
                    <a:lnTo>
                      <a:pt x="34452" y="0"/>
                    </a:lnTo>
                    <a:lnTo>
                      <a:pt x="72984" y="63026"/>
                    </a:lnTo>
                    <a:lnTo>
                      <a:pt x="111517" y="0"/>
                    </a:lnTo>
                    <a:lnTo>
                      <a:pt x="145969" y="0"/>
                    </a:lnTo>
                    <a:lnTo>
                      <a:pt x="58025" y="144642"/>
                    </a:lnTo>
                    <a:lnTo>
                      <a:pt x="24026" y="144642"/>
                    </a:lnTo>
                    <a:close/>
                  </a:path>
                </a:pathLst>
              </a:custGeom>
              <a:solidFill>
                <a:srgbClr val="0061AF"/>
              </a:solidFill>
              <a:ln w="4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44" name="Полилиния 43"/>
            <p:cNvSpPr/>
            <p:nvPr/>
          </p:nvSpPr>
          <p:spPr bwMode="auto">
            <a:xfrm>
              <a:off x="2191285" y="1236503"/>
              <a:ext cx="500011" cy="331453"/>
            </a:xfrm>
            <a:custGeom>
              <a:avLst/>
              <a:gdLst>
                <a:gd name="connsiteX0" fmla="*/ 366736 w 500011"/>
                <a:gd name="connsiteY0" fmla="*/ 11789 h 331453"/>
                <a:gd name="connsiteX1" fmla="*/ 275165 w 500011"/>
                <a:gd name="connsiteY1" fmla="*/ 61212 h 331453"/>
                <a:gd name="connsiteX2" fmla="*/ 275165 w 500011"/>
                <a:gd name="connsiteY2" fmla="*/ 0 h 331453"/>
                <a:gd name="connsiteX3" fmla="*/ 223940 w 500011"/>
                <a:gd name="connsiteY3" fmla="*/ 0 h 331453"/>
                <a:gd name="connsiteX4" fmla="*/ 223940 w 500011"/>
                <a:gd name="connsiteY4" fmla="*/ 149177 h 331453"/>
                <a:gd name="connsiteX5" fmla="*/ 137809 w 500011"/>
                <a:gd name="connsiteY5" fmla="*/ 237595 h 331453"/>
                <a:gd name="connsiteX6" fmla="*/ 51678 w 500011"/>
                <a:gd name="connsiteY6" fmla="*/ 149177 h 331453"/>
                <a:gd name="connsiteX7" fmla="*/ 137809 w 500011"/>
                <a:gd name="connsiteY7" fmla="*/ 60305 h 331453"/>
                <a:gd name="connsiteX8" fmla="*/ 201727 w 500011"/>
                <a:gd name="connsiteY8" fmla="*/ 88418 h 331453"/>
                <a:gd name="connsiteX9" fmla="*/ 201727 w 500011"/>
                <a:gd name="connsiteY9" fmla="*/ 36274 h 331453"/>
                <a:gd name="connsiteX10" fmla="*/ 132823 w 500011"/>
                <a:gd name="connsiteY10" fmla="*/ 11789 h 331453"/>
                <a:gd name="connsiteX11" fmla="*/ 0 w 500011"/>
                <a:gd name="connsiteY11" fmla="*/ 148723 h 331453"/>
                <a:gd name="connsiteX12" fmla="*/ 132823 w 500011"/>
                <a:gd name="connsiteY12" fmla="*/ 285204 h 331453"/>
                <a:gd name="connsiteX13" fmla="*/ 224393 w 500011"/>
                <a:gd name="connsiteY13" fmla="*/ 236234 h 331453"/>
                <a:gd name="connsiteX14" fmla="*/ 224393 w 500011"/>
                <a:gd name="connsiteY14" fmla="*/ 331453 h 331453"/>
                <a:gd name="connsiteX15" fmla="*/ 276525 w 500011"/>
                <a:gd name="connsiteY15" fmla="*/ 331453 h 331453"/>
                <a:gd name="connsiteX16" fmla="*/ 276525 w 500011"/>
                <a:gd name="connsiteY16" fmla="*/ 141468 h 331453"/>
                <a:gd name="connsiteX17" fmla="*/ 276525 w 500011"/>
                <a:gd name="connsiteY17" fmla="*/ 141468 h 331453"/>
                <a:gd name="connsiteX18" fmla="*/ 362656 w 500011"/>
                <a:gd name="connsiteY18" fmla="*/ 59399 h 331453"/>
                <a:gd name="connsiteX19" fmla="*/ 448786 w 500011"/>
                <a:gd name="connsiteY19" fmla="*/ 148270 h 331453"/>
                <a:gd name="connsiteX20" fmla="*/ 362656 w 500011"/>
                <a:gd name="connsiteY20" fmla="*/ 236688 h 331453"/>
                <a:gd name="connsiteX21" fmla="*/ 299644 w 500011"/>
                <a:gd name="connsiteY21" fmla="*/ 209482 h 331453"/>
                <a:gd name="connsiteX22" fmla="*/ 299644 w 500011"/>
                <a:gd name="connsiteY22" fmla="*/ 262079 h 331453"/>
                <a:gd name="connsiteX23" fmla="*/ 367642 w 500011"/>
                <a:gd name="connsiteY23" fmla="*/ 285204 h 331453"/>
                <a:gd name="connsiteX24" fmla="*/ 500011 w 500011"/>
                <a:gd name="connsiteY24" fmla="*/ 148723 h 331453"/>
                <a:gd name="connsiteX25" fmla="*/ 366736 w 500011"/>
                <a:gd name="connsiteY25" fmla="*/ 11789 h 331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00011" h="331453" fill="norm" stroke="1" extrusionOk="0">
                  <a:moveTo>
                    <a:pt x="366736" y="11789"/>
                  </a:moveTo>
                  <a:cubicBezTo>
                    <a:pt x="327297" y="11789"/>
                    <a:pt x="293298" y="32193"/>
                    <a:pt x="275165" y="61212"/>
                  </a:cubicBezTo>
                  <a:lnTo>
                    <a:pt x="275165" y="0"/>
                  </a:lnTo>
                  <a:lnTo>
                    <a:pt x="223940" y="0"/>
                  </a:lnTo>
                  <a:lnTo>
                    <a:pt x="223940" y="149177"/>
                  </a:lnTo>
                  <a:cubicBezTo>
                    <a:pt x="223940" y="200414"/>
                    <a:pt x="185861" y="237595"/>
                    <a:pt x="137809" y="237595"/>
                  </a:cubicBezTo>
                  <a:cubicBezTo>
                    <a:pt x="89304" y="237595"/>
                    <a:pt x="51678" y="200414"/>
                    <a:pt x="51678" y="149177"/>
                  </a:cubicBezTo>
                  <a:cubicBezTo>
                    <a:pt x="51678" y="97940"/>
                    <a:pt x="89757" y="60305"/>
                    <a:pt x="137809" y="60305"/>
                  </a:cubicBezTo>
                  <a:cubicBezTo>
                    <a:pt x="163195" y="60305"/>
                    <a:pt x="185861" y="70734"/>
                    <a:pt x="201727" y="88418"/>
                  </a:cubicBezTo>
                  <a:lnTo>
                    <a:pt x="201727" y="36274"/>
                  </a:lnTo>
                  <a:cubicBezTo>
                    <a:pt x="183141" y="21311"/>
                    <a:pt x="159115" y="11789"/>
                    <a:pt x="132823" y="11789"/>
                  </a:cubicBezTo>
                  <a:cubicBezTo>
                    <a:pt x="53492" y="11789"/>
                    <a:pt x="0" y="72548"/>
                    <a:pt x="0" y="148723"/>
                  </a:cubicBezTo>
                  <a:cubicBezTo>
                    <a:pt x="0" y="224899"/>
                    <a:pt x="53492" y="285204"/>
                    <a:pt x="132823" y="285204"/>
                  </a:cubicBezTo>
                  <a:cubicBezTo>
                    <a:pt x="172261" y="285204"/>
                    <a:pt x="206260" y="265253"/>
                    <a:pt x="224393" y="236234"/>
                  </a:cubicBezTo>
                  <a:lnTo>
                    <a:pt x="224393" y="331453"/>
                  </a:lnTo>
                  <a:lnTo>
                    <a:pt x="276525" y="331453"/>
                  </a:lnTo>
                  <a:lnTo>
                    <a:pt x="276525" y="141468"/>
                  </a:lnTo>
                  <a:lnTo>
                    <a:pt x="276525" y="141468"/>
                  </a:lnTo>
                  <a:cubicBezTo>
                    <a:pt x="279698" y="93859"/>
                    <a:pt x="316417" y="59399"/>
                    <a:pt x="362656" y="59399"/>
                  </a:cubicBezTo>
                  <a:cubicBezTo>
                    <a:pt x="411161" y="59399"/>
                    <a:pt x="448786" y="97033"/>
                    <a:pt x="448786" y="148270"/>
                  </a:cubicBezTo>
                  <a:cubicBezTo>
                    <a:pt x="448786" y="199507"/>
                    <a:pt x="410707" y="236688"/>
                    <a:pt x="362656" y="236688"/>
                  </a:cubicBezTo>
                  <a:cubicBezTo>
                    <a:pt x="337270" y="236688"/>
                    <a:pt x="315057" y="226259"/>
                    <a:pt x="299644" y="209482"/>
                  </a:cubicBezTo>
                  <a:lnTo>
                    <a:pt x="299644" y="262079"/>
                  </a:lnTo>
                  <a:cubicBezTo>
                    <a:pt x="317777" y="276136"/>
                    <a:pt x="341350" y="285204"/>
                    <a:pt x="367642" y="285204"/>
                  </a:cubicBezTo>
                  <a:cubicBezTo>
                    <a:pt x="446520" y="285204"/>
                    <a:pt x="500011" y="224899"/>
                    <a:pt x="500011" y="148723"/>
                  </a:cubicBezTo>
                  <a:cubicBezTo>
                    <a:pt x="499105" y="72548"/>
                    <a:pt x="445160" y="11789"/>
                    <a:pt x="366736" y="11789"/>
                  </a:cubicBezTo>
                  <a:close/>
                </a:path>
              </a:pathLst>
            </a:custGeom>
            <a:solidFill>
              <a:srgbClr val="0061AF"/>
            </a:solidFill>
            <a:ln w="4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Титульный слайд 2">
    <p:bg>
      <p:bgPr shadeToTitle="0">
        <a:gradFill>
          <a:gsLst>
            <a:gs pos="0">
              <a:schemeClr val="bg2">
                <a:lumMod val="40000"/>
                <a:lumOff val="60000"/>
              </a:schemeClr>
            </a:gs>
            <a:gs pos="14000">
              <a:schemeClr val="accent2"/>
            </a:gs>
            <a:gs pos="66000">
              <a:schemeClr val="accent1"/>
            </a:gs>
          </a:gsLst>
          <a:lin ang="135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01.01.2025</a:t>
            </a:r>
            <a:endParaRPr/>
          </a:p>
        </p:txBody>
      </p:sp>
      <p:sp>
        <p:nvSpPr>
          <p:cNvPr id="11" name="Текст 2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60194" y="3890246"/>
            <a:ext cx="475257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2" name="Текст 2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60194" y="3105834"/>
            <a:ext cx="823467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bg1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grpSp>
        <p:nvGrpSpPr>
          <p:cNvPr id="2" name="Рисунок 6"/>
          <p:cNvGrpSpPr/>
          <p:nvPr/>
        </p:nvGrpSpPr>
        <p:grpSpPr bwMode="auto">
          <a:xfrm>
            <a:off x="-615627" y="-412192"/>
            <a:ext cx="3700859" cy="2327919"/>
            <a:chOff x="-615627" y="-412192"/>
            <a:chExt cx="3700859" cy="2327919"/>
          </a:xfrm>
          <a:solidFill>
            <a:srgbClr val="FFFFFF"/>
          </a:solidFill>
        </p:grpSpPr>
        <p:grpSp>
          <p:nvGrpSpPr>
            <p:cNvPr id="3" name="Рисунок 6"/>
            <p:cNvGrpSpPr/>
            <p:nvPr/>
          </p:nvGrpSpPr>
          <p:grpSpPr bwMode="auto">
            <a:xfrm>
              <a:off x="-615627" y="-412192"/>
              <a:ext cx="2126508" cy="2120401"/>
              <a:chOff x="-615627" y="-412192"/>
              <a:chExt cx="2126508" cy="2120401"/>
            </a:xfrm>
            <a:solidFill>
              <a:srgbClr val="FFFFFF"/>
            </a:solidFill>
          </p:grpSpPr>
          <p:grpSp>
            <p:nvGrpSpPr>
              <p:cNvPr id="4" name="Рисунок 6"/>
              <p:cNvGrpSpPr/>
              <p:nvPr/>
            </p:nvGrpSpPr>
            <p:grpSpPr bwMode="auto">
              <a:xfrm>
                <a:off x="-615627" y="-412192"/>
                <a:ext cx="2126508" cy="2120401"/>
                <a:chOff x="-615627" y="-412192"/>
                <a:chExt cx="2126508" cy="2120401"/>
              </a:xfrm>
              <a:solidFill>
                <a:srgbClr val="FFFFFF"/>
              </a:solidFill>
            </p:grpSpPr>
            <p:grpSp>
              <p:nvGrpSpPr>
                <p:cNvPr id="5" name="Рисунок 6"/>
                <p:cNvGrpSpPr/>
                <p:nvPr/>
              </p:nvGrpSpPr>
              <p:grpSpPr bwMode="auto">
                <a:xfrm>
                  <a:off x="-615627" y="-412192"/>
                  <a:ext cx="2126508" cy="2120401"/>
                  <a:chOff x="-615627" y="-412192"/>
                  <a:chExt cx="2126508" cy="2120401"/>
                </a:xfrm>
                <a:solidFill>
                  <a:srgbClr val="FFFFFF"/>
                </a:solidFill>
              </p:grpSpPr>
              <p:sp>
                <p:nvSpPr>
                  <p:cNvPr id="8" name="Полилиния 7"/>
                  <p:cNvSpPr/>
                  <p:nvPr/>
                </p:nvSpPr>
                <p:spPr bwMode="auto">
                  <a:xfrm>
                    <a:off x="-615627" y="-412192"/>
                    <a:ext cx="5795" cy="57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95" h="5796" fill="norm" stroke="1" extrusionOk="0"/>
                    </a:pathLst>
                  </a:custGeom>
                  <a:solidFill>
                    <a:srgbClr val="FFFFFF"/>
                  </a:solidFill>
                  <a:ln w="5792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9" name="Рисунок 6"/>
                  <p:cNvGrpSpPr/>
                  <p:nvPr/>
                </p:nvGrpSpPr>
                <p:grpSpPr bwMode="auto">
                  <a:xfrm>
                    <a:off x="562856" y="985370"/>
                    <a:ext cx="948024" cy="722837"/>
                    <a:chOff x="562856" y="985370"/>
                    <a:chExt cx="948024" cy="722837"/>
                  </a:xfrm>
                  <a:solidFill>
                    <a:srgbClr val="FFFFFF"/>
                  </a:solidFill>
                </p:grpSpPr>
                <p:grpSp>
                  <p:nvGrpSpPr>
                    <p:cNvPr id="10" name="Рисунок 6"/>
                    <p:cNvGrpSpPr/>
                    <p:nvPr/>
                  </p:nvGrpSpPr>
                  <p:grpSpPr bwMode="auto">
                    <a:xfrm>
                      <a:off x="714672" y="985370"/>
                      <a:ext cx="643294" cy="722837"/>
                      <a:chOff x="714672" y="985370"/>
                      <a:chExt cx="643294" cy="722837"/>
                    </a:xfrm>
                    <a:solidFill>
                      <a:srgbClr val="FFFFFF"/>
                    </a:solidFill>
                  </p:grpSpPr>
                  <p:sp>
                    <p:nvSpPr>
                      <p:cNvPr id="13" name="Полилиния 12"/>
                      <p:cNvSpPr/>
                      <p:nvPr/>
                    </p:nvSpPr>
                    <p:spPr bwMode="auto">
                      <a:xfrm>
                        <a:off x="1166997" y="1035802"/>
                        <a:ext cx="158790" cy="306640"/>
                      </a:xfrm>
                      <a:custGeom>
                        <a:avLst/>
                        <a:gdLst>
                          <a:gd name="connsiteX0" fmla="*/ 50419 w 158790"/>
                          <a:gd name="connsiteY0" fmla="*/ 269542 h 306640"/>
                          <a:gd name="connsiteX1" fmla="*/ 158790 w 158790"/>
                          <a:gd name="connsiteY1" fmla="*/ 2898 h 306640"/>
                          <a:gd name="connsiteX2" fmla="*/ 132132 w 158790"/>
                          <a:gd name="connsiteY2" fmla="*/ 0 h 306640"/>
                          <a:gd name="connsiteX3" fmla="*/ 27238 w 158790"/>
                          <a:gd name="connsiteY3" fmla="*/ 257370 h 306640"/>
                          <a:gd name="connsiteX4" fmla="*/ 0 w 158790"/>
                          <a:gd name="connsiteY4" fmla="*/ 306641 h 306640"/>
                          <a:gd name="connsiteX5" fmla="*/ 38249 w 158790"/>
                          <a:gd name="connsiteY5" fmla="*/ 293309 h 306640"/>
                          <a:gd name="connsiteX6" fmla="*/ 50419 w 158790"/>
                          <a:gd name="connsiteY6" fmla="*/ 269542 h 30664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8790" h="306640" fill="norm" stroke="1" extrusionOk="0">
                            <a:moveTo>
                              <a:pt x="50419" y="269542"/>
                            </a:moveTo>
                            <a:cubicBezTo>
                              <a:pt x="98520" y="178536"/>
                              <a:pt x="136189" y="82892"/>
                              <a:pt x="158790" y="2898"/>
                            </a:cubicBezTo>
                            <a:cubicBezTo>
                              <a:pt x="150097" y="1739"/>
                              <a:pt x="141405" y="1159"/>
                              <a:pt x="132132" y="0"/>
                            </a:cubicBezTo>
                            <a:cubicBezTo>
                              <a:pt x="110110" y="75356"/>
                              <a:pt x="74759" y="166942"/>
                              <a:pt x="27238" y="257370"/>
                            </a:cubicBezTo>
                            <a:cubicBezTo>
                              <a:pt x="18545" y="274180"/>
                              <a:pt x="9272" y="290410"/>
                              <a:pt x="0" y="306641"/>
                            </a:cubicBezTo>
                            <a:cubicBezTo>
                              <a:pt x="12749" y="302583"/>
                              <a:pt x="25499" y="297946"/>
                              <a:pt x="38249" y="293309"/>
                            </a:cubicBezTo>
                            <a:cubicBezTo>
                              <a:pt x="41726" y="285193"/>
                              <a:pt x="45783" y="277078"/>
                              <a:pt x="50419" y="269542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4" name="Полилиния 13"/>
                      <p:cNvSpPr/>
                      <p:nvPr/>
                    </p:nvSpPr>
                    <p:spPr bwMode="auto">
                      <a:xfrm>
                        <a:off x="742204" y="1094927"/>
                        <a:ext cx="154733" cy="307800"/>
                      </a:xfrm>
                      <a:custGeom>
                        <a:avLst/>
                        <a:gdLst>
                          <a:gd name="connsiteX0" fmla="*/ 137348 w 154733"/>
                          <a:gd name="connsiteY0" fmla="*/ 31881 h 307800"/>
                          <a:gd name="connsiteX1" fmla="*/ 154734 w 154733"/>
                          <a:gd name="connsiteY1" fmla="*/ 0 h 307800"/>
                          <a:gd name="connsiteX2" fmla="*/ 117644 w 154733"/>
                          <a:gd name="connsiteY2" fmla="*/ 12173 h 307800"/>
                          <a:gd name="connsiteX3" fmla="*/ 113587 w 154733"/>
                          <a:gd name="connsiteY3" fmla="*/ 19708 h 307800"/>
                          <a:gd name="connsiteX4" fmla="*/ 0 w 154733"/>
                          <a:gd name="connsiteY4" fmla="*/ 306061 h 307800"/>
                          <a:gd name="connsiteX5" fmla="*/ 26658 w 154733"/>
                          <a:gd name="connsiteY5" fmla="*/ 307800 h 307800"/>
                          <a:gd name="connsiteX6" fmla="*/ 137348 w 154733"/>
                          <a:gd name="connsiteY6" fmla="*/ 31881 h 30780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4733" h="307800" fill="norm" stroke="1" extrusionOk="0">
                            <a:moveTo>
                              <a:pt x="137348" y="31881"/>
                            </a:moveTo>
                            <a:cubicBezTo>
                              <a:pt x="143143" y="20868"/>
                              <a:pt x="148938" y="10434"/>
                              <a:pt x="154734" y="0"/>
                            </a:cubicBezTo>
                            <a:cubicBezTo>
                              <a:pt x="141984" y="4058"/>
                              <a:pt x="129814" y="8115"/>
                              <a:pt x="117644" y="12173"/>
                            </a:cubicBezTo>
                            <a:cubicBezTo>
                              <a:pt x="116485" y="14492"/>
                              <a:pt x="114746" y="16810"/>
                              <a:pt x="113587" y="19708"/>
                            </a:cubicBezTo>
                            <a:cubicBezTo>
                              <a:pt x="60271" y="120569"/>
                              <a:pt x="22022" y="219112"/>
                              <a:pt x="0" y="306061"/>
                            </a:cubicBezTo>
                            <a:cubicBezTo>
                              <a:pt x="8693" y="306641"/>
                              <a:pt x="17386" y="307221"/>
                              <a:pt x="26658" y="307800"/>
                            </a:cubicBezTo>
                            <a:cubicBezTo>
                              <a:pt x="48101" y="226648"/>
                              <a:pt x="84031" y="132163"/>
                              <a:pt x="137348" y="3188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15" name="Рисунок 6"/>
                      <p:cNvGrpSpPr/>
                      <p:nvPr/>
                    </p:nvGrpSpPr>
                    <p:grpSpPr bwMode="auto">
                      <a:xfrm>
                        <a:off x="714672" y="985370"/>
                        <a:ext cx="643294" cy="448657"/>
                        <a:chOff x="714672" y="985370"/>
                        <a:chExt cx="643294" cy="448657"/>
                      </a:xfrm>
                      <a:solidFill>
                        <a:srgbClr val="FFFFFF"/>
                      </a:solidFill>
                    </p:grpSpPr>
                    <p:sp>
                      <p:nvSpPr>
                        <p:cNvPr id="16" name="Полилиния 15"/>
                        <p:cNvSpPr/>
                        <p:nvPr/>
                      </p:nvSpPr>
                      <p:spPr bwMode="auto">
                        <a:xfrm>
                          <a:off x="816384" y="1253174"/>
                          <a:ext cx="323955" cy="175057"/>
                        </a:xfrm>
                        <a:custGeom>
                          <a:avLst/>
                          <a:gdLst>
                            <a:gd name="connsiteX0" fmla="*/ 11591 w 323955"/>
                            <a:gd name="connsiteY0" fmla="*/ 0 h 175057"/>
                            <a:gd name="connsiteX1" fmla="*/ 0 w 323955"/>
                            <a:gd name="connsiteY1" fmla="*/ 27824 h 175057"/>
                            <a:gd name="connsiteX2" fmla="*/ 140245 w 323955"/>
                            <a:gd name="connsiteY2" fmla="*/ 120570 h 175057"/>
                            <a:gd name="connsiteX3" fmla="*/ 307729 w 323955"/>
                            <a:gd name="connsiteY3" fmla="*/ 175058 h 175057"/>
                            <a:gd name="connsiteX4" fmla="*/ 323956 w 323955"/>
                            <a:gd name="connsiteY4" fmla="*/ 149553 h 175057"/>
                            <a:gd name="connsiteX5" fmla="*/ 151836 w 323955"/>
                            <a:gd name="connsiteY5" fmla="*/ 95644 h 175057"/>
                            <a:gd name="connsiteX6" fmla="*/ 11591 w 323955"/>
                            <a:gd name="connsiteY6" fmla="*/ 0 h 1750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323955" h="175057" fill="norm" stroke="1" extrusionOk="0">
                              <a:moveTo>
                                <a:pt x="11591" y="0"/>
                              </a:moveTo>
                              <a:cubicBezTo>
                                <a:pt x="7534" y="9275"/>
                                <a:pt x="3477" y="18549"/>
                                <a:pt x="0" y="27824"/>
                              </a:cubicBezTo>
                              <a:cubicBezTo>
                                <a:pt x="38249" y="62024"/>
                                <a:pt x="85770" y="93905"/>
                                <a:pt x="140245" y="120570"/>
                              </a:cubicBezTo>
                              <a:cubicBezTo>
                                <a:pt x="196460" y="147814"/>
                                <a:pt x="253833" y="166363"/>
                                <a:pt x="307729" y="175058"/>
                              </a:cubicBezTo>
                              <a:cubicBezTo>
                                <a:pt x="313524" y="166943"/>
                                <a:pt x="318740" y="158248"/>
                                <a:pt x="323956" y="149553"/>
                              </a:cubicBezTo>
                              <a:cubicBezTo>
                                <a:pt x="269480" y="142597"/>
                                <a:pt x="209789" y="124048"/>
                                <a:pt x="151836" y="95644"/>
                              </a:cubicBezTo>
                              <a:cubicBezTo>
                                <a:pt x="97360" y="68980"/>
                                <a:pt x="49260" y="35359"/>
                                <a:pt x="1159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5792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17" name="Полилиния 16"/>
                        <p:cNvSpPr/>
                        <p:nvPr/>
                      </p:nvSpPr>
                      <p:spPr bwMode="auto">
                        <a:xfrm>
                          <a:off x="714672" y="985370"/>
                          <a:ext cx="643294" cy="448657"/>
                        </a:xfrm>
                        <a:custGeom>
                          <a:avLst/>
                          <a:gdLst>
                            <a:gd name="connsiteX0" fmla="*/ 596628 w 643294"/>
                            <a:gd name="connsiteY0" fmla="*/ 211576 h 448657"/>
                            <a:gd name="connsiteX1" fmla="*/ 401907 w 643294"/>
                            <a:gd name="connsiteY1" fmla="*/ 60285 h 448657"/>
                            <a:gd name="connsiteX2" fmla="*/ 168357 w 643294"/>
                            <a:gd name="connsiteY2" fmla="*/ 0 h 448657"/>
                            <a:gd name="connsiteX3" fmla="*/ 10726 w 643294"/>
                            <a:gd name="connsiteY3" fmla="*/ 72458 h 448657"/>
                            <a:gd name="connsiteX4" fmla="*/ 80849 w 643294"/>
                            <a:gd name="connsiteY4" fmla="*/ 275919 h 448657"/>
                            <a:gd name="connsiteX5" fmla="*/ 92439 w 643294"/>
                            <a:gd name="connsiteY5" fmla="*/ 247515 h 448657"/>
                            <a:gd name="connsiteX6" fmla="*/ 35066 w 643294"/>
                            <a:gd name="connsiteY6" fmla="*/ 84631 h 448657"/>
                            <a:gd name="connsiteX7" fmla="*/ 167778 w 643294"/>
                            <a:gd name="connsiteY7" fmla="*/ 27824 h 448657"/>
                            <a:gd name="connsiteX8" fmla="*/ 389157 w 643294"/>
                            <a:gd name="connsiteY8" fmla="*/ 85210 h 448657"/>
                            <a:gd name="connsiteX9" fmla="*/ 573447 w 643294"/>
                            <a:gd name="connsiteY9" fmla="*/ 228387 h 448657"/>
                            <a:gd name="connsiteX10" fmla="*/ 607059 w 643294"/>
                            <a:gd name="connsiteY10" fmla="*/ 364027 h 448657"/>
                            <a:gd name="connsiteX11" fmla="*/ 474348 w 643294"/>
                            <a:gd name="connsiteY11" fmla="*/ 420834 h 448657"/>
                            <a:gd name="connsiteX12" fmla="*/ 454644 w 643294"/>
                            <a:gd name="connsiteY12" fmla="*/ 420254 h 448657"/>
                            <a:gd name="connsiteX13" fmla="*/ 437837 w 643294"/>
                            <a:gd name="connsiteY13" fmla="*/ 446919 h 448657"/>
                            <a:gd name="connsiteX14" fmla="*/ 474348 w 643294"/>
                            <a:gd name="connsiteY14" fmla="*/ 448658 h 448657"/>
                            <a:gd name="connsiteX15" fmla="*/ 631979 w 643294"/>
                            <a:gd name="connsiteY15" fmla="*/ 376200 h 448657"/>
                            <a:gd name="connsiteX16" fmla="*/ 596628 w 643294"/>
                            <a:gd name="connsiteY16" fmla="*/ 211576 h 44865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643294" h="448657" fill="norm" stroke="1" extrusionOk="0">
                              <a:moveTo>
                                <a:pt x="596628" y="211576"/>
                              </a:moveTo>
                              <a:cubicBezTo>
                                <a:pt x="553163" y="153610"/>
                                <a:pt x="483620" y="99702"/>
                                <a:pt x="401907" y="60285"/>
                              </a:cubicBezTo>
                              <a:cubicBezTo>
                                <a:pt x="322512" y="21447"/>
                                <a:pt x="239639" y="0"/>
                                <a:pt x="168357" y="0"/>
                              </a:cubicBezTo>
                              <a:cubicBezTo>
                                <a:pt x="89542" y="0"/>
                                <a:pt x="33907" y="25505"/>
                                <a:pt x="10726" y="72458"/>
                              </a:cubicBezTo>
                              <a:cubicBezTo>
                                <a:pt x="-17671" y="130424"/>
                                <a:pt x="11885" y="206359"/>
                                <a:pt x="80849" y="275919"/>
                              </a:cubicBezTo>
                              <a:cubicBezTo>
                                <a:pt x="84905" y="266644"/>
                                <a:pt x="88383" y="256790"/>
                                <a:pt x="92439" y="247515"/>
                              </a:cubicBezTo>
                              <a:cubicBezTo>
                                <a:pt x="38543" y="189549"/>
                                <a:pt x="14203" y="128105"/>
                                <a:pt x="35066" y="84631"/>
                              </a:cubicBezTo>
                              <a:cubicBezTo>
                                <a:pt x="52452" y="48692"/>
                                <a:pt x="101132" y="27824"/>
                                <a:pt x="167778" y="27824"/>
                              </a:cubicBezTo>
                              <a:cubicBezTo>
                                <a:pt x="235003" y="27824"/>
                                <a:pt x="313819" y="48112"/>
                                <a:pt x="389157" y="85210"/>
                              </a:cubicBezTo>
                              <a:cubicBezTo>
                                <a:pt x="466814" y="123468"/>
                                <a:pt x="532300" y="173898"/>
                                <a:pt x="573447" y="228387"/>
                              </a:cubicBezTo>
                              <a:cubicBezTo>
                                <a:pt x="612275" y="279976"/>
                                <a:pt x="624445" y="328088"/>
                                <a:pt x="607059" y="364027"/>
                              </a:cubicBezTo>
                              <a:cubicBezTo>
                                <a:pt x="589673" y="399966"/>
                                <a:pt x="540993" y="420834"/>
                                <a:pt x="474348" y="420834"/>
                              </a:cubicBezTo>
                              <a:cubicBezTo>
                                <a:pt x="467973" y="420834"/>
                                <a:pt x="461018" y="420254"/>
                                <a:pt x="454644" y="420254"/>
                              </a:cubicBezTo>
                              <a:cubicBezTo>
                                <a:pt x="448848" y="428949"/>
                                <a:pt x="443633" y="438224"/>
                                <a:pt x="437837" y="446919"/>
                              </a:cubicBezTo>
                              <a:cubicBezTo>
                                <a:pt x="450008" y="448078"/>
                                <a:pt x="462177" y="448658"/>
                                <a:pt x="474348" y="448658"/>
                              </a:cubicBezTo>
                              <a:cubicBezTo>
                                <a:pt x="553163" y="448658"/>
                                <a:pt x="608798" y="423153"/>
                                <a:pt x="631979" y="376200"/>
                              </a:cubicBezTo>
                              <a:cubicBezTo>
                                <a:pt x="655160" y="330407"/>
                                <a:pt x="642410" y="272441"/>
                                <a:pt x="596628" y="21157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5792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18" name="Полилиния 17"/>
                      <p:cNvSpPr/>
                      <p:nvPr/>
                    </p:nvSpPr>
                    <p:spPr bwMode="auto">
                      <a:xfrm>
                        <a:off x="719403" y="1364470"/>
                        <a:ext cx="463821" cy="343739"/>
                      </a:xfrm>
                      <a:custGeom>
                        <a:avLst/>
                        <a:gdLst>
                          <a:gd name="connsiteX0" fmla="*/ 425573 w 463821"/>
                          <a:gd name="connsiteY0" fmla="*/ 12753 h 343739"/>
                          <a:gd name="connsiteX1" fmla="*/ 99878 w 463821"/>
                          <a:gd name="connsiteY1" fmla="*/ 317654 h 343739"/>
                          <a:gd name="connsiteX2" fmla="*/ 70323 w 463821"/>
                          <a:gd name="connsiteY2" fmla="*/ 310699 h 343739"/>
                          <a:gd name="connsiteX3" fmla="*/ 42505 w 463821"/>
                          <a:gd name="connsiteY3" fmla="*/ 64922 h 343739"/>
                          <a:gd name="connsiteX4" fmla="*/ 15847 w 463821"/>
                          <a:gd name="connsiteY4" fmla="*/ 63183 h 343739"/>
                          <a:gd name="connsiteX5" fmla="*/ 58152 w 463821"/>
                          <a:gd name="connsiteY5" fmla="*/ 333885 h 343739"/>
                          <a:gd name="connsiteX6" fmla="*/ 99878 w 463821"/>
                          <a:gd name="connsiteY6" fmla="*/ 343739 h 343739"/>
                          <a:gd name="connsiteX7" fmla="*/ 463821 w 463821"/>
                          <a:gd name="connsiteY7" fmla="*/ 0 h 343739"/>
                          <a:gd name="connsiteX8" fmla="*/ 425573 w 463821"/>
                          <a:gd name="connsiteY8" fmla="*/ 12753 h 34373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63821" h="343739" fill="norm" stroke="1" extrusionOk="0">
                            <a:moveTo>
                              <a:pt x="425573" y="12753"/>
                            </a:moveTo>
                            <a:cubicBezTo>
                              <a:pt x="315462" y="191288"/>
                              <a:pt x="183330" y="317654"/>
                              <a:pt x="99878" y="317654"/>
                            </a:cubicBezTo>
                            <a:cubicBezTo>
                              <a:pt x="88867" y="317654"/>
                              <a:pt x="79015" y="315336"/>
                              <a:pt x="70323" y="310699"/>
                            </a:cubicBezTo>
                            <a:cubicBezTo>
                              <a:pt x="25119" y="286932"/>
                              <a:pt x="12949" y="194766"/>
                              <a:pt x="42505" y="64922"/>
                            </a:cubicBezTo>
                            <a:cubicBezTo>
                              <a:pt x="33233" y="64342"/>
                              <a:pt x="24540" y="63763"/>
                              <a:pt x="15847" y="63183"/>
                            </a:cubicBezTo>
                            <a:cubicBezTo>
                              <a:pt x="-14288" y="199403"/>
                              <a:pt x="-2118" y="302583"/>
                              <a:pt x="58152" y="333885"/>
                            </a:cubicBezTo>
                            <a:cubicBezTo>
                              <a:pt x="70323" y="340261"/>
                              <a:pt x="84811" y="343739"/>
                              <a:pt x="99878" y="343739"/>
                            </a:cubicBezTo>
                            <a:cubicBezTo>
                              <a:pt x="198978" y="343739"/>
                              <a:pt x="343859" y="205200"/>
                              <a:pt x="463821" y="0"/>
                            </a:cubicBezTo>
                            <a:cubicBezTo>
                              <a:pt x="451651" y="5217"/>
                              <a:pt x="438902" y="9275"/>
                              <a:pt x="425573" y="12753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19" name="Рисунок 6"/>
                    <p:cNvGrpSpPr/>
                    <p:nvPr/>
                  </p:nvGrpSpPr>
                  <p:grpSpPr bwMode="auto">
                    <a:xfrm>
                      <a:off x="562856" y="999863"/>
                      <a:ext cx="948024" cy="419095"/>
                      <a:chOff x="562856" y="999863"/>
                      <a:chExt cx="948024" cy="419095"/>
                    </a:xfrm>
                    <a:solidFill>
                      <a:srgbClr val="FFFFFF"/>
                    </a:solidFill>
                  </p:grpSpPr>
                  <p:sp>
                    <p:nvSpPr>
                      <p:cNvPr id="20" name="Полилиния 19"/>
                      <p:cNvSpPr/>
                      <p:nvPr/>
                    </p:nvSpPr>
                    <p:spPr bwMode="auto">
                      <a:xfrm>
                        <a:off x="1007048" y="1275781"/>
                        <a:ext cx="316421" cy="115932"/>
                      </a:xfrm>
                      <a:custGeom>
                        <a:avLst/>
                        <a:gdLst>
                          <a:gd name="connsiteX0" fmla="*/ 64328 w 316421"/>
                          <a:gd name="connsiteY0" fmla="*/ 84630 h 115932"/>
                          <a:gd name="connsiteX1" fmla="*/ 0 w 316421"/>
                          <a:gd name="connsiteY1" fmla="*/ 97963 h 115932"/>
                          <a:gd name="connsiteX2" fmla="*/ 50998 w 316421"/>
                          <a:gd name="connsiteY2" fmla="*/ 115932 h 115932"/>
                          <a:gd name="connsiteX3" fmla="*/ 70123 w 316421"/>
                          <a:gd name="connsiteY3" fmla="*/ 111875 h 115932"/>
                          <a:gd name="connsiteX4" fmla="*/ 316422 w 316421"/>
                          <a:gd name="connsiteY4" fmla="*/ 26664 h 115932"/>
                          <a:gd name="connsiteX5" fmla="*/ 308888 w 316421"/>
                          <a:gd name="connsiteY5" fmla="*/ 0 h 115932"/>
                          <a:gd name="connsiteX6" fmla="*/ 64328 w 316421"/>
                          <a:gd name="connsiteY6" fmla="*/ 84630 h 1159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6421" h="115932" fill="norm" stroke="1" extrusionOk="0">
                            <a:moveTo>
                              <a:pt x="64328" y="84630"/>
                            </a:moveTo>
                            <a:cubicBezTo>
                              <a:pt x="42885" y="89848"/>
                              <a:pt x="21443" y="93905"/>
                              <a:pt x="0" y="97963"/>
                            </a:cubicBezTo>
                            <a:cubicBezTo>
                              <a:pt x="17386" y="104919"/>
                              <a:pt x="34192" y="110715"/>
                              <a:pt x="50998" y="115932"/>
                            </a:cubicBezTo>
                            <a:cubicBezTo>
                              <a:pt x="57373" y="114773"/>
                              <a:pt x="63748" y="113034"/>
                              <a:pt x="70123" y="111875"/>
                            </a:cubicBezTo>
                            <a:cubicBezTo>
                              <a:pt x="161108" y="91007"/>
                              <a:pt x="245719" y="61444"/>
                              <a:pt x="316422" y="26664"/>
                            </a:cubicBezTo>
                            <a:cubicBezTo>
                              <a:pt x="314683" y="17969"/>
                              <a:pt x="312365" y="9274"/>
                              <a:pt x="308888" y="0"/>
                            </a:cubicBezTo>
                            <a:cubicBezTo>
                              <a:pt x="239924" y="34200"/>
                              <a:pt x="155313" y="63763"/>
                              <a:pt x="64328" y="84630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1" name="Полилиния 20"/>
                      <p:cNvSpPr/>
                      <p:nvPr/>
                    </p:nvSpPr>
                    <p:spPr bwMode="auto">
                      <a:xfrm>
                        <a:off x="738727" y="1033483"/>
                        <a:ext cx="300774" cy="115932"/>
                      </a:xfrm>
                      <a:custGeom>
                        <a:avLst/>
                        <a:gdLst>
                          <a:gd name="connsiteX0" fmla="*/ 0 w 300774"/>
                          <a:gd name="connsiteY0" fmla="*/ 88688 h 115932"/>
                          <a:gd name="connsiteX1" fmla="*/ 6375 w 300774"/>
                          <a:gd name="connsiteY1" fmla="*/ 115932 h 115932"/>
                          <a:gd name="connsiteX2" fmla="*/ 263105 w 300774"/>
                          <a:gd name="connsiteY2" fmla="*/ 24925 h 115932"/>
                          <a:gd name="connsiteX3" fmla="*/ 300775 w 300774"/>
                          <a:gd name="connsiteY3" fmla="*/ 16810 h 115932"/>
                          <a:gd name="connsiteX4" fmla="*/ 248038 w 300774"/>
                          <a:gd name="connsiteY4" fmla="*/ 0 h 115932"/>
                          <a:gd name="connsiteX5" fmla="*/ 0 w 300774"/>
                          <a:gd name="connsiteY5" fmla="*/ 88688 h 1159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00774" h="115932" fill="norm" stroke="1" extrusionOk="0">
                            <a:moveTo>
                              <a:pt x="0" y="88688"/>
                            </a:moveTo>
                            <a:cubicBezTo>
                              <a:pt x="1159" y="97383"/>
                              <a:pt x="3477" y="106658"/>
                              <a:pt x="6375" y="115932"/>
                            </a:cubicBezTo>
                            <a:cubicBezTo>
                              <a:pt x="73600" y="81153"/>
                              <a:pt x="160529" y="48692"/>
                              <a:pt x="263105" y="24925"/>
                            </a:cubicBezTo>
                            <a:cubicBezTo>
                              <a:pt x="275855" y="22027"/>
                              <a:pt x="288025" y="19129"/>
                              <a:pt x="300775" y="16810"/>
                            </a:cubicBezTo>
                            <a:cubicBezTo>
                              <a:pt x="282809" y="10434"/>
                              <a:pt x="265423" y="4637"/>
                              <a:pt x="248038" y="0"/>
                            </a:cubicBezTo>
                            <a:cubicBezTo>
                              <a:pt x="152995" y="23186"/>
                              <a:pt x="68384" y="53909"/>
                              <a:pt x="0" y="88688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2" name="Полилиния 21"/>
                      <p:cNvSpPr/>
                      <p:nvPr/>
                    </p:nvSpPr>
                    <p:spPr bwMode="auto">
                      <a:xfrm>
                        <a:off x="562856" y="1136083"/>
                        <a:ext cx="442453" cy="282874"/>
                      </a:xfrm>
                      <a:custGeom>
                        <a:avLst/>
                        <a:gdLst>
                          <a:gd name="connsiteX0" fmla="*/ 393773 w 442453"/>
                          <a:gd name="connsiteY0" fmla="*/ 245776 h 282874"/>
                          <a:gd name="connsiteX1" fmla="*/ 257005 w 442453"/>
                          <a:gd name="connsiteY1" fmla="*/ 255631 h 282874"/>
                          <a:gd name="connsiteX2" fmla="*/ 28671 w 442453"/>
                          <a:gd name="connsiteY2" fmla="*/ 176797 h 282874"/>
                          <a:gd name="connsiteX3" fmla="*/ 157906 w 442453"/>
                          <a:gd name="connsiteY3" fmla="*/ 27244 h 282874"/>
                          <a:gd name="connsiteX4" fmla="*/ 150372 w 442453"/>
                          <a:gd name="connsiteY4" fmla="*/ 0 h 282874"/>
                          <a:gd name="connsiteX5" fmla="*/ 2013 w 442453"/>
                          <a:gd name="connsiteY5" fmla="*/ 182593 h 282874"/>
                          <a:gd name="connsiteX6" fmla="*/ 257584 w 442453"/>
                          <a:gd name="connsiteY6" fmla="*/ 282875 h 282874"/>
                          <a:gd name="connsiteX7" fmla="*/ 442453 w 442453"/>
                          <a:gd name="connsiteY7" fmla="*/ 266065 h 282874"/>
                          <a:gd name="connsiteX8" fmla="*/ 393773 w 442453"/>
                          <a:gd name="connsiteY8" fmla="*/ 245776 h 28287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42453" h="282874" fill="norm" stroke="1" extrusionOk="0">
                            <a:moveTo>
                              <a:pt x="393773" y="245776"/>
                            </a:moveTo>
                            <a:cubicBezTo>
                              <a:pt x="346252" y="252153"/>
                              <a:pt x="299890" y="255631"/>
                              <a:pt x="257005" y="255631"/>
                            </a:cubicBezTo>
                            <a:cubicBezTo>
                              <a:pt x="127191" y="255631"/>
                              <a:pt x="39682" y="225488"/>
                              <a:pt x="28671" y="176797"/>
                            </a:cubicBezTo>
                            <a:cubicBezTo>
                              <a:pt x="19399" y="135641"/>
                              <a:pt x="66920" y="79414"/>
                              <a:pt x="157906" y="27244"/>
                            </a:cubicBezTo>
                            <a:cubicBezTo>
                              <a:pt x="154428" y="17970"/>
                              <a:pt x="152110" y="9275"/>
                              <a:pt x="150372" y="0"/>
                            </a:cubicBezTo>
                            <a:cubicBezTo>
                              <a:pt x="47216" y="57966"/>
                              <a:pt x="-11896" y="124627"/>
                              <a:pt x="2013" y="182593"/>
                            </a:cubicBezTo>
                            <a:cubicBezTo>
                              <a:pt x="17080" y="246356"/>
                              <a:pt x="109805" y="282875"/>
                              <a:pt x="257584" y="282875"/>
                            </a:cubicBezTo>
                            <a:cubicBezTo>
                              <a:pt x="314957" y="282875"/>
                              <a:pt x="378126" y="277078"/>
                              <a:pt x="442453" y="266065"/>
                            </a:cubicBezTo>
                            <a:cubicBezTo>
                              <a:pt x="425647" y="260268"/>
                              <a:pt x="409420" y="253312"/>
                              <a:pt x="393773" y="245776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3" name="Полилиния 22"/>
                      <p:cNvSpPr/>
                      <p:nvPr/>
                    </p:nvSpPr>
                    <p:spPr bwMode="auto">
                      <a:xfrm>
                        <a:off x="1041240" y="999863"/>
                        <a:ext cx="469640" cy="288671"/>
                      </a:xfrm>
                      <a:custGeom>
                        <a:avLst/>
                        <a:gdLst>
                          <a:gd name="connsiteX0" fmla="*/ 467678 w 469640"/>
                          <a:gd name="connsiteY0" fmla="*/ 100281 h 288671"/>
                          <a:gd name="connsiteX1" fmla="*/ 212107 w 469640"/>
                          <a:gd name="connsiteY1" fmla="*/ 0 h 288671"/>
                          <a:gd name="connsiteX2" fmla="*/ 0 w 469640"/>
                          <a:gd name="connsiteY2" fmla="*/ 22027 h 288671"/>
                          <a:gd name="connsiteX3" fmla="*/ 48680 w 469640"/>
                          <a:gd name="connsiteY3" fmla="*/ 41156 h 288671"/>
                          <a:gd name="connsiteX4" fmla="*/ 212107 w 469640"/>
                          <a:gd name="connsiteY4" fmla="*/ 27244 h 288671"/>
                          <a:gd name="connsiteX5" fmla="*/ 440441 w 469640"/>
                          <a:gd name="connsiteY5" fmla="*/ 106078 h 288671"/>
                          <a:gd name="connsiteX6" fmla="*/ 339023 w 469640"/>
                          <a:gd name="connsiteY6" fmla="*/ 238820 h 288671"/>
                          <a:gd name="connsiteX7" fmla="*/ 299036 w 469640"/>
                          <a:gd name="connsiteY7" fmla="*/ 262007 h 288671"/>
                          <a:gd name="connsiteX8" fmla="*/ 307729 w 469640"/>
                          <a:gd name="connsiteY8" fmla="*/ 288671 h 288671"/>
                          <a:gd name="connsiteX9" fmla="*/ 354091 w 469640"/>
                          <a:gd name="connsiteY9" fmla="*/ 262007 h 288671"/>
                          <a:gd name="connsiteX10" fmla="*/ 467678 w 469640"/>
                          <a:gd name="connsiteY10" fmla="*/ 100281 h 28867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69640" h="288671" fill="norm" stroke="1" extrusionOk="0">
                            <a:moveTo>
                              <a:pt x="467678" y="100281"/>
                            </a:moveTo>
                            <a:cubicBezTo>
                              <a:pt x="453190" y="36519"/>
                              <a:pt x="359886" y="0"/>
                              <a:pt x="212107" y="0"/>
                            </a:cubicBezTo>
                            <a:cubicBezTo>
                              <a:pt x="146620" y="0"/>
                              <a:pt x="73600" y="7536"/>
                              <a:pt x="0" y="22027"/>
                            </a:cubicBezTo>
                            <a:cubicBezTo>
                              <a:pt x="16227" y="27824"/>
                              <a:pt x="32454" y="34200"/>
                              <a:pt x="48680" y="41156"/>
                            </a:cubicBezTo>
                            <a:cubicBezTo>
                              <a:pt x="105474" y="31881"/>
                              <a:pt x="161109" y="27244"/>
                              <a:pt x="212107" y="27244"/>
                            </a:cubicBezTo>
                            <a:cubicBezTo>
                              <a:pt x="341921" y="27244"/>
                              <a:pt x="429430" y="57386"/>
                              <a:pt x="440441" y="106078"/>
                            </a:cubicBezTo>
                            <a:cubicBezTo>
                              <a:pt x="449133" y="143176"/>
                              <a:pt x="412044" y="191868"/>
                              <a:pt x="339023" y="238820"/>
                            </a:cubicBezTo>
                            <a:cubicBezTo>
                              <a:pt x="326274" y="246936"/>
                              <a:pt x="312945" y="254471"/>
                              <a:pt x="299036" y="262007"/>
                            </a:cubicBezTo>
                            <a:cubicBezTo>
                              <a:pt x="302513" y="271281"/>
                              <a:pt x="305411" y="279976"/>
                              <a:pt x="307729" y="288671"/>
                            </a:cubicBezTo>
                            <a:cubicBezTo>
                              <a:pt x="323956" y="279976"/>
                              <a:pt x="339603" y="270702"/>
                              <a:pt x="354091" y="262007"/>
                            </a:cubicBezTo>
                            <a:cubicBezTo>
                              <a:pt x="439282" y="208098"/>
                              <a:pt x="479269" y="150132"/>
                              <a:pt x="467678" y="10028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5792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4" name="Полилиния 23"/>
                <p:cNvSpPr/>
                <p:nvPr/>
              </p:nvSpPr>
              <p:spPr bwMode="auto">
                <a:xfrm>
                  <a:off x="953731" y="1135503"/>
                  <a:ext cx="152995" cy="153030"/>
                </a:xfrm>
                <a:custGeom>
                  <a:avLst/>
                  <a:gdLst>
                    <a:gd name="connsiteX0" fmla="*/ 152995 w 152995"/>
                    <a:gd name="connsiteY0" fmla="*/ 76515 h 153030"/>
                    <a:gd name="connsiteX1" fmla="*/ 76498 w 152995"/>
                    <a:gd name="connsiteY1" fmla="*/ 153031 h 153030"/>
                    <a:gd name="connsiteX2" fmla="*/ 0 w 152995"/>
                    <a:gd name="connsiteY2" fmla="*/ 76515 h 153030"/>
                    <a:gd name="connsiteX3" fmla="*/ 76498 w 152995"/>
                    <a:gd name="connsiteY3" fmla="*/ 0 h 153030"/>
                    <a:gd name="connsiteX4" fmla="*/ 152995 w 152995"/>
                    <a:gd name="connsiteY4" fmla="*/ 76515 h 1530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2995" h="153030" fill="norm" stroke="1" extrusionOk="0">
                      <a:moveTo>
                        <a:pt x="152995" y="76515"/>
                      </a:moveTo>
                      <a:cubicBezTo>
                        <a:pt x="152995" y="118831"/>
                        <a:pt x="118803" y="153031"/>
                        <a:pt x="76498" y="153031"/>
                      </a:cubicBezTo>
                      <a:cubicBezTo>
                        <a:pt x="34192" y="153031"/>
                        <a:pt x="0" y="118831"/>
                        <a:pt x="0" y="76515"/>
                      </a:cubicBezTo>
                      <a:cubicBezTo>
                        <a:pt x="0" y="34200"/>
                        <a:pt x="34192" y="0"/>
                        <a:pt x="76498" y="0"/>
                      </a:cubicBezTo>
                      <a:cubicBezTo>
                        <a:pt x="118803" y="0"/>
                        <a:pt x="152995" y="34200"/>
                        <a:pt x="152995" y="7651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7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25" name="Рисунок 6"/>
              <p:cNvGrpSpPr/>
              <p:nvPr/>
            </p:nvGrpSpPr>
            <p:grpSpPr bwMode="auto">
              <a:xfrm>
                <a:off x="879552" y="710612"/>
                <a:ext cx="474043" cy="360549"/>
                <a:chOff x="879552" y="710612"/>
                <a:chExt cx="474043" cy="360549"/>
              </a:xfrm>
              <a:solidFill>
                <a:srgbClr val="FFFFFF"/>
              </a:solidFill>
            </p:grpSpPr>
            <p:sp>
              <p:nvSpPr>
                <p:cNvPr id="26" name="Полилиния 25"/>
                <p:cNvSpPr/>
                <p:nvPr/>
              </p:nvSpPr>
              <p:spPr bwMode="auto">
                <a:xfrm>
                  <a:off x="879552" y="1007978"/>
                  <a:ext cx="67225" cy="63183"/>
                </a:xfrm>
                <a:custGeom>
                  <a:avLst/>
                  <a:gdLst>
                    <a:gd name="connsiteX0" fmla="*/ 37090 w 67225"/>
                    <a:gd name="connsiteY0" fmla="*/ 52170 h 63183"/>
                    <a:gd name="connsiteX1" fmla="*/ 67225 w 67225"/>
                    <a:gd name="connsiteY1" fmla="*/ 4058 h 63183"/>
                    <a:gd name="connsiteX2" fmla="*/ 37669 w 67225"/>
                    <a:gd name="connsiteY2" fmla="*/ 0 h 63183"/>
                    <a:gd name="connsiteX3" fmla="*/ 0 w 67225"/>
                    <a:gd name="connsiteY3" fmla="*/ 63183 h 63183"/>
                    <a:gd name="connsiteX4" fmla="*/ 37090 w 67225"/>
                    <a:gd name="connsiteY4" fmla="*/ 52170 h 631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225" h="63183" fill="norm" stroke="1" extrusionOk="0">
                      <a:moveTo>
                        <a:pt x="37090" y="52170"/>
                      </a:moveTo>
                      <a:cubicBezTo>
                        <a:pt x="46942" y="35939"/>
                        <a:pt x="56794" y="19708"/>
                        <a:pt x="67225" y="4058"/>
                      </a:cubicBezTo>
                      <a:cubicBezTo>
                        <a:pt x="57373" y="2319"/>
                        <a:pt x="47521" y="1159"/>
                        <a:pt x="37669" y="0"/>
                      </a:cubicBezTo>
                      <a:cubicBezTo>
                        <a:pt x="24920" y="20288"/>
                        <a:pt x="12170" y="41156"/>
                        <a:pt x="0" y="63183"/>
                      </a:cubicBezTo>
                      <a:cubicBezTo>
                        <a:pt x="12170" y="59705"/>
                        <a:pt x="24920" y="55648"/>
                        <a:pt x="37090" y="5217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7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27" name="Полилиния 26"/>
                <p:cNvSpPr/>
                <p:nvPr/>
              </p:nvSpPr>
              <p:spPr bwMode="auto">
                <a:xfrm>
                  <a:off x="934607" y="710612"/>
                  <a:ext cx="418988" cy="307220"/>
                </a:xfrm>
                <a:custGeom>
                  <a:avLst/>
                  <a:gdLst>
                    <a:gd name="connsiteX0" fmla="*/ 28976 w 418988"/>
                    <a:gd name="connsiteY0" fmla="*/ 276498 h 307220"/>
                    <a:gd name="connsiteX1" fmla="*/ 318740 w 418988"/>
                    <a:gd name="connsiteY1" fmla="*/ 26664 h 307220"/>
                    <a:gd name="connsiteX2" fmla="*/ 348296 w 418988"/>
                    <a:gd name="connsiteY2" fmla="*/ 33620 h 307220"/>
                    <a:gd name="connsiteX3" fmla="*/ 370318 w 418988"/>
                    <a:gd name="connsiteY3" fmla="*/ 304322 h 307220"/>
                    <a:gd name="connsiteX4" fmla="*/ 396976 w 418988"/>
                    <a:gd name="connsiteY4" fmla="*/ 307221 h 307220"/>
                    <a:gd name="connsiteX5" fmla="*/ 361045 w 418988"/>
                    <a:gd name="connsiteY5" fmla="*/ 9854 h 307220"/>
                    <a:gd name="connsiteX6" fmla="*/ 319319 w 418988"/>
                    <a:gd name="connsiteY6" fmla="*/ 0 h 307220"/>
                    <a:gd name="connsiteX7" fmla="*/ 0 w 418988"/>
                    <a:gd name="connsiteY7" fmla="*/ 271861 h 307220"/>
                    <a:gd name="connsiteX8" fmla="*/ 28976 w 418988"/>
                    <a:gd name="connsiteY8" fmla="*/ 276498 h 3072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18988" h="307220" fill="norm" stroke="1" extrusionOk="0">
                      <a:moveTo>
                        <a:pt x="28976" y="276498"/>
                      </a:moveTo>
                      <a:cubicBezTo>
                        <a:pt x="130973" y="127525"/>
                        <a:pt x="244560" y="26664"/>
                        <a:pt x="318740" y="26664"/>
                      </a:cubicBezTo>
                      <a:cubicBezTo>
                        <a:pt x="329751" y="26664"/>
                        <a:pt x="339603" y="28983"/>
                        <a:pt x="348296" y="33620"/>
                      </a:cubicBezTo>
                      <a:cubicBezTo>
                        <a:pt x="396396" y="59125"/>
                        <a:pt x="406828" y="161726"/>
                        <a:pt x="370318" y="304322"/>
                      </a:cubicBezTo>
                      <a:cubicBezTo>
                        <a:pt x="379590" y="304902"/>
                        <a:pt x="388283" y="306061"/>
                        <a:pt x="396976" y="307221"/>
                      </a:cubicBezTo>
                      <a:cubicBezTo>
                        <a:pt x="434645" y="158248"/>
                        <a:pt x="424793" y="43475"/>
                        <a:pt x="361045" y="9854"/>
                      </a:cubicBezTo>
                      <a:cubicBezTo>
                        <a:pt x="348296" y="3478"/>
                        <a:pt x="334387" y="0"/>
                        <a:pt x="319319" y="0"/>
                      </a:cubicBezTo>
                      <a:cubicBezTo>
                        <a:pt x="232390" y="0"/>
                        <a:pt x="110110" y="106658"/>
                        <a:pt x="0" y="271861"/>
                      </a:cubicBezTo>
                      <a:cubicBezTo>
                        <a:pt x="9272" y="273021"/>
                        <a:pt x="19124" y="274760"/>
                        <a:pt x="28976" y="2764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7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28" name="Рисунок 6"/>
            <p:cNvGrpSpPr/>
            <p:nvPr/>
          </p:nvGrpSpPr>
          <p:grpSpPr bwMode="auto">
            <a:xfrm>
              <a:off x="1207564" y="1490836"/>
              <a:ext cx="1816816" cy="424891"/>
              <a:chOff x="1207564" y="1490836"/>
              <a:chExt cx="1816816" cy="424891"/>
            </a:xfrm>
            <a:solidFill>
              <a:srgbClr val="FFFFFF"/>
            </a:solidFill>
          </p:grpSpPr>
          <p:sp>
            <p:nvSpPr>
              <p:cNvPr id="29" name="Полилиния 28"/>
              <p:cNvSpPr/>
              <p:nvPr/>
            </p:nvSpPr>
            <p:spPr bwMode="auto">
              <a:xfrm>
                <a:off x="1207564" y="1490836"/>
                <a:ext cx="416679" cy="424891"/>
              </a:xfrm>
              <a:custGeom>
                <a:avLst/>
                <a:gdLst>
                  <a:gd name="connsiteX0" fmla="*/ 351193 w 416679"/>
                  <a:gd name="connsiteY0" fmla="*/ 424892 h 424891"/>
                  <a:gd name="connsiteX1" fmla="*/ 351193 w 416679"/>
                  <a:gd name="connsiteY1" fmla="*/ 122888 h 424891"/>
                  <a:gd name="connsiteX2" fmla="*/ 208630 w 416679"/>
                  <a:gd name="connsiteY2" fmla="*/ 302583 h 424891"/>
                  <a:gd name="connsiteX3" fmla="*/ 65486 w 416679"/>
                  <a:gd name="connsiteY3" fmla="*/ 122888 h 424891"/>
                  <a:gd name="connsiteX4" fmla="*/ 65486 w 416679"/>
                  <a:gd name="connsiteY4" fmla="*/ 424892 h 424891"/>
                  <a:gd name="connsiteX5" fmla="*/ 0 w 416679"/>
                  <a:gd name="connsiteY5" fmla="*/ 424892 h 424891"/>
                  <a:gd name="connsiteX6" fmla="*/ 0 w 416679"/>
                  <a:gd name="connsiteY6" fmla="*/ 0 h 424891"/>
                  <a:gd name="connsiteX7" fmla="*/ 38249 w 416679"/>
                  <a:gd name="connsiteY7" fmla="*/ 0 h 424891"/>
                  <a:gd name="connsiteX8" fmla="*/ 208630 w 416679"/>
                  <a:gd name="connsiteY8" fmla="*/ 215634 h 424891"/>
                  <a:gd name="connsiteX9" fmla="*/ 379011 w 416679"/>
                  <a:gd name="connsiteY9" fmla="*/ 0 h 424891"/>
                  <a:gd name="connsiteX10" fmla="*/ 416680 w 416679"/>
                  <a:gd name="connsiteY10" fmla="*/ 0 h 424891"/>
                  <a:gd name="connsiteX11" fmla="*/ 416680 w 416679"/>
                  <a:gd name="connsiteY11" fmla="*/ 424892 h 424891"/>
                  <a:gd name="connsiteX12" fmla="*/ 351193 w 416679"/>
                  <a:gd name="connsiteY12" fmla="*/ 424892 h 42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6679" h="424891" fill="norm" stroke="1" extrusionOk="0">
                    <a:moveTo>
                      <a:pt x="351193" y="424892"/>
                    </a:moveTo>
                    <a:lnTo>
                      <a:pt x="351193" y="122888"/>
                    </a:lnTo>
                    <a:lnTo>
                      <a:pt x="208630" y="302583"/>
                    </a:lnTo>
                    <a:lnTo>
                      <a:pt x="65486" y="122888"/>
                    </a:lnTo>
                    <a:lnTo>
                      <a:pt x="65486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38249" y="0"/>
                    </a:lnTo>
                    <a:lnTo>
                      <a:pt x="208630" y="215634"/>
                    </a:lnTo>
                    <a:lnTo>
                      <a:pt x="379011" y="0"/>
                    </a:lnTo>
                    <a:lnTo>
                      <a:pt x="416680" y="0"/>
                    </a:lnTo>
                    <a:lnTo>
                      <a:pt x="416680" y="424892"/>
                    </a:lnTo>
                    <a:lnTo>
                      <a:pt x="351193" y="42489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0" name="Полилиния 29"/>
              <p:cNvSpPr/>
              <p:nvPr/>
            </p:nvSpPr>
            <p:spPr bwMode="auto">
              <a:xfrm>
                <a:off x="1678140" y="1490836"/>
                <a:ext cx="328012" cy="424891"/>
              </a:xfrm>
              <a:custGeom>
                <a:avLst/>
                <a:gdLst>
                  <a:gd name="connsiteX0" fmla="*/ 262526 w 328012"/>
                  <a:gd name="connsiteY0" fmla="*/ 424892 h 424891"/>
                  <a:gd name="connsiteX1" fmla="*/ 262526 w 328012"/>
                  <a:gd name="connsiteY1" fmla="*/ 125207 h 424891"/>
                  <a:gd name="connsiteX2" fmla="*/ 38249 w 328012"/>
                  <a:gd name="connsiteY2" fmla="*/ 424892 h 424891"/>
                  <a:gd name="connsiteX3" fmla="*/ 0 w 328012"/>
                  <a:gd name="connsiteY3" fmla="*/ 424892 h 424891"/>
                  <a:gd name="connsiteX4" fmla="*/ 0 w 328012"/>
                  <a:gd name="connsiteY4" fmla="*/ 0 h 424891"/>
                  <a:gd name="connsiteX5" fmla="*/ 65487 w 328012"/>
                  <a:gd name="connsiteY5" fmla="*/ 0 h 424891"/>
                  <a:gd name="connsiteX6" fmla="*/ 65487 w 328012"/>
                  <a:gd name="connsiteY6" fmla="*/ 299685 h 424891"/>
                  <a:gd name="connsiteX7" fmla="*/ 289763 w 328012"/>
                  <a:gd name="connsiteY7" fmla="*/ 0 h 424891"/>
                  <a:gd name="connsiteX8" fmla="*/ 328012 w 328012"/>
                  <a:gd name="connsiteY8" fmla="*/ 0 h 424891"/>
                  <a:gd name="connsiteX9" fmla="*/ 328012 w 328012"/>
                  <a:gd name="connsiteY9" fmla="*/ 424892 h 424891"/>
                  <a:gd name="connsiteX10" fmla="*/ 262526 w 328012"/>
                  <a:gd name="connsiteY10" fmla="*/ 424892 h 42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8012" h="424891" fill="norm" stroke="1" extrusionOk="0">
                    <a:moveTo>
                      <a:pt x="262526" y="424892"/>
                    </a:moveTo>
                    <a:lnTo>
                      <a:pt x="262526" y="125207"/>
                    </a:lnTo>
                    <a:lnTo>
                      <a:pt x="38249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65487" y="0"/>
                    </a:lnTo>
                    <a:lnTo>
                      <a:pt x="65487" y="299685"/>
                    </a:lnTo>
                    <a:lnTo>
                      <a:pt x="289763" y="0"/>
                    </a:lnTo>
                    <a:lnTo>
                      <a:pt x="328012" y="0"/>
                    </a:lnTo>
                    <a:lnTo>
                      <a:pt x="328012" y="424892"/>
                    </a:lnTo>
                    <a:lnTo>
                      <a:pt x="262526" y="42489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1" name="Полилиния 30"/>
              <p:cNvSpPr/>
              <p:nvPr/>
            </p:nvSpPr>
            <p:spPr bwMode="auto">
              <a:xfrm>
                <a:off x="2696369" y="1490836"/>
                <a:ext cx="328012" cy="424891"/>
              </a:xfrm>
              <a:custGeom>
                <a:avLst/>
                <a:gdLst>
                  <a:gd name="connsiteX0" fmla="*/ 262526 w 328012"/>
                  <a:gd name="connsiteY0" fmla="*/ 424892 h 424891"/>
                  <a:gd name="connsiteX1" fmla="*/ 262526 w 328012"/>
                  <a:gd name="connsiteY1" fmla="*/ 125207 h 424891"/>
                  <a:gd name="connsiteX2" fmla="*/ 38249 w 328012"/>
                  <a:gd name="connsiteY2" fmla="*/ 424892 h 424891"/>
                  <a:gd name="connsiteX3" fmla="*/ 0 w 328012"/>
                  <a:gd name="connsiteY3" fmla="*/ 424892 h 424891"/>
                  <a:gd name="connsiteX4" fmla="*/ 0 w 328012"/>
                  <a:gd name="connsiteY4" fmla="*/ 0 h 424891"/>
                  <a:gd name="connsiteX5" fmla="*/ 65486 w 328012"/>
                  <a:gd name="connsiteY5" fmla="*/ 0 h 424891"/>
                  <a:gd name="connsiteX6" fmla="*/ 65486 w 328012"/>
                  <a:gd name="connsiteY6" fmla="*/ 299685 h 424891"/>
                  <a:gd name="connsiteX7" fmla="*/ 289763 w 328012"/>
                  <a:gd name="connsiteY7" fmla="*/ 0 h 424891"/>
                  <a:gd name="connsiteX8" fmla="*/ 328012 w 328012"/>
                  <a:gd name="connsiteY8" fmla="*/ 0 h 424891"/>
                  <a:gd name="connsiteX9" fmla="*/ 328012 w 328012"/>
                  <a:gd name="connsiteY9" fmla="*/ 424892 h 424891"/>
                  <a:gd name="connsiteX10" fmla="*/ 262526 w 328012"/>
                  <a:gd name="connsiteY10" fmla="*/ 424892 h 42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8012" h="424891" fill="norm" stroke="1" extrusionOk="0">
                    <a:moveTo>
                      <a:pt x="262526" y="424892"/>
                    </a:moveTo>
                    <a:lnTo>
                      <a:pt x="262526" y="125207"/>
                    </a:lnTo>
                    <a:lnTo>
                      <a:pt x="38249" y="424892"/>
                    </a:lnTo>
                    <a:lnTo>
                      <a:pt x="0" y="424892"/>
                    </a:lnTo>
                    <a:lnTo>
                      <a:pt x="0" y="0"/>
                    </a:lnTo>
                    <a:lnTo>
                      <a:pt x="65486" y="0"/>
                    </a:lnTo>
                    <a:lnTo>
                      <a:pt x="65486" y="299685"/>
                    </a:lnTo>
                    <a:lnTo>
                      <a:pt x="289763" y="0"/>
                    </a:lnTo>
                    <a:lnTo>
                      <a:pt x="328012" y="0"/>
                    </a:lnTo>
                    <a:lnTo>
                      <a:pt x="328012" y="424892"/>
                    </a:lnTo>
                    <a:lnTo>
                      <a:pt x="262526" y="42489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32" name="Рисунок 6"/>
            <p:cNvGrpSpPr/>
            <p:nvPr/>
          </p:nvGrpSpPr>
          <p:grpSpPr bwMode="auto">
            <a:xfrm>
              <a:off x="2324313" y="1165066"/>
              <a:ext cx="760918" cy="184911"/>
              <a:chOff x="2324313" y="1165066"/>
              <a:chExt cx="760918" cy="184911"/>
            </a:xfrm>
            <a:solidFill>
              <a:srgbClr val="FFFFFF"/>
            </a:solidFill>
          </p:grpSpPr>
          <p:sp>
            <p:nvSpPr>
              <p:cNvPr id="33" name="Полилиния 32"/>
              <p:cNvSpPr/>
              <p:nvPr/>
            </p:nvSpPr>
            <p:spPr bwMode="auto">
              <a:xfrm>
                <a:off x="2324313" y="1165066"/>
                <a:ext cx="153574" cy="184911"/>
              </a:xfrm>
              <a:custGeom>
                <a:avLst/>
                <a:gdLst>
                  <a:gd name="connsiteX0" fmla="*/ 114746 w 153574"/>
                  <a:gd name="connsiteY0" fmla="*/ 184912 h 184911"/>
                  <a:gd name="connsiteX1" fmla="*/ 114746 w 153574"/>
                  <a:gd name="connsiteY1" fmla="*/ 109556 h 184911"/>
                  <a:gd name="connsiteX2" fmla="*/ 38828 w 153574"/>
                  <a:gd name="connsiteY2" fmla="*/ 109556 h 184911"/>
                  <a:gd name="connsiteX3" fmla="*/ 38828 w 153574"/>
                  <a:gd name="connsiteY3" fmla="*/ 184912 h 184911"/>
                  <a:gd name="connsiteX4" fmla="*/ 0 w 153574"/>
                  <a:gd name="connsiteY4" fmla="*/ 184912 h 184911"/>
                  <a:gd name="connsiteX5" fmla="*/ 0 w 153574"/>
                  <a:gd name="connsiteY5" fmla="*/ 0 h 184911"/>
                  <a:gd name="connsiteX6" fmla="*/ 38828 w 153574"/>
                  <a:gd name="connsiteY6" fmla="*/ 0 h 184911"/>
                  <a:gd name="connsiteX7" fmla="*/ 38828 w 153574"/>
                  <a:gd name="connsiteY7" fmla="*/ 74776 h 184911"/>
                  <a:gd name="connsiteX8" fmla="*/ 114746 w 153574"/>
                  <a:gd name="connsiteY8" fmla="*/ 74776 h 184911"/>
                  <a:gd name="connsiteX9" fmla="*/ 114746 w 153574"/>
                  <a:gd name="connsiteY9" fmla="*/ 0 h 184911"/>
                  <a:gd name="connsiteX10" fmla="*/ 153575 w 153574"/>
                  <a:gd name="connsiteY10" fmla="*/ 0 h 184911"/>
                  <a:gd name="connsiteX11" fmla="*/ 153575 w 153574"/>
                  <a:gd name="connsiteY11" fmla="*/ 184912 h 184911"/>
                  <a:gd name="connsiteX12" fmla="*/ 114746 w 153574"/>
                  <a:gd name="connsiteY12" fmla="*/ 184912 h 184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3574" h="184911" fill="norm" stroke="1" extrusionOk="0">
                    <a:moveTo>
                      <a:pt x="114746" y="184912"/>
                    </a:moveTo>
                    <a:lnTo>
                      <a:pt x="114746" y="109556"/>
                    </a:lnTo>
                    <a:lnTo>
                      <a:pt x="38828" y="109556"/>
                    </a:lnTo>
                    <a:lnTo>
                      <a:pt x="38828" y="184912"/>
                    </a:lnTo>
                    <a:lnTo>
                      <a:pt x="0" y="184912"/>
                    </a:lnTo>
                    <a:lnTo>
                      <a:pt x="0" y="0"/>
                    </a:lnTo>
                    <a:lnTo>
                      <a:pt x="38828" y="0"/>
                    </a:lnTo>
                    <a:lnTo>
                      <a:pt x="38828" y="74776"/>
                    </a:lnTo>
                    <a:lnTo>
                      <a:pt x="114746" y="74776"/>
                    </a:lnTo>
                    <a:lnTo>
                      <a:pt x="114746" y="0"/>
                    </a:lnTo>
                    <a:lnTo>
                      <a:pt x="153575" y="0"/>
                    </a:lnTo>
                    <a:lnTo>
                      <a:pt x="153575" y="184912"/>
                    </a:lnTo>
                    <a:lnTo>
                      <a:pt x="114746" y="18491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4" name="Полилиния 33"/>
              <p:cNvSpPr/>
              <p:nvPr/>
            </p:nvSpPr>
            <p:spPr bwMode="auto">
              <a:xfrm>
                <a:off x="2521932" y="1165066"/>
                <a:ext cx="155313" cy="184911"/>
              </a:xfrm>
              <a:custGeom>
                <a:avLst/>
                <a:gdLst>
                  <a:gd name="connsiteX0" fmla="*/ 115905 w 155313"/>
                  <a:gd name="connsiteY0" fmla="*/ 184912 h 184911"/>
                  <a:gd name="connsiteX1" fmla="*/ 115905 w 155313"/>
                  <a:gd name="connsiteY1" fmla="*/ 68980 h 184911"/>
                  <a:gd name="connsiteX2" fmla="*/ 22601 w 155313"/>
                  <a:gd name="connsiteY2" fmla="*/ 184912 h 184911"/>
                  <a:gd name="connsiteX3" fmla="*/ 0 w 155313"/>
                  <a:gd name="connsiteY3" fmla="*/ 184912 h 184911"/>
                  <a:gd name="connsiteX4" fmla="*/ 0 w 155313"/>
                  <a:gd name="connsiteY4" fmla="*/ 0 h 184911"/>
                  <a:gd name="connsiteX5" fmla="*/ 38828 w 155313"/>
                  <a:gd name="connsiteY5" fmla="*/ 0 h 184911"/>
                  <a:gd name="connsiteX6" fmla="*/ 38828 w 155313"/>
                  <a:gd name="connsiteY6" fmla="*/ 116512 h 184911"/>
                  <a:gd name="connsiteX7" fmla="*/ 132132 w 155313"/>
                  <a:gd name="connsiteY7" fmla="*/ 0 h 184911"/>
                  <a:gd name="connsiteX8" fmla="*/ 155313 w 155313"/>
                  <a:gd name="connsiteY8" fmla="*/ 0 h 184911"/>
                  <a:gd name="connsiteX9" fmla="*/ 155313 w 155313"/>
                  <a:gd name="connsiteY9" fmla="*/ 184912 h 184911"/>
                  <a:gd name="connsiteX10" fmla="*/ 115905 w 155313"/>
                  <a:gd name="connsiteY10" fmla="*/ 184912 h 184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5313" h="184911" fill="norm" stroke="1" extrusionOk="0">
                    <a:moveTo>
                      <a:pt x="115905" y="184912"/>
                    </a:moveTo>
                    <a:lnTo>
                      <a:pt x="115905" y="68980"/>
                    </a:lnTo>
                    <a:lnTo>
                      <a:pt x="22601" y="184912"/>
                    </a:lnTo>
                    <a:lnTo>
                      <a:pt x="0" y="184912"/>
                    </a:lnTo>
                    <a:lnTo>
                      <a:pt x="0" y="0"/>
                    </a:lnTo>
                    <a:lnTo>
                      <a:pt x="38828" y="0"/>
                    </a:lnTo>
                    <a:lnTo>
                      <a:pt x="38828" y="116512"/>
                    </a:lnTo>
                    <a:lnTo>
                      <a:pt x="132132" y="0"/>
                    </a:lnTo>
                    <a:lnTo>
                      <a:pt x="155313" y="0"/>
                    </a:lnTo>
                    <a:lnTo>
                      <a:pt x="155313" y="184912"/>
                    </a:lnTo>
                    <a:lnTo>
                      <a:pt x="115905" y="18491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5" name="Полилиния 34"/>
              <p:cNvSpPr/>
              <p:nvPr/>
            </p:nvSpPr>
            <p:spPr bwMode="auto">
              <a:xfrm>
                <a:off x="2708539" y="1165646"/>
                <a:ext cx="155891" cy="184332"/>
              </a:xfrm>
              <a:custGeom>
                <a:avLst/>
                <a:gdLst>
                  <a:gd name="connsiteX0" fmla="*/ 117644 w 155892"/>
                  <a:gd name="connsiteY0" fmla="*/ 184332 h 184332"/>
                  <a:gd name="connsiteX1" fmla="*/ 117644 w 155892"/>
                  <a:gd name="connsiteY1" fmla="*/ 139119 h 184332"/>
                  <a:gd name="connsiteX2" fmla="*/ 95622 w 155892"/>
                  <a:gd name="connsiteY2" fmla="*/ 139119 h 184332"/>
                  <a:gd name="connsiteX3" fmla="*/ 56214 w 155892"/>
                  <a:gd name="connsiteY3" fmla="*/ 165783 h 184332"/>
                  <a:gd name="connsiteX4" fmla="*/ 43465 w 155892"/>
                  <a:gd name="connsiteY4" fmla="*/ 184332 h 184332"/>
                  <a:gd name="connsiteX5" fmla="*/ 0 w 155892"/>
                  <a:gd name="connsiteY5" fmla="*/ 184332 h 184332"/>
                  <a:gd name="connsiteX6" fmla="*/ 16806 w 155892"/>
                  <a:gd name="connsiteY6" fmla="*/ 159986 h 184332"/>
                  <a:gd name="connsiteX7" fmla="*/ 46362 w 155892"/>
                  <a:gd name="connsiteY7" fmla="*/ 127525 h 184332"/>
                  <a:gd name="connsiteX8" fmla="*/ 4057 w 155892"/>
                  <a:gd name="connsiteY8" fmla="*/ 69559 h 184332"/>
                  <a:gd name="connsiteX9" fmla="*/ 89247 w 155892"/>
                  <a:gd name="connsiteY9" fmla="*/ 0 h 184332"/>
                  <a:gd name="connsiteX10" fmla="*/ 155893 w 155892"/>
                  <a:gd name="connsiteY10" fmla="*/ 0 h 184332"/>
                  <a:gd name="connsiteX11" fmla="*/ 155893 w 155892"/>
                  <a:gd name="connsiteY11" fmla="*/ 184332 h 184332"/>
                  <a:gd name="connsiteX12" fmla="*/ 117644 w 155892"/>
                  <a:gd name="connsiteY12" fmla="*/ 184332 h 184332"/>
                  <a:gd name="connsiteX13" fmla="*/ 85770 w 155892"/>
                  <a:gd name="connsiteY13" fmla="*/ 34200 h 184332"/>
                  <a:gd name="connsiteX14" fmla="*/ 40567 w 155892"/>
                  <a:gd name="connsiteY14" fmla="*/ 69559 h 184332"/>
                  <a:gd name="connsiteX15" fmla="*/ 85770 w 155892"/>
                  <a:gd name="connsiteY15" fmla="*/ 104919 h 184332"/>
                  <a:gd name="connsiteX16" fmla="*/ 117644 w 155892"/>
                  <a:gd name="connsiteY16" fmla="*/ 104919 h 184332"/>
                  <a:gd name="connsiteX17" fmla="*/ 117644 w 155892"/>
                  <a:gd name="connsiteY17" fmla="*/ 34200 h 184332"/>
                  <a:gd name="connsiteX18" fmla="*/ 85770 w 155892"/>
                  <a:gd name="connsiteY18" fmla="*/ 34200 h 184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5892" h="184332" fill="norm" stroke="1" extrusionOk="0">
                    <a:moveTo>
                      <a:pt x="117644" y="184332"/>
                    </a:moveTo>
                    <a:lnTo>
                      <a:pt x="117644" y="139119"/>
                    </a:lnTo>
                    <a:lnTo>
                      <a:pt x="95622" y="139119"/>
                    </a:lnTo>
                    <a:cubicBezTo>
                      <a:pt x="76498" y="139698"/>
                      <a:pt x="71282" y="143756"/>
                      <a:pt x="56214" y="165783"/>
                    </a:cubicBezTo>
                    <a:lnTo>
                      <a:pt x="43465" y="184332"/>
                    </a:lnTo>
                    <a:lnTo>
                      <a:pt x="0" y="184332"/>
                    </a:lnTo>
                    <a:lnTo>
                      <a:pt x="16806" y="159986"/>
                    </a:lnTo>
                    <a:cubicBezTo>
                      <a:pt x="28976" y="142017"/>
                      <a:pt x="37669" y="132742"/>
                      <a:pt x="46362" y="127525"/>
                    </a:cubicBezTo>
                    <a:cubicBezTo>
                      <a:pt x="19704" y="117671"/>
                      <a:pt x="4057" y="96803"/>
                      <a:pt x="4057" y="69559"/>
                    </a:cubicBezTo>
                    <a:cubicBezTo>
                      <a:pt x="4057" y="30722"/>
                      <a:pt x="34192" y="0"/>
                      <a:pt x="89247" y="0"/>
                    </a:cubicBezTo>
                    <a:lnTo>
                      <a:pt x="155893" y="0"/>
                    </a:lnTo>
                    <a:lnTo>
                      <a:pt x="155893" y="184332"/>
                    </a:lnTo>
                    <a:lnTo>
                      <a:pt x="117644" y="184332"/>
                    </a:lnTo>
                    <a:close/>
                    <a:moveTo>
                      <a:pt x="85770" y="34200"/>
                    </a:moveTo>
                    <a:cubicBezTo>
                      <a:pt x="60271" y="34200"/>
                      <a:pt x="40567" y="45793"/>
                      <a:pt x="40567" y="69559"/>
                    </a:cubicBezTo>
                    <a:cubicBezTo>
                      <a:pt x="40567" y="94485"/>
                      <a:pt x="60271" y="104919"/>
                      <a:pt x="85770" y="104919"/>
                    </a:cubicBezTo>
                    <a:lnTo>
                      <a:pt x="117644" y="104919"/>
                    </a:lnTo>
                    <a:lnTo>
                      <a:pt x="117644" y="34200"/>
                    </a:lnTo>
                    <a:lnTo>
                      <a:pt x="85770" y="34200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6" name="Полилиния 35"/>
              <p:cNvSpPr/>
              <p:nvPr/>
            </p:nvSpPr>
            <p:spPr bwMode="auto">
              <a:xfrm>
                <a:off x="2898624" y="1165066"/>
                <a:ext cx="186607" cy="184911"/>
              </a:xfrm>
              <a:custGeom>
                <a:avLst/>
                <a:gdLst>
                  <a:gd name="connsiteX0" fmla="*/ 30715 w 186607"/>
                  <a:gd name="connsiteY0" fmla="*/ 184912 h 184911"/>
                  <a:gd name="connsiteX1" fmla="*/ 71282 w 186607"/>
                  <a:gd name="connsiteY1" fmla="*/ 118251 h 184911"/>
                  <a:gd name="connsiteX2" fmla="*/ 0 w 186607"/>
                  <a:gd name="connsiteY2" fmla="*/ 0 h 184911"/>
                  <a:gd name="connsiteX3" fmla="*/ 44044 w 186607"/>
                  <a:gd name="connsiteY3" fmla="*/ 0 h 184911"/>
                  <a:gd name="connsiteX4" fmla="*/ 93304 w 186607"/>
                  <a:gd name="connsiteY4" fmla="*/ 80573 h 184911"/>
                  <a:gd name="connsiteX5" fmla="*/ 142563 w 186607"/>
                  <a:gd name="connsiteY5" fmla="*/ 0 h 184911"/>
                  <a:gd name="connsiteX6" fmla="*/ 186607 w 186607"/>
                  <a:gd name="connsiteY6" fmla="*/ 0 h 184911"/>
                  <a:gd name="connsiteX7" fmla="*/ 74759 w 186607"/>
                  <a:gd name="connsiteY7" fmla="*/ 184912 h 184911"/>
                  <a:gd name="connsiteX8" fmla="*/ 30715 w 186607"/>
                  <a:gd name="connsiteY8" fmla="*/ 184912 h 1849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6607" h="184911" fill="norm" stroke="1" extrusionOk="0">
                    <a:moveTo>
                      <a:pt x="30715" y="184912"/>
                    </a:moveTo>
                    <a:lnTo>
                      <a:pt x="71282" y="118251"/>
                    </a:lnTo>
                    <a:lnTo>
                      <a:pt x="0" y="0"/>
                    </a:lnTo>
                    <a:lnTo>
                      <a:pt x="44044" y="0"/>
                    </a:lnTo>
                    <a:lnTo>
                      <a:pt x="93304" y="80573"/>
                    </a:lnTo>
                    <a:lnTo>
                      <a:pt x="142563" y="0"/>
                    </a:lnTo>
                    <a:lnTo>
                      <a:pt x="186607" y="0"/>
                    </a:lnTo>
                    <a:lnTo>
                      <a:pt x="74759" y="184912"/>
                    </a:lnTo>
                    <a:lnTo>
                      <a:pt x="30715" y="184912"/>
                    </a:lnTo>
                    <a:close/>
                  </a:path>
                </a:pathLst>
              </a:custGeom>
              <a:solidFill>
                <a:srgbClr val="FFFFFF"/>
              </a:solidFill>
              <a:ln w="57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37" name="Полилиния 36"/>
            <p:cNvSpPr/>
            <p:nvPr/>
          </p:nvSpPr>
          <p:spPr bwMode="auto">
            <a:xfrm>
              <a:off x="2032231" y="1490836"/>
              <a:ext cx="639218" cy="423732"/>
            </a:xfrm>
            <a:custGeom>
              <a:avLst/>
              <a:gdLst>
                <a:gd name="connsiteX0" fmla="*/ 468837 w 639218"/>
                <a:gd name="connsiteY0" fmla="*/ 15071 h 423732"/>
                <a:gd name="connsiteX1" fmla="*/ 351773 w 639218"/>
                <a:gd name="connsiteY1" fmla="*/ 78254 h 423732"/>
                <a:gd name="connsiteX2" fmla="*/ 351773 w 639218"/>
                <a:gd name="connsiteY2" fmla="*/ 0 h 423732"/>
                <a:gd name="connsiteX3" fmla="*/ 286286 w 639218"/>
                <a:gd name="connsiteY3" fmla="*/ 0 h 423732"/>
                <a:gd name="connsiteX4" fmla="*/ 286286 w 639218"/>
                <a:gd name="connsiteY4" fmla="*/ 190709 h 423732"/>
                <a:gd name="connsiteX5" fmla="*/ 176176 w 639218"/>
                <a:gd name="connsiteY5" fmla="*/ 303743 h 423732"/>
                <a:gd name="connsiteX6" fmla="*/ 66066 w 639218"/>
                <a:gd name="connsiteY6" fmla="*/ 190709 h 423732"/>
                <a:gd name="connsiteX7" fmla="*/ 176176 w 639218"/>
                <a:gd name="connsiteY7" fmla="*/ 77095 h 423732"/>
                <a:gd name="connsiteX8" fmla="*/ 257890 w 639218"/>
                <a:gd name="connsiteY8" fmla="*/ 113034 h 423732"/>
                <a:gd name="connsiteX9" fmla="*/ 257890 w 639218"/>
                <a:gd name="connsiteY9" fmla="*/ 46373 h 423732"/>
                <a:gd name="connsiteX10" fmla="*/ 169802 w 639218"/>
                <a:gd name="connsiteY10" fmla="*/ 15071 h 423732"/>
                <a:gd name="connsiteX11" fmla="*/ 0 w 639218"/>
                <a:gd name="connsiteY11" fmla="*/ 190129 h 423732"/>
                <a:gd name="connsiteX12" fmla="*/ 169802 w 639218"/>
                <a:gd name="connsiteY12" fmla="*/ 364607 h 423732"/>
                <a:gd name="connsiteX13" fmla="*/ 286866 w 639218"/>
                <a:gd name="connsiteY13" fmla="*/ 302004 h 423732"/>
                <a:gd name="connsiteX14" fmla="*/ 286866 w 639218"/>
                <a:gd name="connsiteY14" fmla="*/ 423732 h 423732"/>
                <a:gd name="connsiteX15" fmla="*/ 353512 w 639218"/>
                <a:gd name="connsiteY15" fmla="*/ 423732 h 423732"/>
                <a:gd name="connsiteX16" fmla="*/ 353512 w 639218"/>
                <a:gd name="connsiteY16" fmla="*/ 180854 h 423732"/>
                <a:gd name="connsiteX17" fmla="*/ 353512 w 639218"/>
                <a:gd name="connsiteY17" fmla="*/ 180854 h 423732"/>
                <a:gd name="connsiteX18" fmla="*/ 463622 w 639218"/>
                <a:gd name="connsiteY18" fmla="*/ 75936 h 423732"/>
                <a:gd name="connsiteX19" fmla="*/ 573732 w 639218"/>
                <a:gd name="connsiteY19" fmla="*/ 189549 h 423732"/>
                <a:gd name="connsiteX20" fmla="*/ 463622 w 639218"/>
                <a:gd name="connsiteY20" fmla="*/ 302583 h 423732"/>
                <a:gd name="connsiteX21" fmla="*/ 383067 w 639218"/>
                <a:gd name="connsiteY21" fmla="*/ 267804 h 423732"/>
                <a:gd name="connsiteX22" fmla="*/ 383067 w 639218"/>
                <a:gd name="connsiteY22" fmla="*/ 335044 h 423732"/>
                <a:gd name="connsiteX23" fmla="*/ 469996 w 639218"/>
                <a:gd name="connsiteY23" fmla="*/ 364607 h 423732"/>
                <a:gd name="connsiteX24" fmla="*/ 639218 w 639218"/>
                <a:gd name="connsiteY24" fmla="*/ 190129 h 423732"/>
                <a:gd name="connsiteX25" fmla="*/ 468837 w 639218"/>
                <a:gd name="connsiteY25" fmla="*/ 15071 h 42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39218" h="423732" fill="norm" stroke="1" extrusionOk="0">
                  <a:moveTo>
                    <a:pt x="468837" y="15071"/>
                  </a:moveTo>
                  <a:cubicBezTo>
                    <a:pt x="418418" y="15071"/>
                    <a:pt x="374954" y="41156"/>
                    <a:pt x="351773" y="78254"/>
                  </a:cubicBezTo>
                  <a:lnTo>
                    <a:pt x="351773" y="0"/>
                  </a:lnTo>
                  <a:lnTo>
                    <a:pt x="286286" y="0"/>
                  </a:lnTo>
                  <a:lnTo>
                    <a:pt x="286286" y="190709"/>
                  </a:lnTo>
                  <a:cubicBezTo>
                    <a:pt x="286286" y="256210"/>
                    <a:pt x="237606" y="303743"/>
                    <a:pt x="176176" y="303743"/>
                  </a:cubicBezTo>
                  <a:cubicBezTo>
                    <a:pt x="114167" y="303743"/>
                    <a:pt x="66066" y="256210"/>
                    <a:pt x="66066" y="190709"/>
                  </a:cubicBezTo>
                  <a:cubicBezTo>
                    <a:pt x="66066" y="125207"/>
                    <a:pt x="114746" y="77095"/>
                    <a:pt x="176176" y="77095"/>
                  </a:cubicBezTo>
                  <a:cubicBezTo>
                    <a:pt x="208630" y="77095"/>
                    <a:pt x="237606" y="90427"/>
                    <a:pt x="257890" y="113034"/>
                  </a:cubicBezTo>
                  <a:lnTo>
                    <a:pt x="257890" y="46373"/>
                  </a:lnTo>
                  <a:cubicBezTo>
                    <a:pt x="234129" y="27244"/>
                    <a:pt x="203414" y="15071"/>
                    <a:pt x="169802" y="15071"/>
                  </a:cubicBezTo>
                  <a:cubicBezTo>
                    <a:pt x="68384" y="15071"/>
                    <a:pt x="0" y="92746"/>
                    <a:pt x="0" y="190129"/>
                  </a:cubicBezTo>
                  <a:cubicBezTo>
                    <a:pt x="0" y="287512"/>
                    <a:pt x="68384" y="364607"/>
                    <a:pt x="169802" y="364607"/>
                  </a:cubicBezTo>
                  <a:cubicBezTo>
                    <a:pt x="220220" y="364607"/>
                    <a:pt x="263685" y="339102"/>
                    <a:pt x="286866" y="302004"/>
                  </a:cubicBezTo>
                  <a:lnTo>
                    <a:pt x="286866" y="423732"/>
                  </a:lnTo>
                  <a:lnTo>
                    <a:pt x="353512" y="423732"/>
                  </a:lnTo>
                  <a:lnTo>
                    <a:pt x="353512" y="180854"/>
                  </a:lnTo>
                  <a:lnTo>
                    <a:pt x="353512" y="180854"/>
                  </a:lnTo>
                  <a:cubicBezTo>
                    <a:pt x="357568" y="119990"/>
                    <a:pt x="404510" y="75936"/>
                    <a:pt x="463622" y="75936"/>
                  </a:cubicBezTo>
                  <a:cubicBezTo>
                    <a:pt x="525631" y="75936"/>
                    <a:pt x="573732" y="124048"/>
                    <a:pt x="573732" y="189549"/>
                  </a:cubicBezTo>
                  <a:cubicBezTo>
                    <a:pt x="573732" y="255051"/>
                    <a:pt x="525051" y="302583"/>
                    <a:pt x="463622" y="302583"/>
                  </a:cubicBezTo>
                  <a:cubicBezTo>
                    <a:pt x="431168" y="302583"/>
                    <a:pt x="402771" y="289251"/>
                    <a:pt x="383067" y="267804"/>
                  </a:cubicBezTo>
                  <a:lnTo>
                    <a:pt x="383067" y="335044"/>
                  </a:lnTo>
                  <a:cubicBezTo>
                    <a:pt x="406248" y="353014"/>
                    <a:pt x="436384" y="364607"/>
                    <a:pt x="469996" y="364607"/>
                  </a:cubicBezTo>
                  <a:cubicBezTo>
                    <a:pt x="570834" y="364607"/>
                    <a:pt x="639218" y="287512"/>
                    <a:pt x="639218" y="190129"/>
                  </a:cubicBezTo>
                  <a:cubicBezTo>
                    <a:pt x="638059" y="92746"/>
                    <a:pt x="569095" y="15071"/>
                    <a:pt x="468837" y="15071"/>
                  </a:cubicBezTo>
                  <a:close/>
                </a:path>
              </a:pathLst>
            </a:custGeom>
            <a:solidFill>
              <a:srgbClr val="FFFFFF"/>
            </a:solidFill>
            <a:ln w="5792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Титульный слайд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60194" y="5784890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01.01.2025</a:t>
            </a:r>
            <a:endParaRPr/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60195" y="4629372"/>
            <a:ext cx="2659255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Ключевой тезис</a:t>
            </a:r>
            <a:endParaRPr/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60194" y="2058084"/>
            <a:ext cx="10765031" cy="156966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4800" b="1">
                <a:solidFill>
                  <a:schemeClr val="tx2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Альтернативный </a:t>
            </a:r>
            <a:br>
              <a:rPr lang="ru-RU"/>
            </a:br>
            <a:r>
              <a:rPr lang="ru-RU"/>
              <a:t>заголовок</a:t>
            </a:r>
            <a:endParaRPr/>
          </a:p>
        </p:txBody>
      </p:sp>
      <p:sp>
        <p:nvSpPr>
          <p:cNvPr id="14" name="Текст 26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60193" y="3866948"/>
            <a:ext cx="4858971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800">
                <a:solidFill>
                  <a:schemeClr val="accent5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grpSp>
        <p:nvGrpSpPr>
          <p:cNvPr id="2" name="Рисунок 8"/>
          <p:cNvGrpSpPr/>
          <p:nvPr/>
        </p:nvGrpSpPr>
        <p:grpSpPr bwMode="auto">
          <a:xfrm>
            <a:off x="7609850" y="-731394"/>
            <a:ext cx="3714803" cy="2336691"/>
            <a:chOff x="7609850" y="-731394"/>
            <a:chExt cx="3714803" cy="2336691"/>
          </a:xfrm>
          <a:solidFill>
            <a:srgbClr val="797D82"/>
          </a:solidFill>
        </p:grpSpPr>
        <p:grpSp>
          <p:nvGrpSpPr>
            <p:cNvPr id="3" name="Рисунок 8"/>
            <p:cNvGrpSpPr/>
            <p:nvPr/>
          </p:nvGrpSpPr>
          <p:grpSpPr bwMode="auto">
            <a:xfrm>
              <a:off x="7609850" y="-731394"/>
              <a:ext cx="2134521" cy="2128390"/>
              <a:chOff x="7609850" y="-731394"/>
              <a:chExt cx="2134521" cy="2128390"/>
            </a:xfrm>
            <a:solidFill>
              <a:srgbClr val="797D82"/>
            </a:solidFill>
          </p:grpSpPr>
          <p:grpSp>
            <p:nvGrpSpPr>
              <p:cNvPr id="4" name="Рисунок 8"/>
              <p:cNvGrpSpPr/>
              <p:nvPr/>
            </p:nvGrpSpPr>
            <p:grpSpPr bwMode="auto">
              <a:xfrm>
                <a:off x="7609850" y="-731394"/>
                <a:ext cx="2134521" cy="2128390"/>
                <a:chOff x="7609850" y="-731394"/>
                <a:chExt cx="2134521" cy="2128390"/>
              </a:xfrm>
              <a:solidFill>
                <a:srgbClr val="797D82"/>
              </a:solidFill>
            </p:grpSpPr>
            <p:grpSp>
              <p:nvGrpSpPr>
                <p:cNvPr id="5" name="Рисунок 8"/>
                <p:cNvGrpSpPr/>
                <p:nvPr/>
              </p:nvGrpSpPr>
              <p:grpSpPr bwMode="auto">
                <a:xfrm>
                  <a:off x="7609850" y="-731394"/>
                  <a:ext cx="2134521" cy="2128390"/>
                  <a:chOff x="7609850" y="-731394"/>
                  <a:chExt cx="2134521" cy="2128390"/>
                </a:xfrm>
                <a:solidFill>
                  <a:srgbClr val="797D82"/>
                </a:solidFill>
              </p:grpSpPr>
              <p:sp>
                <p:nvSpPr>
                  <p:cNvPr id="10" name="Полилиния 9"/>
                  <p:cNvSpPr/>
                  <p:nvPr/>
                </p:nvSpPr>
                <p:spPr bwMode="auto">
                  <a:xfrm>
                    <a:off x="7609850" y="-731394"/>
                    <a:ext cx="5817" cy="5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17" h="5818" fill="norm" stroke="1" extrusionOk="0"/>
                    </a:pathLst>
                  </a:custGeom>
                  <a:solidFill>
                    <a:srgbClr val="797D82"/>
                  </a:solidFill>
                  <a:ln w="58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11" name="Рисунок 8"/>
                  <p:cNvGrpSpPr/>
                  <p:nvPr/>
                </p:nvGrpSpPr>
                <p:grpSpPr bwMode="auto">
                  <a:xfrm>
                    <a:off x="8792774" y="671435"/>
                    <a:ext cx="951597" cy="725561"/>
                    <a:chOff x="8792774" y="671435"/>
                    <a:chExt cx="951597" cy="725561"/>
                  </a:xfrm>
                  <a:solidFill>
                    <a:srgbClr val="797D82"/>
                  </a:solidFill>
                </p:grpSpPr>
                <p:grpSp>
                  <p:nvGrpSpPr>
                    <p:cNvPr id="12" name="Рисунок 8"/>
                    <p:cNvGrpSpPr/>
                    <p:nvPr/>
                  </p:nvGrpSpPr>
                  <p:grpSpPr bwMode="auto">
                    <a:xfrm>
                      <a:off x="8945162" y="671435"/>
                      <a:ext cx="645718" cy="725561"/>
                      <a:chOff x="8945162" y="671435"/>
                      <a:chExt cx="645718" cy="725561"/>
                    </a:xfrm>
                    <a:solidFill>
                      <a:srgbClr val="797D82"/>
                    </a:solidFill>
                  </p:grpSpPr>
                  <p:sp>
                    <p:nvSpPr>
                      <p:cNvPr id="13" name="Полилиния 12"/>
                      <p:cNvSpPr/>
                      <p:nvPr/>
                    </p:nvSpPr>
                    <p:spPr bwMode="auto">
                      <a:xfrm>
                        <a:off x="9399192" y="722056"/>
                        <a:ext cx="159388" cy="307796"/>
                      </a:xfrm>
                      <a:custGeom>
                        <a:avLst/>
                        <a:gdLst>
                          <a:gd name="connsiteX0" fmla="*/ 50609 w 159388"/>
                          <a:gd name="connsiteY0" fmla="*/ 270558 h 307796"/>
                          <a:gd name="connsiteX1" fmla="*/ 159389 w 159388"/>
                          <a:gd name="connsiteY1" fmla="*/ 2909 h 307796"/>
                          <a:gd name="connsiteX2" fmla="*/ 132630 w 159388"/>
                          <a:gd name="connsiteY2" fmla="*/ 0 h 307796"/>
                          <a:gd name="connsiteX3" fmla="*/ 27340 w 159388"/>
                          <a:gd name="connsiteY3" fmla="*/ 258339 h 307796"/>
                          <a:gd name="connsiteX4" fmla="*/ 0 w 159388"/>
                          <a:gd name="connsiteY4" fmla="*/ 307796 h 307796"/>
                          <a:gd name="connsiteX5" fmla="*/ 38393 w 159388"/>
                          <a:gd name="connsiteY5" fmla="*/ 294414 h 307796"/>
                          <a:gd name="connsiteX6" fmla="*/ 50609 w 159388"/>
                          <a:gd name="connsiteY6" fmla="*/ 270558 h 3077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9388" h="307796" fill="norm" stroke="1" extrusionOk="0">
                            <a:moveTo>
                              <a:pt x="50609" y="270558"/>
                            </a:moveTo>
                            <a:cubicBezTo>
                              <a:pt x="98891" y="179208"/>
                              <a:pt x="136702" y="83204"/>
                              <a:pt x="159389" y="2909"/>
                            </a:cubicBezTo>
                            <a:cubicBezTo>
                              <a:pt x="150663" y="1746"/>
                              <a:pt x="141937" y="1164"/>
                              <a:pt x="132630" y="0"/>
                            </a:cubicBezTo>
                            <a:cubicBezTo>
                              <a:pt x="110525" y="75640"/>
                              <a:pt x="75041" y="167572"/>
                              <a:pt x="27340" y="258339"/>
                            </a:cubicBezTo>
                            <a:cubicBezTo>
                              <a:pt x="18615" y="275213"/>
                              <a:pt x="9307" y="291505"/>
                              <a:pt x="0" y="307796"/>
                            </a:cubicBezTo>
                            <a:cubicBezTo>
                              <a:pt x="12798" y="303723"/>
                              <a:pt x="25595" y="299069"/>
                              <a:pt x="38393" y="294414"/>
                            </a:cubicBezTo>
                            <a:cubicBezTo>
                              <a:pt x="41883" y="286268"/>
                              <a:pt x="45955" y="278122"/>
                              <a:pt x="50609" y="27055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5" name="Полилиния 14"/>
                      <p:cNvSpPr/>
                      <p:nvPr/>
                    </p:nvSpPr>
                    <p:spPr bwMode="auto">
                      <a:xfrm>
                        <a:off x="8972798" y="781404"/>
                        <a:ext cx="155315" cy="308960"/>
                      </a:xfrm>
                      <a:custGeom>
                        <a:avLst/>
                        <a:gdLst>
                          <a:gd name="connsiteX0" fmla="*/ 137865 w 155316"/>
                          <a:gd name="connsiteY0" fmla="*/ 32002 h 308960"/>
                          <a:gd name="connsiteX1" fmla="*/ 155317 w 155316"/>
                          <a:gd name="connsiteY1" fmla="*/ 0 h 308960"/>
                          <a:gd name="connsiteX2" fmla="*/ 118087 w 155316"/>
                          <a:gd name="connsiteY2" fmla="*/ 12219 h 308960"/>
                          <a:gd name="connsiteX3" fmla="*/ 114015 w 155316"/>
                          <a:gd name="connsiteY3" fmla="*/ 19783 h 308960"/>
                          <a:gd name="connsiteX4" fmla="*/ 0 w 155316"/>
                          <a:gd name="connsiteY4" fmla="*/ 307214 h 308960"/>
                          <a:gd name="connsiteX5" fmla="*/ 26759 w 155316"/>
                          <a:gd name="connsiteY5" fmla="*/ 308960 h 308960"/>
                          <a:gd name="connsiteX6" fmla="*/ 137865 w 155316"/>
                          <a:gd name="connsiteY6" fmla="*/ 32002 h 30896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5316" h="308960" fill="norm" stroke="1" extrusionOk="0">
                            <a:moveTo>
                              <a:pt x="137865" y="32002"/>
                            </a:moveTo>
                            <a:cubicBezTo>
                              <a:pt x="143683" y="20946"/>
                              <a:pt x="149500" y="10473"/>
                              <a:pt x="155317" y="0"/>
                            </a:cubicBezTo>
                            <a:cubicBezTo>
                              <a:pt x="142519" y="4073"/>
                              <a:pt x="130303" y="8146"/>
                              <a:pt x="118087" y="12219"/>
                            </a:cubicBezTo>
                            <a:cubicBezTo>
                              <a:pt x="116924" y="14546"/>
                              <a:pt x="115179" y="16873"/>
                              <a:pt x="114015" y="19783"/>
                            </a:cubicBezTo>
                            <a:cubicBezTo>
                              <a:pt x="60498" y="121024"/>
                              <a:pt x="22105" y="219938"/>
                              <a:pt x="0" y="307214"/>
                            </a:cubicBezTo>
                            <a:cubicBezTo>
                              <a:pt x="8726" y="307796"/>
                              <a:pt x="17451" y="308378"/>
                              <a:pt x="26759" y="308960"/>
                            </a:cubicBezTo>
                            <a:cubicBezTo>
                              <a:pt x="48282" y="227502"/>
                              <a:pt x="84348" y="132661"/>
                              <a:pt x="137865" y="320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16" name="Рисунок 8"/>
                      <p:cNvGrpSpPr/>
                      <p:nvPr/>
                    </p:nvGrpSpPr>
                    <p:grpSpPr bwMode="auto">
                      <a:xfrm>
                        <a:off x="8945162" y="671435"/>
                        <a:ext cx="645718" cy="450348"/>
                        <a:chOff x="8945162" y="671435"/>
                        <a:chExt cx="645718" cy="450348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7" name="Полилиния 16"/>
                        <p:cNvSpPr/>
                        <p:nvPr/>
                      </p:nvSpPr>
                      <p:spPr bwMode="auto">
                        <a:xfrm>
                          <a:off x="9047257" y="940248"/>
                          <a:ext cx="325176" cy="175717"/>
                        </a:xfrm>
                        <a:custGeom>
                          <a:avLst/>
                          <a:gdLst>
                            <a:gd name="connsiteX0" fmla="*/ 11634 w 325176"/>
                            <a:gd name="connsiteY0" fmla="*/ 0 h 175717"/>
                            <a:gd name="connsiteX1" fmla="*/ 0 w 325176"/>
                            <a:gd name="connsiteY1" fmla="*/ 27929 h 175717"/>
                            <a:gd name="connsiteX2" fmla="*/ 140774 w 325176"/>
                            <a:gd name="connsiteY2" fmla="*/ 121024 h 175717"/>
                            <a:gd name="connsiteX3" fmla="*/ 308888 w 325176"/>
                            <a:gd name="connsiteY3" fmla="*/ 175717 h 175717"/>
                            <a:gd name="connsiteX4" fmla="*/ 325176 w 325176"/>
                            <a:gd name="connsiteY4" fmla="*/ 150116 h 175717"/>
                            <a:gd name="connsiteX5" fmla="*/ 152408 w 325176"/>
                            <a:gd name="connsiteY5" fmla="*/ 96005 h 175717"/>
                            <a:gd name="connsiteX6" fmla="*/ 11634 w 325176"/>
                            <a:gd name="connsiteY6" fmla="*/ 0 h 17571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325176" h="175717" fill="norm" stroke="1" extrusionOk="0">
                              <a:moveTo>
                                <a:pt x="11634" y="0"/>
                              </a:moveTo>
                              <a:cubicBezTo>
                                <a:pt x="7562" y="9310"/>
                                <a:pt x="3490" y="18619"/>
                                <a:pt x="0" y="27929"/>
                              </a:cubicBezTo>
                              <a:cubicBezTo>
                                <a:pt x="38393" y="62258"/>
                                <a:pt x="86093" y="94259"/>
                                <a:pt x="140774" y="121024"/>
                              </a:cubicBezTo>
                              <a:cubicBezTo>
                                <a:pt x="197200" y="148371"/>
                                <a:pt x="254789" y="166990"/>
                                <a:pt x="308888" y="175717"/>
                              </a:cubicBezTo>
                              <a:cubicBezTo>
                                <a:pt x="314706" y="167572"/>
                                <a:pt x="319941" y="158844"/>
                                <a:pt x="325176" y="150116"/>
                              </a:cubicBezTo>
                              <a:cubicBezTo>
                                <a:pt x="270495" y="143134"/>
                                <a:pt x="210579" y="124515"/>
                                <a:pt x="152408" y="96005"/>
                              </a:cubicBezTo>
                              <a:cubicBezTo>
                                <a:pt x="97727" y="69240"/>
                                <a:pt x="49445" y="35493"/>
                                <a:pt x="11634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18" name="Полилиния 17"/>
                        <p:cNvSpPr/>
                        <p:nvPr/>
                      </p:nvSpPr>
                      <p:spPr bwMode="auto">
                        <a:xfrm>
                          <a:off x="8945162" y="671435"/>
                          <a:ext cx="645718" cy="450348"/>
                        </a:xfrm>
                        <a:custGeom>
                          <a:avLst/>
                          <a:gdLst>
                            <a:gd name="connsiteX0" fmla="*/ 598876 w 645718"/>
                            <a:gd name="connsiteY0" fmla="*/ 212374 h 450348"/>
                            <a:gd name="connsiteX1" fmla="*/ 403421 w 645718"/>
                            <a:gd name="connsiteY1" fmla="*/ 60512 h 450348"/>
                            <a:gd name="connsiteX2" fmla="*/ 168992 w 645718"/>
                            <a:gd name="connsiteY2" fmla="*/ 0 h 450348"/>
                            <a:gd name="connsiteX3" fmla="*/ 10766 w 645718"/>
                            <a:gd name="connsiteY3" fmla="*/ 72731 h 450348"/>
                            <a:gd name="connsiteX4" fmla="*/ 81153 w 645718"/>
                            <a:gd name="connsiteY4" fmla="*/ 276959 h 450348"/>
                            <a:gd name="connsiteX5" fmla="*/ 92788 w 645718"/>
                            <a:gd name="connsiteY5" fmla="*/ 248448 h 450348"/>
                            <a:gd name="connsiteX6" fmla="*/ 35198 w 645718"/>
                            <a:gd name="connsiteY6" fmla="*/ 84949 h 450348"/>
                            <a:gd name="connsiteX7" fmla="*/ 168410 w 645718"/>
                            <a:gd name="connsiteY7" fmla="*/ 27929 h 450348"/>
                            <a:gd name="connsiteX8" fmla="*/ 390624 w 645718"/>
                            <a:gd name="connsiteY8" fmla="*/ 85531 h 450348"/>
                            <a:gd name="connsiteX9" fmla="*/ 575608 w 645718"/>
                            <a:gd name="connsiteY9" fmla="*/ 229247 h 450348"/>
                            <a:gd name="connsiteX10" fmla="*/ 609347 w 645718"/>
                            <a:gd name="connsiteY10" fmla="*/ 365399 h 450348"/>
                            <a:gd name="connsiteX11" fmla="*/ 476135 w 645718"/>
                            <a:gd name="connsiteY11" fmla="*/ 422420 h 450348"/>
                            <a:gd name="connsiteX12" fmla="*/ 456357 w 645718"/>
                            <a:gd name="connsiteY12" fmla="*/ 421838 h 450348"/>
                            <a:gd name="connsiteX13" fmla="*/ 439487 w 645718"/>
                            <a:gd name="connsiteY13" fmla="*/ 448603 h 450348"/>
                            <a:gd name="connsiteX14" fmla="*/ 476135 w 645718"/>
                            <a:gd name="connsiteY14" fmla="*/ 450348 h 450348"/>
                            <a:gd name="connsiteX15" fmla="*/ 634360 w 645718"/>
                            <a:gd name="connsiteY15" fmla="*/ 377618 h 450348"/>
                            <a:gd name="connsiteX16" fmla="*/ 598876 w 645718"/>
                            <a:gd name="connsiteY16" fmla="*/ 212374 h 45034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645718" h="450348" fill="norm" stroke="1" extrusionOk="0">
                              <a:moveTo>
                                <a:pt x="598876" y="212374"/>
                              </a:moveTo>
                              <a:cubicBezTo>
                                <a:pt x="555248" y="154189"/>
                                <a:pt x="485442" y="100077"/>
                                <a:pt x="403421" y="60512"/>
                              </a:cubicBezTo>
                              <a:cubicBezTo>
                                <a:pt x="323727" y="21528"/>
                                <a:pt x="240542" y="0"/>
                                <a:pt x="168992" y="0"/>
                              </a:cubicBezTo>
                              <a:cubicBezTo>
                                <a:pt x="89879" y="0"/>
                                <a:pt x="34035" y="25601"/>
                                <a:pt x="10766" y="72731"/>
                              </a:cubicBezTo>
                              <a:cubicBezTo>
                                <a:pt x="-17737" y="130915"/>
                                <a:pt x="11930" y="207137"/>
                                <a:pt x="81153" y="276959"/>
                              </a:cubicBezTo>
                              <a:cubicBezTo>
                                <a:pt x="85225" y="267649"/>
                                <a:pt x="88716" y="257758"/>
                                <a:pt x="92788" y="248448"/>
                              </a:cubicBezTo>
                              <a:cubicBezTo>
                                <a:pt x="38688" y="190263"/>
                                <a:pt x="14257" y="128588"/>
                                <a:pt x="35198" y="84949"/>
                              </a:cubicBezTo>
                              <a:cubicBezTo>
                                <a:pt x="52650" y="48875"/>
                                <a:pt x="101513" y="27929"/>
                                <a:pt x="168410" y="27929"/>
                              </a:cubicBezTo>
                              <a:cubicBezTo>
                                <a:pt x="235888" y="27929"/>
                                <a:pt x="315001" y="48293"/>
                                <a:pt x="390624" y="85531"/>
                              </a:cubicBezTo>
                              <a:cubicBezTo>
                                <a:pt x="468573" y="123933"/>
                                <a:pt x="534306" y="174554"/>
                                <a:pt x="575608" y="229247"/>
                              </a:cubicBezTo>
                              <a:cubicBezTo>
                                <a:pt x="614582" y="281031"/>
                                <a:pt x="626798" y="329325"/>
                                <a:pt x="609347" y="365399"/>
                              </a:cubicBezTo>
                              <a:cubicBezTo>
                                <a:pt x="591895" y="401473"/>
                                <a:pt x="543032" y="422420"/>
                                <a:pt x="476135" y="422420"/>
                              </a:cubicBezTo>
                              <a:cubicBezTo>
                                <a:pt x="469736" y="422420"/>
                                <a:pt x="462756" y="421838"/>
                                <a:pt x="456357" y="421838"/>
                              </a:cubicBezTo>
                              <a:cubicBezTo>
                                <a:pt x="450540" y="430566"/>
                                <a:pt x="445304" y="439875"/>
                                <a:pt x="439487" y="448603"/>
                              </a:cubicBezTo>
                              <a:cubicBezTo>
                                <a:pt x="451703" y="449767"/>
                                <a:pt x="463919" y="450348"/>
                                <a:pt x="476135" y="450348"/>
                              </a:cubicBezTo>
                              <a:cubicBezTo>
                                <a:pt x="555248" y="450348"/>
                                <a:pt x="611092" y="424747"/>
                                <a:pt x="634360" y="377618"/>
                              </a:cubicBezTo>
                              <a:cubicBezTo>
                                <a:pt x="657629" y="331652"/>
                                <a:pt x="644831" y="273467"/>
                                <a:pt x="598876" y="21237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19" name="Полилиния 18"/>
                      <p:cNvSpPr/>
                      <p:nvPr/>
                    </p:nvSpPr>
                    <p:spPr bwMode="auto">
                      <a:xfrm>
                        <a:off x="8949910" y="1051962"/>
                        <a:ext cx="465569" cy="345034"/>
                      </a:xfrm>
                      <a:custGeom>
                        <a:avLst/>
                        <a:gdLst>
                          <a:gd name="connsiteX0" fmla="*/ 427176 w 465569"/>
                          <a:gd name="connsiteY0" fmla="*/ 12801 h 345034"/>
                          <a:gd name="connsiteX1" fmla="*/ 100255 w 465569"/>
                          <a:gd name="connsiteY1" fmla="*/ 318851 h 345034"/>
                          <a:gd name="connsiteX2" fmla="*/ 70588 w 465569"/>
                          <a:gd name="connsiteY2" fmla="*/ 311869 h 345034"/>
                          <a:gd name="connsiteX3" fmla="*/ 42665 w 465569"/>
                          <a:gd name="connsiteY3" fmla="*/ 65167 h 345034"/>
                          <a:gd name="connsiteX4" fmla="*/ 15907 w 465569"/>
                          <a:gd name="connsiteY4" fmla="*/ 63421 h 345034"/>
                          <a:gd name="connsiteX5" fmla="*/ 58372 w 465569"/>
                          <a:gd name="connsiteY5" fmla="*/ 335143 h 345034"/>
                          <a:gd name="connsiteX6" fmla="*/ 100255 w 465569"/>
                          <a:gd name="connsiteY6" fmla="*/ 345034 h 345034"/>
                          <a:gd name="connsiteX7" fmla="*/ 465569 w 465569"/>
                          <a:gd name="connsiteY7" fmla="*/ 0 h 345034"/>
                          <a:gd name="connsiteX8" fmla="*/ 427176 w 465569"/>
                          <a:gd name="connsiteY8" fmla="*/ 12801 h 34503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65569" h="345034" fill="norm" stroke="1" extrusionOk="0">
                            <a:moveTo>
                              <a:pt x="427176" y="12801"/>
                            </a:moveTo>
                            <a:cubicBezTo>
                              <a:pt x="316651" y="192009"/>
                              <a:pt x="184021" y="318851"/>
                              <a:pt x="100255" y="318851"/>
                            </a:cubicBezTo>
                            <a:cubicBezTo>
                              <a:pt x="89202" y="318851"/>
                              <a:pt x="79313" y="316524"/>
                              <a:pt x="70588" y="311869"/>
                            </a:cubicBezTo>
                            <a:cubicBezTo>
                              <a:pt x="25214" y="288014"/>
                              <a:pt x="12998" y="195500"/>
                              <a:pt x="42665" y="65167"/>
                            </a:cubicBezTo>
                            <a:cubicBezTo>
                              <a:pt x="33358" y="64585"/>
                              <a:pt x="24632" y="64003"/>
                              <a:pt x="15907" y="63421"/>
                            </a:cubicBezTo>
                            <a:cubicBezTo>
                              <a:pt x="-14342" y="200155"/>
                              <a:pt x="-2126" y="303723"/>
                              <a:pt x="58372" y="335143"/>
                            </a:cubicBezTo>
                            <a:cubicBezTo>
                              <a:pt x="70588" y="341543"/>
                              <a:pt x="85130" y="345034"/>
                              <a:pt x="100255" y="345034"/>
                            </a:cubicBezTo>
                            <a:cubicBezTo>
                              <a:pt x="199727" y="345034"/>
                              <a:pt x="345155" y="205973"/>
                              <a:pt x="465569" y="0"/>
                            </a:cubicBezTo>
                            <a:cubicBezTo>
                              <a:pt x="453353" y="5237"/>
                              <a:pt x="440556" y="9310"/>
                              <a:pt x="427176" y="1280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20" name="Рисунок 8"/>
                    <p:cNvGrpSpPr/>
                    <p:nvPr/>
                  </p:nvGrpSpPr>
                  <p:grpSpPr bwMode="auto">
                    <a:xfrm>
                      <a:off x="8792774" y="685981"/>
                      <a:ext cx="951597" cy="420674"/>
                      <a:chOff x="8792774" y="685981"/>
                      <a:chExt cx="951597" cy="420674"/>
                    </a:xfrm>
                    <a:solidFill>
                      <a:srgbClr val="797D82"/>
                    </a:solidFill>
                  </p:grpSpPr>
                  <p:sp>
                    <p:nvSpPr>
                      <p:cNvPr id="21" name="Полилиния 20"/>
                      <p:cNvSpPr/>
                      <p:nvPr/>
                    </p:nvSpPr>
                    <p:spPr bwMode="auto">
                      <a:xfrm>
                        <a:off x="9238639" y="962940"/>
                        <a:ext cx="317614" cy="116369"/>
                      </a:xfrm>
                      <a:custGeom>
                        <a:avLst/>
                        <a:gdLst>
                          <a:gd name="connsiteX0" fmla="*/ 64570 w 317614"/>
                          <a:gd name="connsiteY0" fmla="*/ 84949 h 116369"/>
                          <a:gd name="connsiteX1" fmla="*/ 0 w 317614"/>
                          <a:gd name="connsiteY1" fmla="*/ 98332 h 116369"/>
                          <a:gd name="connsiteX2" fmla="*/ 51190 w 317614"/>
                          <a:gd name="connsiteY2" fmla="*/ 116369 h 116369"/>
                          <a:gd name="connsiteX3" fmla="*/ 70387 w 317614"/>
                          <a:gd name="connsiteY3" fmla="*/ 112296 h 116369"/>
                          <a:gd name="connsiteX4" fmla="*/ 317614 w 317614"/>
                          <a:gd name="connsiteY4" fmla="*/ 26765 h 116369"/>
                          <a:gd name="connsiteX5" fmla="*/ 310052 w 317614"/>
                          <a:gd name="connsiteY5" fmla="*/ 0 h 116369"/>
                          <a:gd name="connsiteX6" fmla="*/ 64570 w 317614"/>
                          <a:gd name="connsiteY6" fmla="*/ 84949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7614" h="116369" fill="norm" stroke="1" extrusionOk="0">
                            <a:moveTo>
                              <a:pt x="64570" y="84949"/>
                            </a:moveTo>
                            <a:cubicBezTo>
                              <a:pt x="43047" y="90186"/>
                              <a:pt x="21523" y="94259"/>
                              <a:pt x="0" y="98332"/>
                            </a:cubicBezTo>
                            <a:cubicBezTo>
                              <a:pt x="17451" y="105314"/>
                              <a:pt x="34321" y="111132"/>
                              <a:pt x="51190" y="116369"/>
                            </a:cubicBezTo>
                            <a:cubicBezTo>
                              <a:pt x="57589" y="115205"/>
                              <a:pt x="63988" y="113460"/>
                              <a:pt x="70387" y="112296"/>
                            </a:cubicBezTo>
                            <a:cubicBezTo>
                              <a:pt x="161716" y="91350"/>
                              <a:pt x="246645" y="61675"/>
                              <a:pt x="317614" y="26765"/>
                            </a:cubicBezTo>
                            <a:cubicBezTo>
                              <a:pt x="315869" y="18037"/>
                              <a:pt x="313542" y="9309"/>
                              <a:pt x="310052" y="0"/>
                            </a:cubicBezTo>
                            <a:cubicBezTo>
                              <a:pt x="240828" y="34329"/>
                              <a:pt x="155898" y="64003"/>
                              <a:pt x="64570" y="8494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2" name="Полилиния 21"/>
                      <p:cNvSpPr/>
                      <p:nvPr/>
                    </p:nvSpPr>
                    <p:spPr bwMode="auto">
                      <a:xfrm>
                        <a:off x="8969307" y="719728"/>
                        <a:ext cx="301907" cy="116369"/>
                      </a:xfrm>
                      <a:custGeom>
                        <a:avLst/>
                        <a:gdLst>
                          <a:gd name="connsiteX0" fmla="*/ 0 w 301907"/>
                          <a:gd name="connsiteY0" fmla="*/ 89022 h 116369"/>
                          <a:gd name="connsiteX1" fmla="*/ 6399 w 301907"/>
                          <a:gd name="connsiteY1" fmla="*/ 116369 h 116369"/>
                          <a:gd name="connsiteX2" fmla="*/ 264097 w 301907"/>
                          <a:gd name="connsiteY2" fmla="*/ 25019 h 116369"/>
                          <a:gd name="connsiteX3" fmla="*/ 301908 w 301907"/>
                          <a:gd name="connsiteY3" fmla="*/ 16874 h 116369"/>
                          <a:gd name="connsiteX4" fmla="*/ 248972 w 301907"/>
                          <a:gd name="connsiteY4" fmla="*/ 0 h 116369"/>
                          <a:gd name="connsiteX5" fmla="*/ 0 w 301907"/>
                          <a:gd name="connsiteY5" fmla="*/ 89022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01907" h="116369" fill="norm" stroke="1" extrusionOk="0">
                            <a:moveTo>
                              <a:pt x="0" y="89022"/>
                            </a:moveTo>
                            <a:cubicBezTo>
                              <a:pt x="1163" y="97750"/>
                              <a:pt x="3490" y="107060"/>
                              <a:pt x="6399" y="116369"/>
                            </a:cubicBezTo>
                            <a:cubicBezTo>
                              <a:pt x="73877" y="81458"/>
                              <a:pt x="161134" y="48875"/>
                              <a:pt x="264097" y="25019"/>
                            </a:cubicBezTo>
                            <a:cubicBezTo>
                              <a:pt x="276894" y="22110"/>
                              <a:pt x="289110" y="19201"/>
                              <a:pt x="301908" y="16874"/>
                            </a:cubicBezTo>
                            <a:cubicBezTo>
                              <a:pt x="283875" y="10473"/>
                              <a:pt x="266424" y="4655"/>
                              <a:pt x="248972" y="0"/>
                            </a:cubicBezTo>
                            <a:cubicBezTo>
                              <a:pt x="153572" y="23274"/>
                              <a:pt x="68642" y="54112"/>
                              <a:pt x="0" y="8902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3" name="Полилиния 22"/>
                      <p:cNvSpPr/>
                      <p:nvPr/>
                    </p:nvSpPr>
                    <p:spPr bwMode="auto">
                      <a:xfrm>
                        <a:off x="8792774" y="822715"/>
                        <a:ext cx="444120" cy="283940"/>
                      </a:xfrm>
                      <a:custGeom>
                        <a:avLst/>
                        <a:gdLst>
                          <a:gd name="connsiteX0" fmla="*/ 395257 w 444120"/>
                          <a:gd name="connsiteY0" fmla="*/ 246702 h 283940"/>
                          <a:gd name="connsiteX1" fmla="*/ 257973 w 444120"/>
                          <a:gd name="connsiteY1" fmla="*/ 256594 h 283940"/>
                          <a:gd name="connsiteX2" fmla="*/ 28779 w 444120"/>
                          <a:gd name="connsiteY2" fmla="*/ 177463 h 283940"/>
                          <a:gd name="connsiteX3" fmla="*/ 158501 w 444120"/>
                          <a:gd name="connsiteY3" fmla="*/ 27347 h 283940"/>
                          <a:gd name="connsiteX4" fmla="*/ 150938 w 444120"/>
                          <a:gd name="connsiteY4" fmla="*/ 0 h 283940"/>
                          <a:gd name="connsiteX5" fmla="*/ 2020 w 444120"/>
                          <a:gd name="connsiteY5" fmla="*/ 183281 h 283940"/>
                          <a:gd name="connsiteX6" fmla="*/ 258555 w 444120"/>
                          <a:gd name="connsiteY6" fmla="*/ 283941 h 283940"/>
                          <a:gd name="connsiteX7" fmla="*/ 444121 w 444120"/>
                          <a:gd name="connsiteY7" fmla="*/ 267067 h 283940"/>
                          <a:gd name="connsiteX8" fmla="*/ 395257 w 444120"/>
                          <a:gd name="connsiteY8" fmla="*/ 246702 h 28394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44120" h="283940" fill="norm" stroke="1" extrusionOk="0">
                            <a:moveTo>
                              <a:pt x="395257" y="246702"/>
                            </a:moveTo>
                            <a:cubicBezTo>
                              <a:pt x="347557" y="253103"/>
                              <a:pt x="301020" y="256594"/>
                              <a:pt x="257973" y="256594"/>
                            </a:cubicBezTo>
                            <a:cubicBezTo>
                              <a:pt x="127670" y="256594"/>
                              <a:pt x="39831" y="226338"/>
                              <a:pt x="28779" y="177463"/>
                            </a:cubicBezTo>
                            <a:cubicBezTo>
                              <a:pt x="19472" y="136152"/>
                              <a:pt x="67172" y="79713"/>
                              <a:pt x="158501" y="27347"/>
                            </a:cubicBezTo>
                            <a:cubicBezTo>
                              <a:pt x="155010" y="18037"/>
                              <a:pt x="152683" y="9310"/>
                              <a:pt x="150938" y="0"/>
                            </a:cubicBezTo>
                            <a:cubicBezTo>
                              <a:pt x="47394" y="58185"/>
                              <a:pt x="-11941" y="125097"/>
                              <a:pt x="2020" y="183281"/>
                            </a:cubicBezTo>
                            <a:cubicBezTo>
                              <a:pt x="17145" y="247284"/>
                              <a:pt x="110219" y="283941"/>
                              <a:pt x="258555" y="283941"/>
                            </a:cubicBezTo>
                            <a:cubicBezTo>
                              <a:pt x="316144" y="283941"/>
                              <a:pt x="379551" y="278122"/>
                              <a:pt x="444121" y="267067"/>
                            </a:cubicBezTo>
                            <a:cubicBezTo>
                              <a:pt x="427251" y="261249"/>
                              <a:pt x="410963" y="254266"/>
                              <a:pt x="395257" y="2467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4" name="Полилиния 23"/>
                      <p:cNvSpPr/>
                      <p:nvPr/>
                    </p:nvSpPr>
                    <p:spPr bwMode="auto">
                      <a:xfrm>
                        <a:off x="9272960" y="685981"/>
                        <a:ext cx="471410" cy="289759"/>
                      </a:xfrm>
                      <a:custGeom>
                        <a:avLst/>
                        <a:gdLst>
                          <a:gd name="connsiteX0" fmla="*/ 469441 w 471410"/>
                          <a:gd name="connsiteY0" fmla="*/ 100659 h 289759"/>
                          <a:gd name="connsiteX1" fmla="*/ 212906 w 471410"/>
                          <a:gd name="connsiteY1" fmla="*/ 0 h 289759"/>
                          <a:gd name="connsiteX2" fmla="*/ 0 w 471410"/>
                          <a:gd name="connsiteY2" fmla="*/ 22110 h 289759"/>
                          <a:gd name="connsiteX3" fmla="*/ 48864 w 471410"/>
                          <a:gd name="connsiteY3" fmla="*/ 41311 h 289759"/>
                          <a:gd name="connsiteX4" fmla="*/ 212906 w 471410"/>
                          <a:gd name="connsiteY4" fmla="*/ 27347 h 289759"/>
                          <a:gd name="connsiteX5" fmla="*/ 442100 w 471410"/>
                          <a:gd name="connsiteY5" fmla="*/ 106478 h 289759"/>
                          <a:gd name="connsiteX6" fmla="*/ 340301 w 471410"/>
                          <a:gd name="connsiteY6" fmla="*/ 239720 h 289759"/>
                          <a:gd name="connsiteX7" fmla="*/ 300163 w 471410"/>
                          <a:gd name="connsiteY7" fmla="*/ 262994 h 289759"/>
                          <a:gd name="connsiteX8" fmla="*/ 308888 w 471410"/>
                          <a:gd name="connsiteY8" fmla="*/ 289759 h 289759"/>
                          <a:gd name="connsiteX9" fmla="*/ 355425 w 471410"/>
                          <a:gd name="connsiteY9" fmla="*/ 262994 h 289759"/>
                          <a:gd name="connsiteX10" fmla="*/ 469441 w 471410"/>
                          <a:gd name="connsiteY10" fmla="*/ 100659 h 2897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71410" h="289759" fill="norm" stroke="1" extrusionOk="0">
                            <a:moveTo>
                              <a:pt x="469441" y="100659"/>
                            </a:moveTo>
                            <a:cubicBezTo>
                              <a:pt x="454898" y="36656"/>
                              <a:pt x="361242" y="0"/>
                              <a:pt x="212906" y="0"/>
                            </a:cubicBezTo>
                            <a:cubicBezTo>
                              <a:pt x="147173" y="0"/>
                              <a:pt x="73877" y="7564"/>
                              <a:pt x="0" y="22110"/>
                            </a:cubicBezTo>
                            <a:cubicBezTo>
                              <a:pt x="16288" y="27929"/>
                              <a:pt x="32576" y="34329"/>
                              <a:pt x="48864" y="41311"/>
                            </a:cubicBezTo>
                            <a:cubicBezTo>
                              <a:pt x="105871" y="32002"/>
                              <a:pt x="161716" y="27347"/>
                              <a:pt x="212906" y="27347"/>
                            </a:cubicBezTo>
                            <a:cubicBezTo>
                              <a:pt x="343209" y="27347"/>
                              <a:pt x="431048" y="57603"/>
                              <a:pt x="442100" y="106478"/>
                            </a:cubicBezTo>
                            <a:cubicBezTo>
                              <a:pt x="450826" y="143716"/>
                              <a:pt x="413596" y="192591"/>
                              <a:pt x="340301" y="239720"/>
                            </a:cubicBezTo>
                            <a:cubicBezTo>
                              <a:pt x="327503" y="247866"/>
                              <a:pt x="314124" y="255430"/>
                              <a:pt x="300163" y="262994"/>
                            </a:cubicBezTo>
                            <a:cubicBezTo>
                              <a:pt x="303653" y="272304"/>
                              <a:pt x="306562" y="281031"/>
                              <a:pt x="308888" y="289759"/>
                            </a:cubicBezTo>
                            <a:cubicBezTo>
                              <a:pt x="325176" y="281031"/>
                              <a:pt x="340883" y="271722"/>
                              <a:pt x="355425" y="262994"/>
                            </a:cubicBezTo>
                            <a:cubicBezTo>
                              <a:pt x="440937" y="208883"/>
                              <a:pt x="481075" y="150698"/>
                              <a:pt x="469441" y="10065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5" name="Полилиния 24"/>
                <p:cNvSpPr/>
                <p:nvPr/>
              </p:nvSpPr>
              <p:spPr bwMode="auto">
                <a:xfrm>
                  <a:off x="9185122" y="822133"/>
                  <a:ext cx="153571" cy="153607"/>
                </a:xfrm>
                <a:custGeom>
                  <a:avLst/>
                  <a:gdLst>
                    <a:gd name="connsiteX0" fmla="*/ 153572 w 153571"/>
                    <a:gd name="connsiteY0" fmla="*/ 76804 h 153607"/>
                    <a:gd name="connsiteX1" fmla="*/ 76786 w 153571"/>
                    <a:gd name="connsiteY1" fmla="*/ 153607 h 153607"/>
                    <a:gd name="connsiteX2" fmla="*/ 0 w 153571"/>
                    <a:gd name="connsiteY2" fmla="*/ 76804 h 153607"/>
                    <a:gd name="connsiteX3" fmla="*/ 76786 w 153571"/>
                    <a:gd name="connsiteY3" fmla="*/ 0 h 153607"/>
                    <a:gd name="connsiteX4" fmla="*/ 153572 w 153571"/>
                    <a:gd name="connsiteY4" fmla="*/ 76804 h 153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3571" h="153607" fill="norm" stroke="1" extrusionOk="0">
                      <a:moveTo>
                        <a:pt x="153572" y="76804"/>
                      </a:moveTo>
                      <a:cubicBezTo>
                        <a:pt x="153572" y="119278"/>
                        <a:pt x="119251" y="153607"/>
                        <a:pt x="76786" y="153607"/>
                      </a:cubicBezTo>
                      <a:cubicBezTo>
                        <a:pt x="34321" y="153607"/>
                        <a:pt x="0" y="119278"/>
                        <a:pt x="0" y="76804"/>
                      </a:cubicBezTo>
                      <a:cubicBezTo>
                        <a:pt x="0" y="34329"/>
                        <a:pt x="34321" y="0"/>
                        <a:pt x="76786" y="0"/>
                      </a:cubicBezTo>
                      <a:cubicBezTo>
                        <a:pt x="119251" y="0"/>
                        <a:pt x="153572" y="34329"/>
                        <a:pt x="153572" y="76804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26" name="Рисунок 8"/>
              <p:cNvGrpSpPr/>
              <p:nvPr/>
            </p:nvGrpSpPr>
            <p:grpSpPr bwMode="auto">
              <a:xfrm>
                <a:off x="9110663" y="395640"/>
                <a:ext cx="475830" cy="361907"/>
                <a:chOff x="9110663" y="395640"/>
                <a:chExt cx="475830" cy="361907"/>
              </a:xfrm>
              <a:solidFill>
                <a:srgbClr val="797D82"/>
              </a:solidFill>
            </p:grpSpPr>
            <p:sp>
              <p:nvSpPr>
                <p:cNvPr id="27" name="Полилиния 26"/>
                <p:cNvSpPr/>
                <p:nvPr/>
              </p:nvSpPr>
              <p:spPr bwMode="auto">
                <a:xfrm>
                  <a:off x="9110663" y="694127"/>
                  <a:ext cx="67478" cy="63421"/>
                </a:xfrm>
                <a:custGeom>
                  <a:avLst/>
                  <a:gdLst>
                    <a:gd name="connsiteX0" fmla="*/ 37229 w 67478"/>
                    <a:gd name="connsiteY0" fmla="*/ 52366 h 63421"/>
                    <a:gd name="connsiteX1" fmla="*/ 67478 w 67478"/>
                    <a:gd name="connsiteY1" fmla="*/ 4073 h 63421"/>
                    <a:gd name="connsiteX2" fmla="*/ 37811 w 67478"/>
                    <a:gd name="connsiteY2" fmla="*/ 0 h 63421"/>
                    <a:gd name="connsiteX3" fmla="*/ 0 w 67478"/>
                    <a:gd name="connsiteY3" fmla="*/ 63421 h 63421"/>
                    <a:gd name="connsiteX4" fmla="*/ 37229 w 67478"/>
                    <a:gd name="connsiteY4" fmla="*/ 52366 h 63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78" h="63421" fill="norm" stroke="1" extrusionOk="0">
                      <a:moveTo>
                        <a:pt x="37229" y="52366"/>
                      </a:moveTo>
                      <a:cubicBezTo>
                        <a:pt x="47119" y="36074"/>
                        <a:pt x="57008" y="19783"/>
                        <a:pt x="67478" y="4073"/>
                      </a:cubicBezTo>
                      <a:cubicBezTo>
                        <a:pt x="57589" y="2327"/>
                        <a:pt x="47700" y="1164"/>
                        <a:pt x="37811" y="0"/>
                      </a:cubicBezTo>
                      <a:cubicBezTo>
                        <a:pt x="25013" y="20365"/>
                        <a:pt x="12216" y="41311"/>
                        <a:pt x="0" y="63421"/>
                      </a:cubicBezTo>
                      <a:cubicBezTo>
                        <a:pt x="12216" y="59930"/>
                        <a:pt x="25013" y="55857"/>
                        <a:pt x="37229" y="52366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28" name="Полилиния 27"/>
                <p:cNvSpPr/>
                <p:nvPr/>
              </p:nvSpPr>
              <p:spPr bwMode="auto">
                <a:xfrm>
                  <a:off x="9165926" y="395640"/>
                  <a:ext cx="420567" cy="308378"/>
                </a:xfrm>
                <a:custGeom>
                  <a:avLst/>
                  <a:gdLst>
                    <a:gd name="connsiteX0" fmla="*/ 29086 w 420567"/>
                    <a:gd name="connsiteY0" fmla="*/ 277540 h 308378"/>
                    <a:gd name="connsiteX1" fmla="*/ 319941 w 420567"/>
                    <a:gd name="connsiteY1" fmla="*/ 26765 h 308378"/>
                    <a:gd name="connsiteX2" fmla="*/ 349608 w 420567"/>
                    <a:gd name="connsiteY2" fmla="*/ 33747 h 308378"/>
                    <a:gd name="connsiteX3" fmla="*/ 371713 w 420567"/>
                    <a:gd name="connsiteY3" fmla="*/ 305469 h 308378"/>
                    <a:gd name="connsiteX4" fmla="*/ 398472 w 420567"/>
                    <a:gd name="connsiteY4" fmla="*/ 308378 h 308378"/>
                    <a:gd name="connsiteX5" fmla="*/ 362406 w 420567"/>
                    <a:gd name="connsiteY5" fmla="*/ 9891 h 308378"/>
                    <a:gd name="connsiteX6" fmla="*/ 320523 w 420567"/>
                    <a:gd name="connsiteY6" fmla="*/ 0 h 308378"/>
                    <a:gd name="connsiteX7" fmla="*/ 0 w 420567"/>
                    <a:gd name="connsiteY7" fmla="*/ 272886 h 308378"/>
                    <a:gd name="connsiteX8" fmla="*/ 29086 w 420567"/>
                    <a:gd name="connsiteY8" fmla="*/ 277540 h 3083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0567" h="308378" fill="norm" stroke="1" extrusionOk="0">
                      <a:moveTo>
                        <a:pt x="29086" y="277540"/>
                      </a:moveTo>
                      <a:cubicBezTo>
                        <a:pt x="131467" y="128006"/>
                        <a:pt x="245482" y="26765"/>
                        <a:pt x="319941" y="26765"/>
                      </a:cubicBezTo>
                      <a:cubicBezTo>
                        <a:pt x="330993" y="26765"/>
                        <a:pt x="340883" y="29092"/>
                        <a:pt x="349608" y="33747"/>
                      </a:cubicBezTo>
                      <a:cubicBezTo>
                        <a:pt x="397890" y="59348"/>
                        <a:pt x="408361" y="162335"/>
                        <a:pt x="371713" y="305469"/>
                      </a:cubicBezTo>
                      <a:cubicBezTo>
                        <a:pt x="381021" y="306051"/>
                        <a:pt x="389746" y="307214"/>
                        <a:pt x="398472" y="308378"/>
                      </a:cubicBezTo>
                      <a:cubicBezTo>
                        <a:pt x="436283" y="158844"/>
                        <a:pt x="426394" y="43638"/>
                        <a:pt x="362406" y="9891"/>
                      </a:cubicBezTo>
                      <a:cubicBezTo>
                        <a:pt x="349608" y="3491"/>
                        <a:pt x="335647" y="0"/>
                        <a:pt x="320523" y="0"/>
                      </a:cubicBezTo>
                      <a:cubicBezTo>
                        <a:pt x="233266" y="0"/>
                        <a:pt x="110525" y="107060"/>
                        <a:pt x="0" y="272886"/>
                      </a:cubicBezTo>
                      <a:cubicBezTo>
                        <a:pt x="9307" y="274049"/>
                        <a:pt x="19196" y="275795"/>
                        <a:pt x="29086" y="277540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29" name="Рисунок 8"/>
            <p:cNvGrpSpPr/>
            <p:nvPr/>
          </p:nvGrpSpPr>
          <p:grpSpPr bwMode="auto">
            <a:xfrm>
              <a:off x="9439911" y="1178804"/>
              <a:ext cx="1823662" cy="426492"/>
              <a:chOff x="9439911" y="1178804"/>
              <a:chExt cx="1823662" cy="426492"/>
            </a:xfrm>
            <a:solidFill>
              <a:srgbClr val="797D82"/>
            </a:solidFill>
          </p:grpSpPr>
          <p:sp>
            <p:nvSpPr>
              <p:cNvPr id="30" name="Полилиния 29"/>
              <p:cNvSpPr/>
              <p:nvPr/>
            </p:nvSpPr>
            <p:spPr bwMode="auto">
              <a:xfrm>
                <a:off x="9439911" y="1178804"/>
                <a:ext cx="418249" cy="426492"/>
              </a:xfrm>
              <a:custGeom>
                <a:avLst/>
                <a:gdLst>
                  <a:gd name="connsiteX0" fmla="*/ 352517 w 418249"/>
                  <a:gd name="connsiteY0" fmla="*/ 426493 h 426492"/>
                  <a:gd name="connsiteX1" fmla="*/ 352517 w 418249"/>
                  <a:gd name="connsiteY1" fmla="*/ 123351 h 426492"/>
                  <a:gd name="connsiteX2" fmla="*/ 209416 w 418249"/>
                  <a:gd name="connsiteY2" fmla="*/ 303723 h 426492"/>
                  <a:gd name="connsiteX3" fmla="*/ 65733 w 418249"/>
                  <a:gd name="connsiteY3" fmla="*/ 123351 h 426492"/>
                  <a:gd name="connsiteX4" fmla="*/ 65733 w 418249"/>
                  <a:gd name="connsiteY4" fmla="*/ 426493 h 426492"/>
                  <a:gd name="connsiteX5" fmla="*/ 0 w 418249"/>
                  <a:gd name="connsiteY5" fmla="*/ 426493 h 426492"/>
                  <a:gd name="connsiteX6" fmla="*/ 0 w 418249"/>
                  <a:gd name="connsiteY6" fmla="*/ 0 h 426492"/>
                  <a:gd name="connsiteX7" fmla="*/ 38393 w 418249"/>
                  <a:gd name="connsiteY7" fmla="*/ 0 h 426492"/>
                  <a:gd name="connsiteX8" fmla="*/ 209416 w 418249"/>
                  <a:gd name="connsiteY8" fmla="*/ 216447 h 426492"/>
                  <a:gd name="connsiteX9" fmla="*/ 380439 w 418249"/>
                  <a:gd name="connsiteY9" fmla="*/ 0 h 426492"/>
                  <a:gd name="connsiteX10" fmla="*/ 418250 w 418249"/>
                  <a:gd name="connsiteY10" fmla="*/ 0 h 426492"/>
                  <a:gd name="connsiteX11" fmla="*/ 418250 w 418249"/>
                  <a:gd name="connsiteY11" fmla="*/ 426493 h 426492"/>
                  <a:gd name="connsiteX12" fmla="*/ 352517 w 418249"/>
                  <a:gd name="connsiteY12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8249" h="426492" fill="norm" stroke="1" extrusionOk="0">
                    <a:moveTo>
                      <a:pt x="352517" y="426493"/>
                    </a:moveTo>
                    <a:lnTo>
                      <a:pt x="352517" y="123351"/>
                    </a:lnTo>
                    <a:lnTo>
                      <a:pt x="209416" y="303723"/>
                    </a:lnTo>
                    <a:lnTo>
                      <a:pt x="65733" y="123351"/>
                    </a:lnTo>
                    <a:lnTo>
                      <a:pt x="6573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38393" y="0"/>
                    </a:lnTo>
                    <a:lnTo>
                      <a:pt x="209416" y="216447"/>
                    </a:lnTo>
                    <a:lnTo>
                      <a:pt x="380439" y="0"/>
                    </a:lnTo>
                    <a:lnTo>
                      <a:pt x="418250" y="0"/>
                    </a:lnTo>
                    <a:lnTo>
                      <a:pt x="418250" y="426493"/>
                    </a:lnTo>
                    <a:lnTo>
                      <a:pt x="352517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1" name="Полилиния 30"/>
              <p:cNvSpPr/>
              <p:nvPr/>
            </p:nvSpPr>
            <p:spPr bwMode="auto">
              <a:xfrm>
                <a:off x="9912260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 fill="norm" stroke="1" extrusionOk="0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2" name="Полилиния 31"/>
              <p:cNvSpPr/>
              <p:nvPr/>
            </p:nvSpPr>
            <p:spPr bwMode="auto">
              <a:xfrm>
                <a:off x="10934326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 fill="norm" stroke="1" extrusionOk="0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33" name="Рисунок 8"/>
            <p:cNvGrpSpPr/>
            <p:nvPr/>
          </p:nvGrpSpPr>
          <p:grpSpPr bwMode="auto">
            <a:xfrm>
              <a:off x="10560868" y="851807"/>
              <a:ext cx="763786" cy="185608"/>
              <a:chOff x="10560868" y="851807"/>
              <a:chExt cx="763786" cy="185608"/>
            </a:xfrm>
            <a:solidFill>
              <a:srgbClr val="797D82"/>
            </a:solidFill>
          </p:grpSpPr>
          <p:sp>
            <p:nvSpPr>
              <p:cNvPr id="34" name="Полилиния 33"/>
              <p:cNvSpPr/>
              <p:nvPr/>
            </p:nvSpPr>
            <p:spPr bwMode="auto">
              <a:xfrm>
                <a:off x="10560868" y="851807"/>
                <a:ext cx="154153" cy="185608"/>
              </a:xfrm>
              <a:custGeom>
                <a:avLst/>
                <a:gdLst>
                  <a:gd name="connsiteX0" fmla="*/ 115179 w 154153"/>
                  <a:gd name="connsiteY0" fmla="*/ 185609 h 185608"/>
                  <a:gd name="connsiteX1" fmla="*/ 115179 w 154153"/>
                  <a:gd name="connsiteY1" fmla="*/ 109969 h 185608"/>
                  <a:gd name="connsiteX2" fmla="*/ 38975 w 154153"/>
                  <a:gd name="connsiteY2" fmla="*/ 109969 h 185608"/>
                  <a:gd name="connsiteX3" fmla="*/ 38975 w 154153"/>
                  <a:gd name="connsiteY3" fmla="*/ 185609 h 185608"/>
                  <a:gd name="connsiteX4" fmla="*/ 0 w 154153"/>
                  <a:gd name="connsiteY4" fmla="*/ 185609 h 185608"/>
                  <a:gd name="connsiteX5" fmla="*/ 0 w 154153"/>
                  <a:gd name="connsiteY5" fmla="*/ 0 h 185608"/>
                  <a:gd name="connsiteX6" fmla="*/ 38975 w 154153"/>
                  <a:gd name="connsiteY6" fmla="*/ 0 h 185608"/>
                  <a:gd name="connsiteX7" fmla="*/ 38975 w 154153"/>
                  <a:gd name="connsiteY7" fmla="*/ 75058 h 185608"/>
                  <a:gd name="connsiteX8" fmla="*/ 115179 w 154153"/>
                  <a:gd name="connsiteY8" fmla="*/ 75058 h 185608"/>
                  <a:gd name="connsiteX9" fmla="*/ 115179 w 154153"/>
                  <a:gd name="connsiteY9" fmla="*/ 0 h 185608"/>
                  <a:gd name="connsiteX10" fmla="*/ 154153 w 154153"/>
                  <a:gd name="connsiteY10" fmla="*/ 0 h 185608"/>
                  <a:gd name="connsiteX11" fmla="*/ 154153 w 154153"/>
                  <a:gd name="connsiteY11" fmla="*/ 185609 h 185608"/>
                  <a:gd name="connsiteX12" fmla="*/ 115179 w 154153"/>
                  <a:gd name="connsiteY12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4153" h="185608" fill="norm" stroke="1" extrusionOk="0">
                    <a:moveTo>
                      <a:pt x="115179" y="185609"/>
                    </a:moveTo>
                    <a:lnTo>
                      <a:pt x="115179" y="109969"/>
                    </a:lnTo>
                    <a:lnTo>
                      <a:pt x="38975" y="109969"/>
                    </a:lnTo>
                    <a:lnTo>
                      <a:pt x="38975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5" y="0"/>
                    </a:lnTo>
                    <a:lnTo>
                      <a:pt x="38975" y="75058"/>
                    </a:lnTo>
                    <a:lnTo>
                      <a:pt x="115179" y="75058"/>
                    </a:lnTo>
                    <a:lnTo>
                      <a:pt x="115179" y="0"/>
                    </a:lnTo>
                    <a:lnTo>
                      <a:pt x="154153" y="0"/>
                    </a:lnTo>
                    <a:lnTo>
                      <a:pt x="154153" y="185609"/>
                    </a:lnTo>
                    <a:lnTo>
                      <a:pt x="115179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5" name="Полилиния 34"/>
              <p:cNvSpPr/>
              <p:nvPr/>
            </p:nvSpPr>
            <p:spPr bwMode="auto">
              <a:xfrm>
                <a:off x="10759231" y="851807"/>
                <a:ext cx="155898" cy="185608"/>
              </a:xfrm>
              <a:custGeom>
                <a:avLst/>
                <a:gdLst>
                  <a:gd name="connsiteX0" fmla="*/ 116342 w 155898"/>
                  <a:gd name="connsiteY0" fmla="*/ 185609 h 185608"/>
                  <a:gd name="connsiteX1" fmla="*/ 116342 w 155898"/>
                  <a:gd name="connsiteY1" fmla="*/ 69240 h 185608"/>
                  <a:gd name="connsiteX2" fmla="*/ 22687 w 155898"/>
                  <a:gd name="connsiteY2" fmla="*/ 185609 h 185608"/>
                  <a:gd name="connsiteX3" fmla="*/ 0 w 155898"/>
                  <a:gd name="connsiteY3" fmla="*/ 185609 h 185608"/>
                  <a:gd name="connsiteX4" fmla="*/ 0 w 155898"/>
                  <a:gd name="connsiteY4" fmla="*/ 0 h 185608"/>
                  <a:gd name="connsiteX5" fmla="*/ 38974 w 155898"/>
                  <a:gd name="connsiteY5" fmla="*/ 0 h 185608"/>
                  <a:gd name="connsiteX6" fmla="*/ 38974 w 155898"/>
                  <a:gd name="connsiteY6" fmla="*/ 116951 h 185608"/>
                  <a:gd name="connsiteX7" fmla="*/ 132630 w 155898"/>
                  <a:gd name="connsiteY7" fmla="*/ 0 h 185608"/>
                  <a:gd name="connsiteX8" fmla="*/ 155898 w 155898"/>
                  <a:gd name="connsiteY8" fmla="*/ 0 h 185608"/>
                  <a:gd name="connsiteX9" fmla="*/ 155898 w 155898"/>
                  <a:gd name="connsiteY9" fmla="*/ 185609 h 185608"/>
                  <a:gd name="connsiteX10" fmla="*/ 116342 w 155898"/>
                  <a:gd name="connsiteY10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5898" h="185608" fill="norm" stroke="1" extrusionOk="0">
                    <a:moveTo>
                      <a:pt x="116342" y="185609"/>
                    </a:moveTo>
                    <a:lnTo>
                      <a:pt x="116342" y="69240"/>
                    </a:lnTo>
                    <a:lnTo>
                      <a:pt x="22687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4" y="0"/>
                    </a:lnTo>
                    <a:lnTo>
                      <a:pt x="38974" y="116951"/>
                    </a:lnTo>
                    <a:lnTo>
                      <a:pt x="132630" y="0"/>
                    </a:lnTo>
                    <a:lnTo>
                      <a:pt x="155898" y="0"/>
                    </a:lnTo>
                    <a:lnTo>
                      <a:pt x="155898" y="185609"/>
                    </a:lnTo>
                    <a:lnTo>
                      <a:pt x="116342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6" name="Полилиния 35"/>
              <p:cNvSpPr/>
              <p:nvPr/>
            </p:nvSpPr>
            <p:spPr bwMode="auto">
              <a:xfrm>
                <a:off x="10946542" y="852389"/>
                <a:ext cx="156480" cy="185026"/>
              </a:xfrm>
              <a:custGeom>
                <a:avLst/>
                <a:gdLst>
                  <a:gd name="connsiteX0" fmla="*/ 118088 w 156480"/>
                  <a:gd name="connsiteY0" fmla="*/ 185027 h 185026"/>
                  <a:gd name="connsiteX1" fmla="*/ 118088 w 156480"/>
                  <a:gd name="connsiteY1" fmla="*/ 139643 h 185026"/>
                  <a:gd name="connsiteX2" fmla="*/ 95982 w 156480"/>
                  <a:gd name="connsiteY2" fmla="*/ 139643 h 185026"/>
                  <a:gd name="connsiteX3" fmla="*/ 56426 w 156480"/>
                  <a:gd name="connsiteY3" fmla="*/ 166408 h 185026"/>
                  <a:gd name="connsiteX4" fmla="*/ 43628 w 156480"/>
                  <a:gd name="connsiteY4" fmla="*/ 185027 h 185026"/>
                  <a:gd name="connsiteX5" fmla="*/ 0 w 156480"/>
                  <a:gd name="connsiteY5" fmla="*/ 185027 h 185026"/>
                  <a:gd name="connsiteX6" fmla="*/ 16870 w 156480"/>
                  <a:gd name="connsiteY6" fmla="*/ 160589 h 185026"/>
                  <a:gd name="connsiteX7" fmla="*/ 46537 w 156480"/>
                  <a:gd name="connsiteY7" fmla="*/ 128006 h 185026"/>
                  <a:gd name="connsiteX8" fmla="*/ 4072 w 156480"/>
                  <a:gd name="connsiteY8" fmla="*/ 69821 h 185026"/>
                  <a:gd name="connsiteX9" fmla="*/ 89584 w 156480"/>
                  <a:gd name="connsiteY9" fmla="*/ 0 h 185026"/>
                  <a:gd name="connsiteX10" fmla="*/ 156480 w 156480"/>
                  <a:gd name="connsiteY10" fmla="*/ 0 h 185026"/>
                  <a:gd name="connsiteX11" fmla="*/ 156480 w 156480"/>
                  <a:gd name="connsiteY11" fmla="*/ 185027 h 185026"/>
                  <a:gd name="connsiteX12" fmla="*/ 118088 w 156480"/>
                  <a:gd name="connsiteY12" fmla="*/ 185027 h 185026"/>
                  <a:gd name="connsiteX13" fmla="*/ 86093 w 156480"/>
                  <a:gd name="connsiteY13" fmla="*/ 34329 h 185026"/>
                  <a:gd name="connsiteX14" fmla="*/ 40720 w 156480"/>
                  <a:gd name="connsiteY14" fmla="*/ 69821 h 185026"/>
                  <a:gd name="connsiteX15" fmla="*/ 86093 w 156480"/>
                  <a:gd name="connsiteY15" fmla="*/ 105314 h 185026"/>
                  <a:gd name="connsiteX16" fmla="*/ 118088 w 156480"/>
                  <a:gd name="connsiteY16" fmla="*/ 105314 h 185026"/>
                  <a:gd name="connsiteX17" fmla="*/ 118088 w 156480"/>
                  <a:gd name="connsiteY17" fmla="*/ 34329 h 185026"/>
                  <a:gd name="connsiteX18" fmla="*/ 86093 w 156480"/>
                  <a:gd name="connsiteY18" fmla="*/ 34329 h 185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6480" h="185026" fill="norm" stroke="1" extrusionOk="0">
                    <a:moveTo>
                      <a:pt x="118088" y="185027"/>
                    </a:moveTo>
                    <a:lnTo>
                      <a:pt x="118088" y="139643"/>
                    </a:lnTo>
                    <a:lnTo>
                      <a:pt x="95982" y="139643"/>
                    </a:lnTo>
                    <a:cubicBezTo>
                      <a:pt x="76786" y="140225"/>
                      <a:pt x="71551" y="144298"/>
                      <a:pt x="56426" y="166408"/>
                    </a:cubicBezTo>
                    <a:lnTo>
                      <a:pt x="43628" y="185027"/>
                    </a:lnTo>
                    <a:lnTo>
                      <a:pt x="0" y="185027"/>
                    </a:lnTo>
                    <a:lnTo>
                      <a:pt x="16870" y="160589"/>
                    </a:lnTo>
                    <a:cubicBezTo>
                      <a:pt x="29086" y="142552"/>
                      <a:pt x="37811" y="133243"/>
                      <a:pt x="46537" y="128006"/>
                    </a:cubicBezTo>
                    <a:cubicBezTo>
                      <a:pt x="19778" y="118115"/>
                      <a:pt x="4072" y="97168"/>
                      <a:pt x="4072" y="69821"/>
                    </a:cubicBezTo>
                    <a:cubicBezTo>
                      <a:pt x="4072" y="30838"/>
                      <a:pt x="34321" y="0"/>
                      <a:pt x="89584" y="0"/>
                    </a:cubicBezTo>
                    <a:lnTo>
                      <a:pt x="156480" y="0"/>
                    </a:lnTo>
                    <a:lnTo>
                      <a:pt x="156480" y="185027"/>
                    </a:lnTo>
                    <a:lnTo>
                      <a:pt x="118088" y="185027"/>
                    </a:lnTo>
                    <a:close/>
                    <a:moveTo>
                      <a:pt x="86093" y="34329"/>
                    </a:moveTo>
                    <a:cubicBezTo>
                      <a:pt x="60498" y="34329"/>
                      <a:pt x="40720" y="45966"/>
                      <a:pt x="40720" y="69821"/>
                    </a:cubicBezTo>
                    <a:cubicBezTo>
                      <a:pt x="40720" y="94841"/>
                      <a:pt x="60498" y="105314"/>
                      <a:pt x="86093" y="105314"/>
                    </a:cubicBezTo>
                    <a:lnTo>
                      <a:pt x="118088" y="105314"/>
                    </a:lnTo>
                    <a:lnTo>
                      <a:pt x="118088" y="34329"/>
                    </a:lnTo>
                    <a:lnTo>
                      <a:pt x="86093" y="3432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7" name="Полилиния 36"/>
              <p:cNvSpPr/>
              <p:nvPr/>
            </p:nvSpPr>
            <p:spPr bwMode="auto">
              <a:xfrm>
                <a:off x="11137343" y="851807"/>
                <a:ext cx="187310" cy="185608"/>
              </a:xfrm>
              <a:custGeom>
                <a:avLst/>
                <a:gdLst>
                  <a:gd name="connsiteX0" fmla="*/ 30831 w 187310"/>
                  <a:gd name="connsiteY0" fmla="*/ 185609 h 185608"/>
                  <a:gd name="connsiteX1" fmla="*/ 71550 w 187310"/>
                  <a:gd name="connsiteY1" fmla="*/ 118696 h 185608"/>
                  <a:gd name="connsiteX2" fmla="*/ 0 w 187310"/>
                  <a:gd name="connsiteY2" fmla="*/ 0 h 185608"/>
                  <a:gd name="connsiteX3" fmla="*/ 44210 w 187310"/>
                  <a:gd name="connsiteY3" fmla="*/ 0 h 185608"/>
                  <a:gd name="connsiteX4" fmla="*/ 93655 w 187310"/>
                  <a:gd name="connsiteY4" fmla="*/ 80876 h 185608"/>
                  <a:gd name="connsiteX5" fmla="*/ 143101 w 187310"/>
                  <a:gd name="connsiteY5" fmla="*/ 0 h 185608"/>
                  <a:gd name="connsiteX6" fmla="*/ 187311 w 187310"/>
                  <a:gd name="connsiteY6" fmla="*/ 0 h 185608"/>
                  <a:gd name="connsiteX7" fmla="*/ 75040 w 187310"/>
                  <a:gd name="connsiteY7" fmla="*/ 185609 h 185608"/>
                  <a:gd name="connsiteX8" fmla="*/ 30831 w 187310"/>
                  <a:gd name="connsiteY8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7310" h="185608" fill="norm" stroke="1" extrusionOk="0">
                    <a:moveTo>
                      <a:pt x="30831" y="185609"/>
                    </a:moveTo>
                    <a:lnTo>
                      <a:pt x="71550" y="118696"/>
                    </a:lnTo>
                    <a:lnTo>
                      <a:pt x="0" y="0"/>
                    </a:lnTo>
                    <a:lnTo>
                      <a:pt x="44210" y="0"/>
                    </a:lnTo>
                    <a:lnTo>
                      <a:pt x="93655" y="80876"/>
                    </a:lnTo>
                    <a:lnTo>
                      <a:pt x="143101" y="0"/>
                    </a:lnTo>
                    <a:lnTo>
                      <a:pt x="187311" y="0"/>
                    </a:lnTo>
                    <a:lnTo>
                      <a:pt x="75040" y="185609"/>
                    </a:lnTo>
                    <a:lnTo>
                      <a:pt x="30831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38" name="Полилиния 37"/>
            <p:cNvSpPr/>
            <p:nvPr/>
          </p:nvSpPr>
          <p:spPr bwMode="auto">
            <a:xfrm>
              <a:off x="10267686" y="1178804"/>
              <a:ext cx="641626" cy="425329"/>
            </a:xfrm>
            <a:custGeom>
              <a:avLst/>
              <a:gdLst>
                <a:gd name="connsiteX0" fmla="*/ 470604 w 641626"/>
                <a:gd name="connsiteY0" fmla="*/ 15128 h 425329"/>
                <a:gd name="connsiteX1" fmla="*/ 353098 w 641626"/>
                <a:gd name="connsiteY1" fmla="*/ 78549 h 425329"/>
                <a:gd name="connsiteX2" fmla="*/ 353098 w 641626"/>
                <a:gd name="connsiteY2" fmla="*/ 0 h 425329"/>
                <a:gd name="connsiteX3" fmla="*/ 287365 w 641626"/>
                <a:gd name="connsiteY3" fmla="*/ 0 h 425329"/>
                <a:gd name="connsiteX4" fmla="*/ 287365 w 641626"/>
                <a:gd name="connsiteY4" fmla="*/ 191427 h 425329"/>
                <a:gd name="connsiteX5" fmla="*/ 176840 w 641626"/>
                <a:gd name="connsiteY5" fmla="*/ 304887 h 425329"/>
                <a:gd name="connsiteX6" fmla="*/ 66315 w 641626"/>
                <a:gd name="connsiteY6" fmla="*/ 191427 h 425329"/>
                <a:gd name="connsiteX7" fmla="*/ 176840 w 641626"/>
                <a:gd name="connsiteY7" fmla="*/ 77386 h 425329"/>
                <a:gd name="connsiteX8" fmla="*/ 258861 w 641626"/>
                <a:gd name="connsiteY8" fmla="*/ 113460 h 425329"/>
                <a:gd name="connsiteX9" fmla="*/ 258861 w 641626"/>
                <a:gd name="connsiteY9" fmla="*/ 46548 h 425329"/>
                <a:gd name="connsiteX10" fmla="*/ 170441 w 641626"/>
                <a:gd name="connsiteY10" fmla="*/ 15128 h 425329"/>
                <a:gd name="connsiteX11" fmla="*/ 0 w 641626"/>
                <a:gd name="connsiteY11" fmla="*/ 190845 h 425329"/>
                <a:gd name="connsiteX12" fmla="*/ 170441 w 641626"/>
                <a:gd name="connsiteY12" fmla="*/ 365981 h 425329"/>
                <a:gd name="connsiteX13" fmla="*/ 287947 w 641626"/>
                <a:gd name="connsiteY13" fmla="*/ 303142 h 425329"/>
                <a:gd name="connsiteX14" fmla="*/ 287947 w 641626"/>
                <a:gd name="connsiteY14" fmla="*/ 425329 h 425329"/>
                <a:gd name="connsiteX15" fmla="*/ 354844 w 641626"/>
                <a:gd name="connsiteY15" fmla="*/ 425329 h 425329"/>
                <a:gd name="connsiteX16" fmla="*/ 354844 w 641626"/>
                <a:gd name="connsiteY16" fmla="*/ 181536 h 425329"/>
                <a:gd name="connsiteX17" fmla="*/ 354844 w 641626"/>
                <a:gd name="connsiteY17" fmla="*/ 181536 h 425329"/>
                <a:gd name="connsiteX18" fmla="*/ 465369 w 641626"/>
                <a:gd name="connsiteY18" fmla="*/ 76222 h 425329"/>
                <a:gd name="connsiteX19" fmla="*/ 575894 w 641626"/>
                <a:gd name="connsiteY19" fmla="*/ 190264 h 425329"/>
                <a:gd name="connsiteX20" fmla="*/ 465369 w 641626"/>
                <a:gd name="connsiteY20" fmla="*/ 303723 h 425329"/>
                <a:gd name="connsiteX21" fmla="*/ 384511 w 641626"/>
                <a:gd name="connsiteY21" fmla="*/ 268813 h 425329"/>
                <a:gd name="connsiteX22" fmla="*/ 384511 w 641626"/>
                <a:gd name="connsiteY22" fmla="*/ 336307 h 425329"/>
                <a:gd name="connsiteX23" fmla="*/ 471767 w 641626"/>
                <a:gd name="connsiteY23" fmla="*/ 365981 h 425329"/>
                <a:gd name="connsiteX24" fmla="*/ 641627 w 641626"/>
                <a:gd name="connsiteY24" fmla="*/ 190845 h 425329"/>
                <a:gd name="connsiteX25" fmla="*/ 470604 w 641626"/>
                <a:gd name="connsiteY25" fmla="*/ 15128 h 425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41626" h="425329" fill="norm" stroke="1" extrusionOk="0">
                  <a:moveTo>
                    <a:pt x="470604" y="15128"/>
                  </a:moveTo>
                  <a:cubicBezTo>
                    <a:pt x="419995" y="15128"/>
                    <a:pt x="376367" y="41311"/>
                    <a:pt x="353098" y="78549"/>
                  </a:cubicBezTo>
                  <a:lnTo>
                    <a:pt x="353098" y="0"/>
                  </a:lnTo>
                  <a:lnTo>
                    <a:pt x="287365" y="0"/>
                  </a:lnTo>
                  <a:lnTo>
                    <a:pt x="287365" y="191427"/>
                  </a:lnTo>
                  <a:cubicBezTo>
                    <a:pt x="287365" y="257176"/>
                    <a:pt x="238501" y="304887"/>
                    <a:pt x="176840" y="304887"/>
                  </a:cubicBezTo>
                  <a:cubicBezTo>
                    <a:pt x="114597" y="304887"/>
                    <a:pt x="66315" y="257176"/>
                    <a:pt x="66315" y="191427"/>
                  </a:cubicBezTo>
                  <a:cubicBezTo>
                    <a:pt x="66315" y="125679"/>
                    <a:pt x="115179" y="77386"/>
                    <a:pt x="176840" y="77386"/>
                  </a:cubicBezTo>
                  <a:cubicBezTo>
                    <a:pt x="209416" y="77386"/>
                    <a:pt x="238501" y="90768"/>
                    <a:pt x="258861" y="113460"/>
                  </a:cubicBezTo>
                  <a:lnTo>
                    <a:pt x="258861" y="46548"/>
                  </a:lnTo>
                  <a:cubicBezTo>
                    <a:pt x="235011" y="27347"/>
                    <a:pt x="204180" y="15128"/>
                    <a:pt x="170441" y="15128"/>
                  </a:cubicBezTo>
                  <a:cubicBezTo>
                    <a:pt x="68642" y="15128"/>
                    <a:pt x="0" y="93095"/>
                    <a:pt x="0" y="190845"/>
                  </a:cubicBezTo>
                  <a:cubicBezTo>
                    <a:pt x="0" y="288595"/>
                    <a:pt x="68642" y="365981"/>
                    <a:pt x="170441" y="365981"/>
                  </a:cubicBezTo>
                  <a:cubicBezTo>
                    <a:pt x="221050" y="365981"/>
                    <a:pt x="264678" y="340380"/>
                    <a:pt x="287947" y="303142"/>
                  </a:cubicBezTo>
                  <a:lnTo>
                    <a:pt x="287947" y="425329"/>
                  </a:lnTo>
                  <a:lnTo>
                    <a:pt x="354844" y="425329"/>
                  </a:lnTo>
                  <a:lnTo>
                    <a:pt x="354844" y="181536"/>
                  </a:lnTo>
                  <a:lnTo>
                    <a:pt x="354844" y="181536"/>
                  </a:lnTo>
                  <a:cubicBezTo>
                    <a:pt x="358915" y="120442"/>
                    <a:pt x="406034" y="76222"/>
                    <a:pt x="465369" y="76222"/>
                  </a:cubicBezTo>
                  <a:cubicBezTo>
                    <a:pt x="527612" y="76222"/>
                    <a:pt x="575894" y="124515"/>
                    <a:pt x="575894" y="190264"/>
                  </a:cubicBezTo>
                  <a:cubicBezTo>
                    <a:pt x="575894" y="256012"/>
                    <a:pt x="527030" y="303723"/>
                    <a:pt x="465369" y="303723"/>
                  </a:cubicBezTo>
                  <a:cubicBezTo>
                    <a:pt x="432793" y="303723"/>
                    <a:pt x="404289" y="290341"/>
                    <a:pt x="384511" y="268813"/>
                  </a:cubicBezTo>
                  <a:lnTo>
                    <a:pt x="384511" y="336307"/>
                  </a:lnTo>
                  <a:cubicBezTo>
                    <a:pt x="407779" y="354344"/>
                    <a:pt x="438028" y="365981"/>
                    <a:pt x="471767" y="365981"/>
                  </a:cubicBezTo>
                  <a:cubicBezTo>
                    <a:pt x="572985" y="365981"/>
                    <a:pt x="641627" y="288595"/>
                    <a:pt x="641627" y="190845"/>
                  </a:cubicBezTo>
                  <a:cubicBezTo>
                    <a:pt x="640464" y="93095"/>
                    <a:pt x="571240" y="15128"/>
                    <a:pt x="470604" y="15128"/>
                  </a:cubicBezTo>
                  <a:close/>
                </a:path>
              </a:pathLst>
            </a:custGeom>
            <a:solidFill>
              <a:srgbClr val="797D82"/>
            </a:solidFill>
            <a:ln w="581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Титульный слайд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Текст 2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60194" y="5784890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01.01.2025</a:t>
            </a:r>
            <a:endParaRPr/>
          </a:p>
        </p:txBody>
      </p:sp>
      <p:sp>
        <p:nvSpPr>
          <p:cNvPr id="10" name="Текст 2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60194" y="2058084"/>
            <a:ext cx="6006861" cy="156966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4800" b="1">
                <a:solidFill>
                  <a:schemeClr val="accent4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Альтернативный </a:t>
            </a:r>
            <a:br>
              <a:rPr lang="ru-RU"/>
            </a:br>
            <a:r>
              <a:rPr lang="ru-RU"/>
              <a:t>заголовок</a:t>
            </a:r>
            <a:endParaRPr/>
          </a:p>
        </p:txBody>
      </p:sp>
      <p:sp>
        <p:nvSpPr>
          <p:cNvPr id="12" name="Текст 26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60193" y="3866948"/>
            <a:ext cx="4858971" cy="5232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800">
                <a:solidFill>
                  <a:schemeClr val="accent5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grpSp>
        <p:nvGrpSpPr>
          <p:cNvPr id="2" name="Рисунок 5"/>
          <p:cNvGrpSpPr/>
          <p:nvPr/>
        </p:nvGrpSpPr>
        <p:grpSpPr bwMode="auto">
          <a:xfrm>
            <a:off x="-624822" y="-731394"/>
            <a:ext cx="3714803" cy="2336691"/>
            <a:chOff x="-624822" y="-731394"/>
            <a:chExt cx="3714803" cy="2336691"/>
          </a:xfrm>
          <a:solidFill>
            <a:srgbClr val="797D82"/>
          </a:solidFill>
        </p:grpSpPr>
        <p:grpSp>
          <p:nvGrpSpPr>
            <p:cNvPr id="3" name="Рисунок 5"/>
            <p:cNvGrpSpPr/>
            <p:nvPr/>
          </p:nvGrpSpPr>
          <p:grpSpPr bwMode="auto">
            <a:xfrm>
              <a:off x="-624822" y="-731394"/>
              <a:ext cx="2134521" cy="2128390"/>
              <a:chOff x="-624822" y="-731394"/>
              <a:chExt cx="2134521" cy="2128390"/>
            </a:xfrm>
            <a:solidFill>
              <a:srgbClr val="797D82"/>
            </a:solidFill>
          </p:grpSpPr>
          <p:grpSp>
            <p:nvGrpSpPr>
              <p:cNvPr id="4" name="Рисунок 5"/>
              <p:cNvGrpSpPr/>
              <p:nvPr/>
            </p:nvGrpSpPr>
            <p:grpSpPr bwMode="auto">
              <a:xfrm>
                <a:off x="-624822" y="-731394"/>
                <a:ext cx="2134521" cy="2128390"/>
                <a:chOff x="-624822" y="-731394"/>
                <a:chExt cx="2134521" cy="2128390"/>
              </a:xfrm>
              <a:solidFill>
                <a:srgbClr val="797D82"/>
              </a:solidFill>
            </p:grpSpPr>
            <p:grpSp>
              <p:nvGrpSpPr>
                <p:cNvPr id="5" name="Рисунок 5"/>
                <p:cNvGrpSpPr/>
                <p:nvPr/>
              </p:nvGrpSpPr>
              <p:grpSpPr bwMode="auto">
                <a:xfrm>
                  <a:off x="-624822" y="-731394"/>
                  <a:ext cx="2134521" cy="2128390"/>
                  <a:chOff x="-624822" y="-731394"/>
                  <a:chExt cx="2134521" cy="2128390"/>
                </a:xfrm>
                <a:solidFill>
                  <a:srgbClr val="797D82"/>
                </a:solidFill>
              </p:grpSpPr>
              <p:sp>
                <p:nvSpPr>
                  <p:cNvPr id="7" name="Полилиния 6"/>
                  <p:cNvSpPr/>
                  <p:nvPr/>
                </p:nvSpPr>
                <p:spPr bwMode="auto">
                  <a:xfrm>
                    <a:off x="-624822" y="-731394"/>
                    <a:ext cx="5817" cy="5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17" h="5818" fill="norm" stroke="1" extrusionOk="0"/>
                    </a:pathLst>
                  </a:custGeom>
                  <a:solidFill>
                    <a:srgbClr val="797D82"/>
                  </a:solidFill>
                  <a:ln w="58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8" name="Рисунок 5"/>
                  <p:cNvGrpSpPr/>
                  <p:nvPr/>
                </p:nvGrpSpPr>
                <p:grpSpPr bwMode="auto">
                  <a:xfrm>
                    <a:off x="558102" y="671435"/>
                    <a:ext cx="951597" cy="725561"/>
                    <a:chOff x="558102" y="671435"/>
                    <a:chExt cx="951597" cy="725561"/>
                  </a:xfrm>
                  <a:solidFill>
                    <a:srgbClr val="797D82"/>
                  </a:solidFill>
                </p:grpSpPr>
                <p:grpSp>
                  <p:nvGrpSpPr>
                    <p:cNvPr id="11" name="Рисунок 5"/>
                    <p:cNvGrpSpPr/>
                    <p:nvPr/>
                  </p:nvGrpSpPr>
                  <p:grpSpPr bwMode="auto">
                    <a:xfrm>
                      <a:off x="710490" y="671435"/>
                      <a:ext cx="645718" cy="725561"/>
                      <a:chOff x="710490" y="671435"/>
                      <a:chExt cx="645718" cy="725561"/>
                    </a:xfrm>
                    <a:solidFill>
                      <a:srgbClr val="797D82"/>
                    </a:solidFill>
                  </p:grpSpPr>
                  <p:sp>
                    <p:nvSpPr>
                      <p:cNvPr id="13" name="Полилиния 12"/>
                      <p:cNvSpPr/>
                      <p:nvPr/>
                    </p:nvSpPr>
                    <p:spPr bwMode="auto">
                      <a:xfrm>
                        <a:off x="1164520" y="722056"/>
                        <a:ext cx="159388" cy="307796"/>
                      </a:xfrm>
                      <a:custGeom>
                        <a:avLst/>
                        <a:gdLst>
                          <a:gd name="connsiteX0" fmla="*/ 50609 w 159388"/>
                          <a:gd name="connsiteY0" fmla="*/ 270558 h 307796"/>
                          <a:gd name="connsiteX1" fmla="*/ 159389 w 159388"/>
                          <a:gd name="connsiteY1" fmla="*/ 2909 h 307796"/>
                          <a:gd name="connsiteX2" fmla="*/ 132630 w 159388"/>
                          <a:gd name="connsiteY2" fmla="*/ 0 h 307796"/>
                          <a:gd name="connsiteX3" fmla="*/ 27340 w 159388"/>
                          <a:gd name="connsiteY3" fmla="*/ 258339 h 307796"/>
                          <a:gd name="connsiteX4" fmla="*/ 0 w 159388"/>
                          <a:gd name="connsiteY4" fmla="*/ 307796 h 307796"/>
                          <a:gd name="connsiteX5" fmla="*/ 38393 w 159388"/>
                          <a:gd name="connsiteY5" fmla="*/ 294414 h 307796"/>
                          <a:gd name="connsiteX6" fmla="*/ 50609 w 159388"/>
                          <a:gd name="connsiteY6" fmla="*/ 270558 h 3077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9388" h="307796" fill="norm" stroke="1" extrusionOk="0">
                            <a:moveTo>
                              <a:pt x="50609" y="270558"/>
                            </a:moveTo>
                            <a:cubicBezTo>
                              <a:pt x="98891" y="179208"/>
                              <a:pt x="136702" y="83204"/>
                              <a:pt x="159389" y="2909"/>
                            </a:cubicBezTo>
                            <a:cubicBezTo>
                              <a:pt x="150663" y="1746"/>
                              <a:pt x="141937" y="1164"/>
                              <a:pt x="132630" y="0"/>
                            </a:cubicBezTo>
                            <a:cubicBezTo>
                              <a:pt x="110525" y="75640"/>
                              <a:pt x="75041" y="167572"/>
                              <a:pt x="27340" y="258339"/>
                            </a:cubicBezTo>
                            <a:cubicBezTo>
                              <a:pt x="18615" y="275213"/>
                              <a:pt x="9307" y="291505"/>
                              <a:pt x="0" y="307796"/>
                            </a:cubicBezTo>
                            <a:cubicBezTo>
                              <a:pt x="12798" y="303723"/>
                              <a:pt x="25595" y="299069"/>
                              <a:pt x="38393" y="294414"/>
                            </a:cubicBezTo>
                            <a:cubicBezTo>
                              <a:pt x="41883" y="286268"/>
                              <a:pt x="45955" y="278122"/>
                              <a:pt x="50609" y="27055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4" name="Полилиния 13"/>
                      <p:cNvSpPr/>
                      <p:nvPr/>
                    </p:nvSpPr>
                    <p:spPr bwMode="auto">
                      <a:xfrm>
                        <a:off x="738126" y="781404"/>
                        <a:ext cx="155315" cy="308960"/>
                      </a:xfrm>
                      <a:custGeom>
                        <a:avLst/>
                        <a:gdLst>
                          <a:gd name="connsiteX0" fmla="*/ 137865 w 155316"/>
                          <a:gd name="connsiteY0" fmla="*/ 32002 h 308960"/>
                          <a:gd name="connsiteX1" fmla="*/ 155317 w 155316"/>
                          <a:gd name="connsiteY1" fmla="*/ 0 h 308960"/>
                          <a:gd name="connsiteX2" fmla="*/ 118087 w 155316"/>
                          <a:gd name="connsiteY2" fmla="*/ 12219 h 308960"/>
                          <a:gd name="connsiteX3" fmla="*/ 114015 w 155316"/>
                          <a:gd name="connsiteY3" fmla="*/ 19783 h 308960"/>
                          <a:gd name="connsiteX4" fmla="*/ 0 w 155316"/>
                          <a:gd name="connsiteY4" fmla="*/ 307214 h 308960"/>
                          <a:gd name="connsiteX5" fmla="*/ 26759 w 155316"/>
                          <a:gd name="connsiteY5" fmla="*/ 308960 h 308960"/>
                          <a:gd name="connsiteX6" fmla="*/ 137865 w 155316"/>
                          <a:gd name="connsiteY6" fmla="*/ 32002 h 30896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5316" h="308960" fill="norm" stroke="1" extrusionOk="0">
                            <a:moveTo>
                              <a:pt x="137865" y="32002"/>
                            </a:moveTo>
                            <a:cubicBezTo>
                              <a:pt x="143683" y="20946"/>
                              <a:pt x="149500" y="10473"/>
                              <a:pt x="155317" y="0"/>
                            </a:cubicBezTo>
                            <a:cubicBezTo>
                              <a:pt x="142519" y="4073"/>
                              <a:pt x="130303" y="8146"/>
                              <a:pt x="118087" y="12219"/>
                            </a:cubicBezTo>
                            <a:cubicBezTo>
                              <a:pt x="116924" y="14546"/>
                              <a:pt x="115179" y="16873"/>
                              <a:pt x="114015" y="19783"/>
                            </a:cubicBezTo>
                            <a:cubicBezTo>
                              <a:pt x="60498" y="121024"/>
                              <a:pt x="22105" y="219938"/>
                              <a:pt x="0" y="307214"/>
                            </a:cubicBezTo>
                            <a:cubicBezTo>
                              <a:pt x="8726" y="307796"/>
                              <a:pt x="17451" y="308378"/>
                              <a:pt x="26759" y="308960"/>
                            </a:cubicBezTo>
                            <a:cubicBezTo>
                              <a:pt x="48282" y="227502"/>
                              <a:pt x="84348" y="132661"/>
                              <a:pt x="137865" y="320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15" name="Рисунок 5"/>
                      <p:cNvGrpSpPr/>
                      <p:nvPr/>
                    </p:nvGrpSpPr>
                    <p:grpSpPr bwMode="auto">
                      <a:xfrm>
                        <a:off x="710490" y="671435"/>
                        <a:ext cx="645718" cy="450348"/>
                        <a:chOff x="710490" y="671435"/>
                        <a:chExt cx="645718" cy="450348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6" name="Полилиния 15"/>
                        <p:cNvSpPr/>
                        <p:nvPr/>
                      </p:nvSpPr>
                      <p:spPr bwMode="auto">
                        <a:xfrm>
                          <a:off x="812585" y="940248"/>
                          <a:ext cx="325176" cy="175717"/>
                        </a:xfrm>
                        <a:custGeom>
                          <a:avLst/>
                          <a:gdLst>
                            <a:gd name="connsiteX0" fmla="*/ 11634 w 325176"/>
                            <a:gd name="connsiteY0" fmla="*/ 0 h 175717"/>
                            <a:gd name="connsiteX1" fmla="*/ 0 w 325176"/>
                            <a:gd name="connsiteY1" fmla="*/ 27929 h 175717"/>
                            <a:gd name="connsiteX2" fmla="*/ 140774 w 325176"/>
                            <a:gd name="connsiteY2" fmla="*/ 121024 h 175717"/>
                            <a:gd name="connsiteX3" fmla="*/ 308888 w 325176"/>
                            <a:gd name="connsiteY3" fmla="*/ 175717 h 175717"/>
                            <a:gd name="connsiteX4" fmla="*/ 325176 w 325176"/>
                            <a:gd name="connsiteY4" fmla="*/ 150116 h 175717"/>
                            <a:gd name="connsiteX5" fmla="*/ 152408 w 325176"/>
                            <a:gd name="connsiteY5" fmla="*/ 96005 h 175717"/>
                            <a:gd name="connsiteX6" fmla="*/ 11634 w 325176"/>
                            <a:gd name="connsiteY6" fmla="*/ 0 h 17571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325176" h="175717" fill="norm" stroke="1" extrusionOk="0">
                              <a:moveTo>
                                <a:pt x="11634" y="0"/>
                              </a:moveTo>
                              <a:cubicBezTo>
                                <a:pt x="7562" y="9310"/>
                                <a:pt x="3490" y="18619"/>
                                <a:pt x="0" y="27929"/>
                              </a:cubicBezTo>
                              <a:cubicBezTo>
                                <a:pt x="38393" y="62258"/>
                                <a:pt x="86093" y="94259"/>
                                <a:pt x="140774" y="121024"/>
                              </a:cubicBezTo>
                              <a:cubicBezTo>
                                <a:pt x="197200" y="148371"/>
                                <a:pt x="254789" y="166990"/>
                                <a:pt x="308888" y="175717"/>
                              </a:cubicBezTo>
                              <a:cubicBezTo>
                                <a:pt x="314706" y="167572"/>
                                <a:pt x="319941" y="158844"/>
                                <a:pt x="325176" y="150116"/>
                              </a:cubicBezTo>
                              <a:cubicBezTo>
                                <a:pt x="270495" y="143134"/>
                                <a:pt x="210579" y="124515"/>
                                <a:pt x="152408" y="96005"/>
                              </a:cubicBezTo>
                              <a:cubicBezTo>
                                <a:pt x="97727" y="69240"/>
                                <a:pt x="49445" y="35493"/>
                                <a:pt x="11634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17" name="Полилиния 16"/>
                        <p:cNvSpPr/>
                        <p:nvPr/>
                      </p:nvSpPr>
                      <p:spPr bwMode="auto">
                        <a:xfrm>
                          <a:off x="710490" y="671435"/>
                          <a:ext cx="645718" cy="450348"/>
                        </a:xfrm>
                        <a:custGeom>
                          <a:avLst/>
                          <a:gdLst>
                            <a:gd name="connsiteX0" fmla="*/ 598876 w 645718"/>
                            <a:gd name="connsiteY0" fmla="*/ 212374 h 450348"/>
                            <a:gd name="connsiteX1" fmla="*/ 403421 w 645718"/>
                            <a:gd name="connsiteY1" fmla="*/ 60512 h 450348"/>
                            <a:gd name="connsiteX2" fmla="*/ 168992 w 645718"/>
                            <a:gd name="connsiteY2" fmla="*/ 0 h 450348"/>
                            <a:gd name="connsiteX3" fmla="*/ 10766 w 645718"/>
                            <a:gd name="connsiteY3" fmla="*/ 72731 h 450348"/>
                            <a:gd name="connsiteX4" fmla="*/ 81153 w 645718"/>
                            <a:gd name="connsiteY4" fmla="*/ 276959 h 450348"/>
                            <a:gd name="connsiteX5" fmla="*/ 92788 w 645718"/>
                            <a:gd name="connsiteY5" fmla="*/ 248448 h 450348"/>
                            <a:gd name="connsiteX6" fmla="*/ 35198 w 645718"/>
                            <a:gd name="connsiteY6" fmla="*/ 84949 h 450348"/>
                            <a:gd name="connsiteX7" fmla="*/ 168410 w 645718"/>
                            <a:gd name="connsiteY7" fmla="*/ 27929 h 450348"/>
                            <a:gd name="connsiteX8" fmla="*/ 390624 w 645718"/>
                            <a:gd name="connsiteY8" fmla="*/ 85531 h 450348"/>
                            <a:gd name="connsiteX9" fmla="*/ 575608 w 645718"/>
                            <a:gd name="connsiteY9" fmla="*/ 229247 h 450348"/>
                            <a:gd name="connsiteX10" fmla="*/ 609347 w 645718"/>
                            <a:gd name="connsiteY10" fmla="*/ 365399 h 450348"/>
                            <a:gd name="connsiteX11" fmla="*/ 476135 w 645718"/>
                            <a:gd name="connsiteY11" fmla="*/ 422420 h 450348"/>
                            <a:gd name="connsiteX12" fmla="*/ 456357 w 645718"/>
                            <a:gd name="connsiteY12" fmla="*/ 421838 h 450348"/>
                            <a:gd name="connsiteX13" fmla="*/ 439487 w 645718"/>
                            <a:gd name="connsiteY13" fmla="*/ 448603 h 450348"/>
                            <a:gd name="connsiteX14" fmla="*/ 476135 w 645718"/>
                            <a:gd name="connsiteY14" fmla="*/ 450348 h 450348"/>
                            <a:gd name="connsiteX15" fmla="*/ 634360 w 645718"/>
                            <a:gd name="connsiteY15" fmla="*/ 377618 h 450348"/>
                            <a:gd name="connsiteX16" fmla="*/ 598876 w 645718"/>
                            <a:gd name="connsiteY16" fmla="*/ 212374 h 45034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645718" h="450348" fill="norm" stroke="1" extrusionOk="0">
                              <a:moveTo>
                                <a:pt x="598876" y="212374"/>
                              </a:moveTo>
                              <a:cubicBezTo>
                                <a:pt x="555248" y="154189"/>
                                <a:pt x="485442" y="100077"/>
                                <a:pt x="403421" y="60512"/>
                              </a:cubicBezTo>
                              <a:cubicBezTo>
                                <a:pt x="323727" y="21528"/>
                                <a:pt x="240542" y="0"/>
                                <a:pt x="168992" y="0"/>
                              </a:cubicBezTo>
                              <a:cubicBezTo>
                                <a:pt x="89879" y="0"/>
                                <a:pt x="34035" y="25601"/>
                                <a:pt x="10766" y="72731"/>
                              </a:cubicBezTo>
                              <a:cubicBezTo>
                                <a:pt x="-17737" y="130915"/>
                                <a:pt x="11930" y="207137"/>
                                <a:pt x="81153" y="276959"/>
                              </a:cubicBezTo>
                              <a:cubicBezTo>
                                <a:pt x="85225" y="267649"/>
                                <a:pt x="88716" y="257758"/>
                                <a:pt x="92788" y="248448"/>
                              </a:cubicBezTo>
                              <a:cubicBezTo>
                                <a:pt x="38688" y="190263"/>
                                <a:pt x="14257" y="128588"/>
                                <a:pt x="35198" y="84949"/>
                              </a:cubicBezTo>
                              <a:cubicBezTo>
                                <a:pt x="52650" y="48875"/>
                                <a:pt x="101513" y="27929"/>
                                <a:pt x="168410" y="27929"/>
                              </a:cubicBezTo>
                              <a:cubicBezTo>
                                <a:pt x="235888" y="27929"/>
                                <a:pt x="315001" y="48293"/>
                                <a:pt x="390624" y="85531"/>
                              </a:cubicBezTo>
                              <a:cubicBezTo>
                                <a:pt x="468573" y="123933"/>
                                <a:pt x="534306" y="174554"/>
                                <a:pt x="575608" y="229247"/>
                              </a:cubicBezTo>
                              <a:cubicBezTo>
                                <a:pt x="614582" y="281031"/>
                                <a:pt x="626798" y="329325"/>
                                <a:pt x="609347" y="365399"/>
                              </a:cubicBezTo>
                              <a:cubicBezTo>
                                <a:pt x="591895" y="401473"/>
                                <a:pt x="543032" y="422420"/>
                                <a:pt x="476135" y="422420"/>
                              </a:cubicBezTo>
                              <a:cubicBezTo>
                                <a:pt x="469736" y="422420"/>
                                <a:pt x="462756" y="421838"/>
                                <a:pt x="456357" y="421838"/>
                              </a:cubicBezTo>
                              <a:cubicBezTo>
                                <a:pt x="450540" y="430566"/>
                                <a:pt x="445304" y="439875"/>
                                <a:pt x="439487" y="448603"/>
                              </a:cubicBezTo>
                              <a:cubicBezTo>
                                <a:pt x="451703" y="449767"/>
                                <a:pt x="463919" y="450348"/>
                                <a:pt x="476135" y="450348"/>
                              </a:cubicBezTo>
                              <a:cubicBezTo>
                                <a:pt x="555248" y="450348"/>
                                <a:pt x="611092" y="424747"/>
                                <a:pt x="634360" y="377618"/>
                              </a:cubicBezTo>
                              <a:cubicBezTo>
                                <a:pt x="657629" y="331652"/>
                                <a:pt x="644831" y="273467"/>
                                <a:pt x="598876" y="21237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18" name="Полилиния 17"/>
                      <p:cNvSpPr/>
                      <p:nvPr/>
                    </p:nvSpPr>
                    <p:spPr bwMode="auto">
                      <a:xfrm>
                        <a:off x="715238" y="1051962"/>
                        <a:ext cx="465569" cy="345034"/>
                      </a:xfrm>
                      <a:custGeom>
                        <a:avLst/>
                        <a:gdLst>
                          <a:gd name="connsiteX0" fmla="*/ 427176 w 465569"/>
                          <a:gd name="connsiteY0" fmla="*/ 12801 h 345034"/>
                          <a:gd name="connsiteX1" fmla="*/ 100255 w 465569"/>
                          <a:gd name="connsiteY1" fmla="*/ 318851 h 345034"/>
                          <a:gd name="connsiteX2" fmla="*/ 70588 w 465569"/>
                          <a:gd name="connsiteY2" fmla="*/ 311869 h 345034"/>
                          <a:gd name="connsiteX3" fmla="*/ 42665 w 465569"/>
                          <a:gd name="connsiteY3" fmla="*/ 65167 h 345034"/>
                          <a:gd name="connsiteX4" fmla="*/ 15907 w 465569"/>
                          <a:gd name="connsiteY4" fmla="*/ 63421 h 345034"/>
                          <a:gd name="connsiteX5" fmla="*/ 58372 w 465569"/>
                          <a:gd name="connsiteY5" fmla="*/ 335143 h 345034"/>
                          <a:gd name="connsiteX6" fmla="*/ 100255 w 465569"/>
                          <a:gd name="connsiteY6" fmla="*/ 345034 h 345034"/>
                          <a:gd name="connsiteX7" fmla="*/ 465569 w 465569"/>
                          <a:gd name="connsiteY7" fmla="*/ 0 h 345034"/>
                          <a:gd name="connsiteX8" fmla="*/ 427176 w 465569"/>
                          <a:gd name="connsiteY8" fmla="*/ 12801 h 34503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65569" h="345034" fill="norm" stroke="1" extrusionOk="0">
                            <a:moveTo>
                              <a:pt x="427176" y="12801"/>
                            </a:moveTo>
                            <a:cubicBezTo>
                              <a:pt x="316651" y="192009"/>
                              <a:pt x="184021" y="318851"/>
                              <a:pt x="100255" y="318851"/>
                            </a:cubicBezTo>
                            <a:cubicBezTo>
                              <a:pt x="89202" y="318851"/>
                              <a:pt x="79313" y="316524"/>
                              <a:pt x="70588" y="311869"/>
                            </a:cubicBezTo>
                            <a:cubicBezTo>
                              <a:pt x="25214" y="288014"/>
                              <a:pt x="12998" y="195500"/>
                              <a:pt x="42665" y="65167"/>
                            </a:cubicBezTo>
                            <a:cubicBezTo>
                              <a:pt x="33358" y="64585"/>
                              <a:pt x="24632" y="64003"/>
                              <a:pt x="15907" y="63421"/>
                            </a:cubicBezTo>
                            <a:cubicBezTo>
                              <a:pt x="-14342" y="200155"/>
                              <a:pt x="-2126" y="303723"/>
                              <a:pt x="58372" y="335143"/>
                            </a:cubicBezTo>
                            <a:cubicBezTo>
                              <a:pt x="70588" y="341543"/>
                              <a:pt x="85130" y="345034"/>
                              <a:pt x="100255" y="345034"/>
                            </a:cubicBezTo>
                            <a:cubicBezTo>
                              <a:pt x="199727" y="345034"/>
                              <a:pt x="345155" y="205973"/>
                              <a:pt x="465569" y="0"/>
                            </a:cubicBezTo>
                            <a:cubicBezTo>
                              <a:pt x="453353" y="5237"/>
                              <a:pt x="440556" y="9310"/>
                              <a:pt x="427176" y="1280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19" name="Рисунок 5"/>
                    <p:cNvGrpSpPr/>
                    <p:nvPr/>
                  </p:nvGrpSpPr>
                  <p:grpSpPr bwMode="auto">
                    <a:xfrm>
                      <a:off x="558102" y="685981"/>
                      <a:ext cx="951597" cy="420674"/>
                      <a:chOff x="558102" y="685981"/>
                      <a:chExt cx="951597" cy="420674"/>
                    </a:xfrm>
                    <a:solidFill>
                      <a:srgbClr val="797D82"/>
                    </a:solidFill>
                  </p:grpSpPr>
                  <p:sp>
                    <p:nvSpPr>
                      <p:cNvPr id="20" name="Полилиния 19"/>
                      <p:cNvSpPr/>
                      <p:nvPr/>
                    </p:nvSpPr>
                    <p:spPr bwMode="auto">
                      <a:xfrm>
                        <a:off x="1003967" y="962940"/>
                        <a:ext cx="317614" cy="116369"/>
                      </a:xfrm>
                      <a:custGeom>
                        <a:avLst/>
                        <a:gdLst>
                          <a:gd name="connsiteX0" fmla="*/ 64570 w 317614"/>
                          <a:gd name="connsiteY0" fmla="*/ 84949 h 116369"/>
                          <a:gd name="connsiteX1" fmla="*/ 0 w 317614"/>
                          <a:gd name="connsiteY1" fmla="*/ 98332 h 116369"/>
                          <a:gd name="connsiteX2" fmla="*/ 51190 w 317614"/>
                          <a:gd name="connsiteY2" fmla="*/ 116369 h 116369"/>
                          <a:gd name="connsiteX3" fmla="*/ 70387 w 317614"/>
                          <a:gd name="connsiteY3" fmla="*/ 112296 h 116369"/>
                          <a:gd name="connsiteX4" fmla="*/ 317614 w 317614"/>
                          <a:gd name="connsiteY4" fmla="*/ 26765 h 116369"/>
                          <a:gd name="connsiteX5" fmla="*/ 310052 w 317614"/>
                          <a:gd name="connsiteY5" fmla="*/ 0 h 116369"/>
                          <a:gd name="connsiteX6" fmla="*/ 64570 w 317614"/>
                          <a:gd name="connsiteY6" fmla="*/ 84949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7614" h="116369" fill="norm" stroke="1" extrusionOk="0">
                            <a:moveTo>
                              <a:pt x="64570" y="84949"/>
                            </a:moveTo>
                            <a:cubicBezTo>
                              <a:pt x="43047" y="90186"/>
                              <a:pt x="21523" y="94259"/>
                              <a:pt x="0" y="98332"/>
                            </a:cubicBezTo>
                            <a:cubicBezTo>
                              <a:pt x="17451" y="105314"/>
                              <a:pt x="34321" y="111132"/>
                              <a:pt x="51190" y="116369"/>
                            </a:cubicBezTo>
                            <a:cubicBezTo>
                              <a:pt x="57589" y="115205"/>
                              <a:pt x="63988" y="113460"/>
                              <a:pt x="70387" y="112296"/>
                            </a:cubicBezTo>
                            <a:cubicBezTo>
                              <a:pt x="161716" y="91350"/>
                              <a:pt x="246645" y="61675"/>
                              <a:pt x="317614" y="26765"/>
                            </a:cubicBezTo>
                            <a:cubicBezTo>
                              <a:pt x="315869" y="18037"/>
                              <a:pt x="313542" y="9309"/>
                              <a:pt x="310052" y="0"/>
                            </a:cubicBezTo>
                            <a:cubicBezTo>
                              <a:pt x="240828" y="34329"/>
                              <a:pt x="155898" y="64003"/>
                              <a:pt x="64570" y="8494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1" name="Полилиния 20"/>
                      <p:cNvSpPr/>
                      <p:nvPr/>
                    </p:nvSpPr>
                    <p:spPr bwMode="auto">
                      <a:xfrm>
                        <a:off x="734635" y="719728"/>
                        <a:ext cx="301907" cy="116369"/>
                      </a:xfrm>
                      <a:custGeom>
                        <a:avLst/>
                        <a:gdLst>
                          <a:gd name="connsiteX0" fmla="*/ 0 w 301907"/>
                          <a:gd name="connsiteY0" fmla="*/ 89022 h 116369"/>
                          <a:gd name="connsiteX1" fmla="*/ 6399 w 301907"/>
                          <a:gd name="connsiteY1" fmla="*/ 116369 h 116369"/>
                          <a:gd name="connsiteX2" fmla="*/ 264097 w 301907"/>
                          <a:gd name="connsiteY2" fmla="*/ 25019 h 116369"/>
                          <a:gd name="connsiteX3" fmla="*/ 301908 w 301907"/>
                          <a:gd name="connsiteY3" fmla="*/ 16874 h 116369"/>
                          <a:gd name="connsiteX4" fmla="*/ 248972 w 301907"/>
                          <a:gd name="connsiteY4" fmla="*/ 0 h 116369"/>
                          <a:gd name="connsiteX5" fmla="*/ 0 w 301907"/>
                          <a:gd name="connsiteY5" fmla="*/ 89022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01907" h="116369" fill="norm" stroke="1" extrusionOk="0">
                            <a:moveTo>
                              <a:pt x="0" y="89022"/>
                            </a:moveTo>
                            <a:cubicBezTo>
                              <a:pt x="1163" y="97750"/>
                              <a:pt x="3490" y="107060"/>
                              <a:pt x="6399" y="116369"/>
                            </a:cubicBezTo>
                            <a:cubicBezTo>
                              <a:pt x="73877" y="81458"/>
                              <a:pt x="161134" y="48875"/>
                              <a:pt x="264097" y="25019"/>
                            </a:cubicBezTo>
                            <a:cubicBezTo>
                              <a:pt x="276894" y="22110"/>
                              <a:pt x="289110" y="19201"/>
                              <a:pt x="301908" y="16874"/>
                            </a:cubicBezTo>
                            <a:cubicBezTo>
                              <a:pt x="283875" y="10473"/>
                              <a:pt x="266424" y="4655"/>
                              <a:pt x="248972" y="0"/>
                            </a:cubicBezTo>
                            <a:cubicBezTo>
                              <a:pt x="153572" y="23274"/>
                              <a:pt x="68642" y="54112"/>
                              <a:pt x="0" y="8902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2" name="Полилиния 21"/>
                      <p:cNvSpPr/>
                      <p:nvPr/>
                    </p:nvSpPr>
                    <p:spPr bwMode="auto">
                      <a:xfrm>
                        <a:off x="558102" y="822715"/>
                        <a:ext cx="444120" cy="283940"/>
                      </a:xfrm>
                      <a:custGeom>
                        <a:avLst/>
                        <a:gdLst>
                          <a:gd name="connsiteX0" fmla="*/ 395257 w 444120"/>
                          <a:gd name="connsiteY0" fmla="*/ 246702 h 283940"/>
                          <a:gd name="connsiteX1" fmla="*/ 257973 w 444120"/>
                          <a:gd name="connsiteY1" fmla="*/ 256594 h 283940"/>
                          <a:gd name="connsiteX2" fmla="*/ 28779 w 444120"/>
                          <a:gd name="connsiteY2" fmla="*/ 177463 h 283940"/>
                          <a:gd name="connsiteX3" fmla="*/ 158501 w 444120"/>
                          <a:gd name="connsiteY3" fmla="*/ 27347 h 283940"/>
                          <a:gd name="connsiteX4" fmla="*/ 150938 w 444120"/>
                          <a:gd name="connsiteY4" fmla="*/ 0 h 283940"/>
                          <a:gd name="connsiteX5" fmla="*/ 2020 w 444120"/>
                          <a:gd name="connsiteY5" fmla="*/ 183281 h 283940"/>
                          <a:gd name="connsiteX6" fmla="*/ 258555 w 444120"/>
                          <a:gd name="connsiteY6" fmla="*/ 283941 h 283940"/>
                          <a:gd name="connsiteX7" fmla="*/ 444121 w 444120"/>
                          <a:gd name="connsiteY7" fmla="*/ 267067 h 283940"/>
                          <a:gd name="connsiteX8" fmla="*/ 395257 w 444120"/>
                          <a:gd name="connsiteY8" fmla="*/ 246702 h 28394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44120" h="283940" fill="norm" stroke="1" extrusionOk="0">
                            <a:moveTo>
                              <a:pt x="395257" y="246702"/>
                            </a:moveTo>
                            <a:cubicBezTo>
                              <a:pt x="347557" y="253103"/>
                              <a:pt x="301020" y="256594"/>
                              <a:pt x="257973" y="256594"/>
                            </a:cubicBezTo>
                            <a:cubicBezTo>
                              <a:pt x="127670" y="256594"/>
                              <a:pt x="39831" y="226338"/>
                              <a:pt x="28779" y="177463"/>
                            </a:cubicBezTo>
                            <a:cubicBezTo>
                              <a:pt x="19472" y="136152"/>
                              <a:pt x="67172" y="79713"/>
                              <a:pt x="158501" y="27347"/>
                            </a:cubicBezTo>
                            <a:cubicBezTo>
                              <a:pt x="155010" y="18037"/>
                              <a:pt x="152683" y="9310"/>
                              <a:pt x="150938" y="0"/>
                            </a:cubicBezTo>
                            <a:cubicBezTo>
                              <a:pt x="47394" y="58185"/>
                              <a:pt x="-11941" y="125097"/>
                              <a:pt x="2020" y="183281"/>
                            </a:cubicBezTo>
                            <a:cubicBezTo>
                              <a:pt x="17145" y="247284"/>
                              <a:pt x="110219" y="283941"/>
                              <a:pt x="258555" y="283941"/>
                            </a:cubicBezTo>
                            <a:cubicBezTo>
                              <a:pt x="316144" y="283941"/>
                              <a:pt x="379551" y="278122"/>
                              <a:pt x="444121" y="267067"/>
                            </a:cubicBezTo>
                            <a:cubicBezTo>
                              <a:pt x="427251" y="261249"/>
                              <a:pt x="410963" y="254266"/>
                              <a:pt x="395257" y="2467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3" name="Полилиния 22"/>
                      <p:cNvSpPr/>
                      <p:nvPr/>
                    </p:nvSpPr>
                    <p:spPr bwMode="auto">
                      <a:xfrm>
                        <a:off x="1038288" y="685981"/>
                        <a:ext cx="471410" cy="289759"/>
                      </a:xfrm>
                      <a:custGeom>
                        <a:avLst/>
                        <a:gdLst>
                          <a:gd name="connsiteX0" fmla="*/ 469441 w 471410"/>
                          <a:gd name="connsiteY0" fmla="*/ 100659 h 289759"/>
                          <a:gd name="connsiteX1" fmla="*/ 212906 w 471410"/>
                          <a:gd name="connsiteY1" fmla="*/ 0 h 289759"/>
                          <a:gd name="connsiteX2" fmla="*/ 0 w 471410"/>
                          <a:gd name="connsiteY2" fmla="*/ 22110 h 289759"/>
                          <a:gd name="connsiteX3" fmla="*/ 48864 w 471410"/>
                          <a:gd name="connsiteY3" fmla="*/ 41311 h 289759"/>
                          <a:gd name="connsiteX4" fmla="*/ 212906 w 471410"/>
                          <a:gd name="connsiteY4" fmla="*/ 27347 h 289759"/>
                          <a:gd name="connsiteX5" fmla="*/ 442100 w 471410"/>
                          <a:gd name="connsiteY5" fmla="*/ 106478 h 289759"/>
                          <a:gd name="connsiteX6" fmla="*/ 340301 w 471410"/>
                          <a:gd name="connsiteY6" fmla="*/ 239720 h 289759"/>
                          <a:gd name="connsiteX7" fmla="*/ 300163 w 471410"/>
                          <a:gd name="connsiteY7" fmla="*/ 262994 h 289759"/>
                          <a:gd name="connsiteX8" fmla="*/ 308888 w 471410"/>
                          <a:gd name="connsiteY8" fmla="*/ 289759 h 289759"/>
                          <a:gd name="connsiteX9" fmla="*/ 355425 w 471410"/>
                          <a:gd name="connsiteY9" fmla="*/ 262994 h 289759"/>
                          <a:gd name="connsiteX10" fmla="*/ 469441 w 471410"/>
                          <a:gd name="connsiteY10" fmla="*/ 100659 h 2897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71410" h="289759" fill="norm" stroke="1" extrusionOk="0">
                            <a:moveTo>
                              <a:pt x="469441" y="100659"/>
                            </a:moveTo>
                            <a:cubicBezTo>
                              <a:pt x="454898" y="36656"/>
                              <a:pt x="361242" y="0"/>
                              <a:pt x="212906" y="0"/>
                            </a:cubicBezTo>
                            <a:cubicBezTo>
                              <a:pt x="147173" y="0"/>
                              <a:pt x="73877" y="7564"/>
                              <a:pt x="0" y="22110"/>
                            </a:cubicBezTo>
                            <a:cubicBezTo>
                              <a:pt x="16288" y="27929"/>
                              <a:pt x="32576" y="34329"/>
                              <a:pt x="48864" y="41311"/>
                            </a:cubicBezTo>
                            <a:cubicBezTo>
                              <a:pt x="105871" y="32002"/>
                              <a:pt x="161716" y="27347"/>
                              <a:pt x="212906" y="27347"/>
                            </a:cubicBezTo>
                            <a:cubicBezTo>
                              <a:pt x="343209" y="27347"/>
                              <a:pt x="431048" y="57603"/>
                              <a:pt x="442100" y="106478"/>
                            </a:cubicBezTo>
                            <a:cubicBezTo>
                              <a:pt x="450826" y="143716"/>
                              <a:pt x="413596" y="192591"/>
                              <a:pt x="340301" y="239720"/>
                            </a:cubicBezTo>
                            <a:cubicBezTo>
                              <a:pt x="327503" y="247866"/>
                              <a:pt x="314124" y="255430"/>
                              <a:pt x="300163" y="262994"/>
                            </a:cubicBezTo>
                            <a:cubicBezTo>
                              <a:pt x="303653" y="272304"/>
                              <a:pt x="306562" y="281031"/>
                              <a:pt x="308888" y="289759"/>
                            </a:cubicBezTo>
                            <a:cubicBezTo>
                              <a:pt x="325176" y="281031"/>
                              <a:pt x="340883" y="271722"/>
                              <a:pt x="355425" y="262994"/>
                            </a:cubicBezTo>
                            <a:cubicBezTo>
                              <a:pt x="440937" y="208883"/>
                              <a:pt x="481075" y="150698"/>
                              <a:pt x="469441" y="10065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4" name="Полилиния 23"/>
                <p:cNvSpPr/>
                <p:nvPr/>
              </p:nvSpPr>
              <p:spPr bwMode="auto">
                <a:xfrm>
                  <a:off x="950450" y="822133"/>
                  <a:ext cx="153571" cy="153607"/>
                </a:xfrm>
                <a:custGeom>
                  <a:avLst/>
                  <a:gdLst>
                    <a:gd name="connsiteX0" fmla="*/ 153572 w 153571"/>
                    <a:gd name="connsiteY0" fmla="*/ 76804 h 153607"/>
                    <a:gd name="connsiteX1" fmla="*/ 76786 w 153571"/>
                    <a:gd name="connsiteY1" fmla="*/ 153607 h 153607"/>
                    <a:gd name="connsiteX2" fmla="*/ 0 w 153571"/>
                    <a:gd name="connsiteY2" fmla="*/ 76804 h 153607"/>
                    <a:gd name="connsiteX3" fmla="*/ 76786 w 153571"/>
                    <a:gd name="connsiteY3" fmla="*/ 0 h 153607"/>
                    <a:gd name="connsiteX4" fmla="*/ 153572 w 153571"/>
                    <a:gd name="connsiteY4" fmla="*/ 76804 h 153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3571" h="153607" fill="norm" stroke="1" extrusionOk="0">
                      <a:moveTo>
                        <a:pt x="153572" y="76804"/>
                      </a:moveTo>
                      <a:cubicBezTo>
                        <a:pt x="153572" y="119278"/>
                        <a:pt x="119251" y="153607"/>
                        <a:pt x="76786" y="153607"/>
                      </a:cubicBezTo>
                      <a:cubicBezTo>
                        <a:pt x="34321" y="153607"/>
                        <a:pt x="0" y="119278"/>
                        <a:pt x="0" y="76804"/>
                      </a:cubicBezTo>
                      <a:cubicBezTo>
                        <a:pt x="0" y="34329"/>
                        <a:pt x="34321" y="0"/>
                        <a:pt x="76786" y="0"/>
                      </a:cubicBezTo>
                      <a:cubicBezTo>
                        <a:pt x="119251" y="0"/>
                        <a:pt x="153572" y="34329"/>
                        <a:pt x="153572" y="76804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25" name="Рисунок 5"/>
              <p:cNvGrpSpPr/>
              <p:nvPr/>
            </p:nvGrpSpPr>
            <p:grpSpPr bwMode="auto">
              <a:xfrm>
                <a:off x="875991" y="395640"/>
                <a:ext cx="475830" cy="361907"/>
                <a:chOff x="875991" y="395640"/>
                <a:chExt cx="475830" cy="361907"/>
              </a:xfrm>
              <a:solidFill>
                <a:srgbClr val="797D82"/>
              </a:solidFill>
            </p:grpSpPr>
            <p:sp>
              <p:nvSpPr>
                <p:cNvPr id="26" name="Полилиния 25"/>
                <p:cNvSpPr/>
                <p:nvPr/>
              </p:nvSpPr>
              <p:spPr bwMode="auto">
                <a:xfrm>
                  <a:off x="875991" y="694127"/>
                  <a:ext cx="67478" cy="63421"/>
                </a:xfrm>
                <a:custGeom>
                  <a:avLst/>
                  <a:gdLst>
                    <a:gd name="connsiteX0" fmla="*/ 37229 w 67478"/>
                    <a:gd name="connsiteY0" fmla="*/ 52366 h 63421"/>
                    <a:gd name="connsiteX1" fmla="*/ 67478 w 67478"/>
                    <a:gd name="connsiteY1" fmla="*/ 4073 h 63421"/>
                    <a:gd name="connsiteX2" fmla="*/ 37811 w 67478"/>
                    <a:gd name="connsiteY2" fmla="*/ 0 h 63421"/>
                    <a:gd name="connsiteX3" fmla="*/ 0 w 67478"/>
                    <a:gd name="connsiteY3" fmla="*/ 63421 h 63421"/>
                    <a:gd name="connsiteX4" fmla="*/ 37229 w 67478"/>
                    <a:gd name="connsiteY4" fmla="*/ 52366 h 63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78" h="63421" fill="norm" stroke="1" extrusionOk="0">
                      <a:moveTo>
                        <a:pt x="37229" y="52366"/>
                      </a:moveTo>
                      <a:cubicBezTo>
                        <a:pt x="47119" y="36074"/>
                        <a:pt x="57008" y="19783"/>
                        <a:pt x="67478" y="4073"/>
                      </a:cubicBezTo>
                      <a:cubicBezTo>
                        <a:pt x="57589" y="2327"/>
                        <a:pt x="47700" y="1164"/>
                        <a:pt x="37811" y="0"/>
                      </a:cubicBezTo>
                      <a:cubicBezTo>
                        <a:pt x="25013" y="20365"/>
                        <a:pt x="12216" y="41311"/>
                        <a:pt x="0" y="63421"/>
                      </a:cubicBezTo>
                      <a:cubicBezTo>
                        <a:pt x="12216" y="59930"/>
                        <a:pt x="25013" y="55857"/>
                        <a:pt x="37229" y="52366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27" name="Полилиния 26"/>
                <p:cNvSpPr/>
                <p:nvPr/>
              </p:nvSpPr>
              <p:spPr bwMode="auto">
                <a:xfrm>
                  <a:off x="931254" y="395640"/>
                  <a:ext cx="420567" cy="308378"/>
                </a:xfrm>
                <a:custGeom>
                  <a:avLst/>
                  <a:gdLst>
                    <a:gd name="connsiteX0" fmla="*/ 29086 w 420567"/>
                    <a:gd name="connsiteY0" fmla="*/ 277540 h 308378"/>
                    <a:gd name="connsiteX1" fmla="*/ 319941 w 420567"/>
                    <a:gd name="connsiteY1" fmla="*/ 26765 h 308378"/>
                    <a:gd name="connsiteX2" fmla="*/ 349608 w 420567"/>
                    <a:gd name="connsiteY2" fmla="*/ 33747 h 308378"/>
                    <a:gd name="connsiteX3" fmla="*/ 371713 w 420567"/>
                    <a:gd name="connsiteY3" fmla="*/ 305469 h 308378"/>
                    <a:gd name="connsiteX4" fmla="*/ 398472 w 420567"/>
                    <a:gd name="connsiteY4" fmla="*/ 308378 h 308378"/>
                    <a:gd name="connsiteX5" fmla="*/ 362406 w 420567"/>
                    <a:gd name="connsiteY5" fmla="*/ 9891 h 308378"/>
                    <a:gd name="connsiteX6" fmla="*/ 320523 w 420567"/>
                    <a:gd name="connsiteY6" fmla="*/ 0 h 308378"/>
                    <a:gd name="connsiteX7" fmla="*/ 0 w 420567"/>
                    <a:gd name="connsiteY7" fmla="*/ 272886 h 308378"/>
                    <a:gd name="connsiteX8" fmla="*/ 29086 w 420567"/>
                    <a:gd name="connsiteY8" fmla="*/ 277540 h 3083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0567" h="308378" fill="norm" stroke="1" extrusionOk="0">
                      <a:moveTo>
                        <a:pt x="29086" y="277540"/>
                      </a:moveTo>
                      <a:cubicBezTo>
                        <a:pt x="131467" y="128006"/>
                        <a:pt x="245482" y="26765"/>
                        <a:pt x="319941" y="26765"/>
                      </a:cubicBezTo>
                      <a:cubicBezTo>
                        <a:pt x="330993" y="26765"/>
                        <a:pt x="340883" y="29092"/>
                        <a:pt x="349608" y="33747"/>
                      </a:cubicBezTo>
                      <a:cubicBezTo>
                        <a:pt x="397890" y="59348"/>
                        <a:pt x="408361" y="162335"/>
                        <a:pt x="371713" y="305469"/>
                      </a:cubicBezTo>
                      <a:cubicBezTo>
                        <a:pt x="381021" y="306051"/>
                        <a:pt x="389746" y="307214"/>
                        <a:pt x="398472" y="308378"/>
                      </a:cubicBezTo>
                      <a:cubicBezTo>
                        <a:pt x="436283" y="158844"/>
                        <a:pt x="426394" y="43638"/>
                        <a:pt x="362406" y="9891"/>
                      </a:cubicBezTo>
                      <a:cubicBezTo>
                        <a:pt x="349608" y="3491"/>
                        <a:pt x="335647" y="0"/>
                        <a:pt x="320523" y="0"/>
                      </a:cubicBezTo>
                      <a:cubicBezTo>
                        <a:pt x="233266" y="0"/>
                        <a:pt x="110525" y="107060"/>
                        <a:pt x="0" y="272886"/>
                      </a:cubicBezTo>
                      <a:cubicBezTo>
                        <a:pt x="9307" y="274049"/>
                        <a:pt x="19196" y="275795"/>
                        <a:pt x="29086" y="277540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28" name="Рисунок 5"/>
            <p:cNvGrpSpPr/>
            <p:nvPr/>
          </p:nvGrpSpPr>
          <p:grpSpPr bwMode="auto">
            <a:xfrm>
              <a:off x="1205239" y="1178804"/>
              <a:ext cx="1823662" cy="426492"/>
              <a:chOff x="1205239" y="1178804"/>
              <a:chExt cx="1823662" cy="426492"/>
            </a:xfrm>
            <a:solidFill>
              <a:srgbClr val="797D82"/>
            </a:solidFill>
          </p:grpSpPr>
          <p:sp>
            <p:nvSpPr>
              <p:cNvPr id="29" name="Полилиния 28"/>
              <p:cNvSpPr/>
              <p:nvPr/>
            </p:nvSpPr>
            <p:spPr bwMode="auto">
              <a:xfrm>
                <a:off x="1205239" y="1178804"/>
                <a:ext cx="418249" cy="426492"/>
              </a:xfrm>
              <a:custGeom>
                <a:avLst/>
                <a:gdLst>
                  <a:gd name="connsiteX0" fmla="*/ 352517 w 418249"/>
                  <a:gd name="connsiteY0" fmla="*/ 426493 h 426492"/>
                  <a:gd name="connsiteX1" fmla="*/ 352517 w 418249"/>
                  <a:gd name="connsiteY1" fmla="*/ 123351 h 426492"/>
                  <a:gd name="connsiteX2" fmla="*/ 209416 w 418249"/>
                  <a:gd name="connsiteY2" fmla="*/ 303723 h 426492"/>
                  <a:gd name="connsiteX3" fmla="*/ 65733 w 418249"/>
                  <a:gd name="connsiteY3" fmla="*/ 123351 h 426492"/>
                  <a:gd name="connsiteX4" fmla="*/ 65733 w 418249"/>
                  <a:gd name="connsiteY4" fmla="*/ 426493 h 426492"/>
                  <a:gd name="connsiteX5" fmla="*/ 0 w 418249"/>
                  <a:gd name="connsiteY5" fmla="*/ 426493 h 426492"/>
                  <a:gd name="connsiteX6" fmla="*/ 0 w 418249"/>
                  <a:gd name="connsiteY6" fmla="*/ 0 h 426492"/>
                  <a:gd name="connsiteX7" fmla="*/ 38393 w 418249"/>
                  <a:gd name="connsiteY7" fmla="*/ 0 h 426492"/>
                  <a:gd name="connsiteX8" fmla="*/ 209416 w 418249"/>
                  <a:gd name="connsiteY8" fmla="*/ 216447 h 426492"/>
                  <a:gd name="connsiteX9" fmla="*/ 380439 w 418249"/>
                  <a:gd name="connsiteY9" fmla="*/ 0 h 426492"/>
                  <a:gd name="connsiteX10" fmla="*/ 418250 w 418249"/>
                  <a:gd name="connsiteY10" fmla="*/ 0 h 426492"/>
                  <a:gd name="connsiteX11" fmla="*/ 418250 w 418249"/>
                  <a:gd name="connsiteY11" fmla="*/ 426493 h 426492"/>
                  <a:gd name="connsiteX12" fmla="*/ 352517 w 418249"/>
                  <a:gd name="connsiteY12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8249" h="426492" fill="norm" stroke="1" extrusionOk="0">
                    <a:moveTo>
                      <a:pt x="352517" y="426493"/>
                    </a:moveTo>
                    <a:lnTo>
                      <a:pt x="352517" y="123351"/>
                    </a:lnTo>
                    <a:lnTo>
                      <a:pt x="209416" y="303723"/>
                    </a:lnTo>
                    <a:lnTo>
                      <a:pt x="65733" y="123351"/>
                    </a:lnTo>
                    <a:lnTo>
                      <a:pt x="6573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38393" y="0"/>
                    </a:lnTo>
                    <a:lnTo>
                      <a:pt x="209416" y="216447"/>
                    </a:lnTo>
                    <a:lnTo>
                      <a:pt x="380439" y="0"/>
                    </a:lnTo>
                    <a:lnTo>
                      <a:pt x="418250" y="0"/>
                    </a:lnTo>
                    <a:lnTo>
                      <a:pt x="418250" y="426493"/>
                    </a:lnTo>
                    <a:lnTo>
                      <a:pt x="352517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0" name="Полилиния 29"/>
              <p:cNvSpPr/>
              <p:nvPr/>
            </p:nvSpPr>
            <p:spPr bwMode="auto">
              <a:xfrm>
                <a:off x="1677588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 fill="norm" stroke="1" extrusionOk="0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1" name="Полилиния 30"/>
              <p:cNvSpPr/>
              <p:nvPr/>
            </p:nvSpPr>
            <p:spPr bwMode="auto">
              <a:xfrm>
                <a:off x="2699654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 fill="norm" stroke="1" extrusionOk="0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32" name="Рисунок 5"/>
            <p:cNvGrpSpPr/>
            <p:nvPr/>
          </p:nvGrpSpPr>
          <p:grpSpPr bwMode="auto">
            <a:xfrm>
              <a:off x="2326196" y="851807"/>
              <a:ext cx="763786" cy="185608"/>
              <a:chOff x="2326196" y="851807"/>
              <a:chExt cx="763786" cy="185608"/>
            </a:xfrm>
            <a:solidFill>
              <a:srgbClr val="797D82"/>
            </a:solidFill>
          </p:grpSpPr>
          <p:sp>
            <p:nvSpPr>
              <p:cNvPr id="33" name="Полилиния 32"/>
              <p:cNvSpPr/>
              <p:nvPr/>
            </p:nvSpPr>
            <p:spPr bwMode="auto">
              <a:xfrm>
                <a:off x="2326196" y="851807"/>
                <a:ext cx="154153" cy="185608"/>
              </a:xfrm>
              <a:custGeom>
                <a:avLst/>
                <a:gdLst>
                  <a:gd name="connsiteX0" fmla="*/ 115179 w 154153"/>
                  <a:gd name="connsiteY0" fmla="*/ 185609 h 185608"/>
                  <a:gd name="connsiteX1" fmla="*/ 115179 w 154153"/>
                  <a:gd name="connsiteY1" fmla="*/ 109969 h 185608"/>
                  <a:gd name="connsiteX2" fmla="*/ 38975 w 154153"/>
                  <a:gd name="connsiteY2" fmla="*/ 109969 h 185608"/>
                  <a:gd name="connsiteX3" fmla="*/ 38975 w 154153"/>
                  <a:gd name="connsiteY3" fmla="*/ 185609 h 185608"/>
                  <a:gd name="connsiteX4" fmla="*/ 0 w 154153"/>
                  <a:gd name="connsiteY4" fmla="*/ 185609 h 185608"/>
                  <a:gd name="connsiteX5" fmla="*/ 0 w 154153"/>
                  <a:gd name="connsiteY5" fmla="*/ 0 h 185608"/>
                  <a:gd name="connsiteX6" fmla="*/ 38975 w 154153"/>
                  <a:gd name="connsiteY6" fmla="*/ 0 h 185608"/>
                  <a:gd name="connsiteX7" fmla="*/ 38975 w 154153"/>
                  <a:gd name="connsiteY7" fmla="*/ 75058 h 185608"/>
                  <a:gd name="connsiteX8" fmla="*/ 115179 w 154153"/>
                  <a:gd name="connsiteY8" fmla="*/ 75058 h 185608"/>
                  <a:gd name="connsiteX9" fmla="*/ 115179 w 154153"/>
                  <a:gd name="connsiteY9" fmla="*/ 0 h 185608"/>
                  <a:gd name="connsiteX10" fmla="*/ 154153 w 154153"/>
                  <a:gd name="connsiteY10" fmla="*/ 0 h 185608"/>
                  <a:gd name="connsiteX11" fmla="*/ 154153 w 154153"/>
                  <a:gd name="connsiteY11" fmla="*/ 185609 h 185608"/>
                  <a:gd name="connsiteX12" fmla="*/ 115179 w 154153"/>
                  <a:gd name="connsiteY12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4153" h="185608" fill="norm" stroke="1" extrusionOk="0">
                    <a:moveTo>
                      <a:pt x="115179" y="185609"/>
                    </a:moveTo>
                    <a:lnTo>
                      <a:pt x="115179" y="109969"/>
                    </a:lnTo>
                    <a:lnTo>
                      <a:pt x="38975" y="109969"/>
                    </a:lnTo>
                    <a:lnTo>
                      <a:pt x="38975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5" y="0"/>
                    </a:lnTo>
                    <a:lnTo>
                      <a:pt x="38975" y="75058"/>
                    </a:lnTo>
                    <a:lnTo>
                      <a:pt x="115179" y="75058"/>
                    </a:lnTo>
                    <a:lnTo>
                      <a:pt x="115179" y="0"/>
                    </a:lnTo>
                    <a:lnTo>
                      <a:pt x="154153" y="0"/>
                    </a:lnTo>
                    <a:lnTo>
                      <a:pt x="154153" y="185609"/>
                    </a:lnTo>
                    <a:lnTo>
                      <a:pt x="115179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4" name="Полилиния 33"/>
              <p:cNvSpPr/>
              <p:nvPr/>
            </p:nvSpPr>
            <p:spPr bwMode="auto">
              <a:xfrm>
                <a:off x="2524559" y="851807"/>
                <a:ext cx="155898" cy="185608"/>
              </a:xfrm>
              <a:custGeom>
                <a:avLst/>
                <a:gdLst>
                  <a:gd name="connsiteX0" fmla="*/ 116342 w 155898"/>
                  <a:gd name="connsiteY0" fmla="*/ 185609 h 185608"/>
                  <a:gd name="connsiteX1" fmla="*/ 116342 w 155898"/>
                  <a:gd name="connsiteY1" fmla="*/ 69240 h 185608"/>
                  <a:gd name="connsiteX2" fmla="*/ 22687 w 155898"/>
                  <a:gd name="connsiteY2" fmla="*/ 185609 h 185608"/>
                  <a:gd name="connsiteX3" fmla="*/ 0 w 155898"/>
                  <a:gd name="connsiteY3" fmla="*/ 185609 h 185608"/>
                  <a:gd name="connsiteX4" fmla="*/ 0 w 155898"/>
                  <a:gd name="connsiteY4" fmla="*/ 0 h 185608"/>
                  <a:gd name="connsiteX5" fmla="*/ 38974 w 155898"/>
                  <a:gd name="connsiteY5" fmla="*/ 0 h 185608"/>
                  <a:gd name="connsiteX6" fmla="*/ 38974 w 155898"/>
                  <a:gd name="connsiteY6" fmla="*/ 116951 h 185608"/>
                  <a:gd name="connsiteX7" fmla="*/ 132630 w 155898"/>
                  <a:gd name="connsiteY7" fmla="*/ 0 h 185608"/>
                  <a:gd name="connsiteX8" fmla="*/ 155898 w 155898"/>
                  <a:gd name="connsiteY8" fmla="*/ 0 h 185608"/>
                  <a:gd name="connsiteX9" fmla="*/ 155898 w 155898"/>
                  <a:gd name="connsiteY9" fmla="*/ 185609 h 185608"/>
                  <a:gd name="connsiteX10" fmla="*/ 116342 w 155898"/>
                  <a:gd name="connsiteY10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5898" h="185608" fill="norm" stroke="1" extrusionOk="0">
                    <a:moveTo>
                      <a:pt x="116342" y="185609"/>
                    </a:moveTo>
                    <a:lnTo>
                      <a:pt x="116342" y="69240"/>
                    </a:lnTo>
                    <a:lnTo>
                      <a:pt x="22687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4" y="0"/>
                    </a:lnTo>
                    <a:lnTo>
                      <a:pt x="38974" y="116951"/>
                    </a:lnTo>
                    <a:lnTo>
                      <a:pt x="132630" y="0"/>
                    </a:lnTo>
                    <a:lnTo>
                      <a:pt x="155898" y="0"/>
                    </a:lnTo>
                    <a:lnTo>
                      <a:pt x="155898" y="185609"/>
                    </a:lnTo>
                    <a:lnTo>
                      <a:pt x="116342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5" name="Полилиния 34"/>
              <p:cNvSpPr/>
              <p:nvPr/>
            </p:nvSpPr>
            <p:spPr bwMode="auto">
              <a:xfrm>
                <a:off x="2711870" y="852389"/>
                <a:ext cx="156480" cy="185026"/>
              </a:xfrm>
              <a:custGeom>
                <a:avLst/>
                <a:gdLst>
                  <a:gd name="connsiteX0" fmla="*/ 118088 w 156480"/>
                  <a:gd name="connsiteY0" fmla="*/ 185027 h 185026"/>
                  <a:gd name="connsiteX1" fmla="*/ 118088 w 156480"/>
                  <a:gd name="connsiteY1" fmla="*/ 139643 h 185026"/>
                  <a:gd name="connsiteX2" fmla="*/ 95982 w 156480"/>
                  <a:gd name="connsiteY2" fmla="*/ 139643 h 185026"/>
                  <a:gd name="connsiteX3" fmla="*/ 56426 w 156480"/>
                  <a:gd name="connsiteY3" fmla="*/ 166408 h 185026"/>
                  <a:gd name="connsiteX4" fmla="*/ 43628 w 156480"/>
                  <a:gd name="connsiteY4" fmla="*/ 185027 h 185026"/>
                  <a:gd name="connsiteX5" fmla="*/ 0 w 156480"/>
                  <a:gd name="connsiteY5" fmla="*/ 185027 h 185026"/>
                  <a:gd name="connsiteX6" fmla="*/ 16870 w 156480"/>
                  <a:gd name="connsiteY6" fmla="*/ 160589 h 185026"/>
                  <a:gd name="connsiteX7" fmla="*/ 46537 w 156480"/>
                  <a:gd name="connsiteY7" fmla="*/ 128006 h 185026"/>
                  <a:gd name="connsiteX8" fmla="*/ 4072 w 156480"/>
                  <a:gd name="connsiteY8" fmla="*/ 69821 h 185026"/>
                  <a:gd name="connsiteX9" fmla="*/ 89584 w 156480"/>
                  <a:gd name="connsiteY9" fmla="*/ 0 h 185026"/>
                  <a:gd name="connsiteX10" fmla="*/ 156480 w 156480"/>
                  <a:gd name="connsiteY10" fmla="*/ 0 h 185026"/>
                  <a:gd name="connsiteX11" fmla="*/ 156480 w 156480"/>
                  <a:gd name="connsiteY11" fmla="*/ 185027 h 185026"/>
                  <a:gd name="connsiteX12" fmla="*/ 118088 w 156480"/>
                  <a:gd name="connsiteY12" fmla="*/ 185027 h 185026"/>
                  <a:gd name="connsiteX13" fmla="*/ 86093 w 156480"/>
                  <a:gd name="connsiteY13" fmla="*/ 34329 h 185026"/>
                  <a:gd name="connsiteX14" fmla="*/ 40720 w 156480"/>
                  <a:gd name="connsiteY14" fmla="*/ 69821 h 185026"/>
                  <a:gd name="connsiteX15" fmla="*/ 86093 w 156480"/>
                  <a:gd name="connsiteY15" fmla="*/ 105314 h 185026"/>
                  <a:gd name="connsiteX16" fmla="*/ 118088 w 156480"/>
                  <a:gd name="connsiteY16" fmla="*/ 105314 h 185026"/>
                  <a:gd name="connsiteX17" fmla="*/ 118088 w 156480"/>
                  <a:gd name="connsiteY17" fmla="*/ 34329 h 185026"/>
                  <a:gd name="connsiteX18" fmla="*/ 86093 w 156480"/>
                  <a:gd name="connsiteY18" fmla="*/ 34329 h 185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6480" h="185026" fill="norm" stroke="1" extrusionOk="0">
                    <a:moveTo>
                      <a:pt x="118088" y="185027"/>
                    </a:moveTo>
                    <a:lnTo>
                      <a:pt x="118088" y="139643"/>
                    </a:lnTo>
                    <a:lnTo>
                      <a:pt x="95982" y="139643"/>
                    </a:lnTo>
                    <a:cubicBezTo>
                      <a:pt x="76786" y="140225"/>
                      <a:pt x="71551" y="144298"/>
                      <a:pt x="56426" y="166408"/>
                    </a:cubicBezTo>
                    <a:lnTo>
                      <a:pt x="43628" y="185027"/>
                    </a:lnTo>
                    <a:lnTo>
                      <a:pt x="0" y="185027"/>
                    </a:lnTo>
                    <a:lnTo>
                      <a:pt x="16870" y="160589"/>
                    </a:lnTo>
                    <a:cubicBezTo>
                      <a:pt x="29086" y="142552"/>
                      <a:pt x="37811" y="133243"/>
                      <a:pt x="46537" y="128006"/>
                    </a:cubicBezTo>
                    <a:cubicBezTo>
                      <a:pt x="19778" y="118115"/>
                      <a:pt x="4072" y="97168"/>
                      <a:pt x="4072" y="69821"/>
                    </a:cubicBezTo>
                    <a:cubicBezTo>
                      <a:pt x="4072" y="30838"/>
                      <a:pt x="34321" y="0"/>
                      <a:pt x="89584" y="0"/>
                    </a:cubicBezTo>
                    <a:lnTo>
                      <a:pt x="156480" y="0"/>
                    </a:lnTo>
                    <a:lnTo>
                      <a:pt x="156480" y="185027"/>
                    </a:lnTo>
                    <a:lnTo>
                      <a:pt x="118088" y="185027"/>
                    </a:lnTo>
                    <a:close/>
                    <a:moveTo>
                      <a:pt x="86093" y="34329"/>
                    </a:moveTo>
                    <a:cubicBezTo>
                      <a:pt x="60498" y="34329"/>
                      <a:pt x="40720" y="45966"/>
                      <a:pt x="40720" y="69821"/>
                    </a:cubicBezTo>
                    <a:cubicBezTo>
                      <a:pt x="40720" y="94841"/>
                      <a:pt x="60498" y="105314"/>
                      <a:pt x="86093" y="105314"/>
                    </a:cubicBezTo>
                    <a:lnTo>
                      <a:pt x="118088" y="105314"/>
                    </a:lnTo>
                    <a:lnTo>
                      <a:pt x="118088" y="34329"/>
                    </a:lnTo>
                    <a:lnTo>
                      <a:pt x="86093" y="3432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6" name="Полилиния 35"/>
              <p:cNvSpPr/>
              <p:nvPr/>
            </p:nvSpPr>
            <p:spPr bwMode="auto">
              <a:xfrm>
                <a:off x="2902671" y="851807"/>
                <a:ext cx="187310" cy="185608"/>
              </a:xfrm>
              <a:custGeom>
                <a:avLst/>
                <a:gdLst>
                  <a:gd name="connsiteX0" fmla="*/ 30831 w 187310"/>
                  <a:gd name="connsiteY0" fmla="*/ 185609 h 185608"/>
                  <a:gd name="connsiteX1" fmla="*/ 71550 w 187310"/>
                  <a:gd name="connsiteY1" fmla="*/ 118696 h 185608"/>
                  <a:gd name="connsiteX2" fmla="*/ 0 w 187310"/>
                  <a:gd name="connsiteY2" fmla="*/ 0 h 185608"/>
                  <a:gd name="connsiteX3" fmla="*/ 44210 w 187310"/>
                  <a:gd name="connsiteY3" fmla="*/ 0 h 185608"/>
                  <a:gd name="connsiteX4" fmla="*/ 93655 w 187310"/>
                  <a:gd name="connsiteY4" fmla="*/ 80876 h 185608"/>
                  <a:gd name="connsiteX5" fmla="*/ 143101 w 187310"/>
                  <a:gd name="connsiteY5" fmla="*/ 0 h 185608"/>
                  <a:gd name="connsiteX6" fmla="*/ 187311 w 187310"/>
                  <a:gd name="connsiteY6" fmla="*/ 0 h 185608"/>
                  <a:gd name="connsiteX7" fmla="*/ 75040 w 187310"/>
                  <a:gd name="connsiteY7" fmla="*/ 185609 h 185608"/>
                  <a:gd name="connsiteX8" fmla="*/ 30831 w 187310"/>
                  <a:gd name="connsiteY8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7310" h="185608" fill="norm" stroke="1" extrusionOk="0">
                    <a:moveTo>
                      <a:pt x="30831" y="185609"/>
                    </a:moveTo>
                    <a:lnTo>
                      <a:pt x="71550" y="118696"/>
                    </a:lnTo>
                    <a:lnTo>
                      <a:pt x="0" y="0"/>
                    </a:lnTo>
                    <a:lnTo>
                      <a:pt x="44210" y="0"/>
                    </a:lnTo>
                    <a:lnTo>
                      <a:pt x="93655" y="80876"/>
                    </a:lnTo>
                    <a:lnTo>
                      <a:pt x="143101" y="0"/>
                    </a:lnTo>
                    <a:lnTo>
                      <a:pt x="187311" y="0"/>
                    </a:lnTo>
                    <a:lnTo>
                      <a:pt x="75040" y="185609"/>
                    </a:lnTo>
                    <a:lnTo>
                      <a:pt x="30831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37" name="Полилиния 36"/>
            <p:cNvSpPr/>
            <p:nvPr/>
          </p:nvSpPr>
          <p:spPr bwMode="auto">
            <a:xfrm>
              <a:off x="2033014" y="1178804"/>
              <a:ext cx="641626" cy="425329"/>
            </a:xfrm>
            <a:custGeom>
              <a:avLst/>
              <a:gdLst>
                <a:gd name="connsiteX0" fmla="*/ 470604 w 641626"/>
                <a:gd name="connsiteY0" fmla="*/ 15128 h 425329"/>
                <a:gd name="connsiteX1" fmla="*/ 353098 w 641626"/>
                <a:gd name="connsiteY1" fmla="*/ 78549 h 425329"/>
                <a:gd name="connsiteX2" fmla="*/ 353098 w 641626"/>
                <a:gd name="connsiteY2" fmla="*/ 0 h 425329"/>
                <a:gd name="connsiteX3" fmla="*/ 287365 w 641626"/>
                <a:gd name="connsiteY3" fmla="*/ 0 h 425329"/>
                <a:gd name="connsiteX4" fmla="*/ 287365 w 641626"/>
                <a:gd name="connsiteY4" fmla="*/ 191427 h 425329"/>
                <a:gd name="connsiteX5" fmla="*/ 176840 w 641626"/>
                <a:gd name="connsiteY5" fmla="*/ 304887 h 425329"/>
                <a:gd name="connsiteX6" fmla="*/ 66315 w 641626"/>
                <a:gd name="connsiteY6" fmla="*/ 191427 h 425329"/>
                <a:gd name="connsiteX7" fmla="*/ 176840 w 641626"/>
                <a:gd name="connsiteY7" fmla="*/ 77386 h 425329"/>
                <a:gd name="connsiteX8" fmla="*/ 258861 w 641626"/>
                <a:gd name="connsiteY8" fmla="*/ 113460 h 425329"/>
                <a:gd name="connsiteX9" fmla="*/ 258861 w 641626"/>
                <a:gd name="connsiteY9" fmla="*/ 46548 h 425329"/>
                <a:gd name="connsiteX10" fmla="*/ 170441 w 641626"/>
                <a:gd name="connsiteY10" fmla="*/ 15128 h 425329"/>
                <a:gd name="connsiteX11" fmla="*/ 0 w 641626"/>
                <a:gd name="connsiteY11" fmla="*/ 190845 h 425329"/>
                <a:gd name="connsiteX12" fmla="*/ 170441 w 641626"/>
                <a:gd name="connsiteY12" fmla="*/ 365981 h 425329"/>
                <a:gd name="connsiteX13" fmla="*/ 287947 w 641626"/>
                <a:gd name="connsiteY13" fmla="*/ 303142 h 425329"/>
                <a:gd name="connsiteX14" fmla="*/ 287947 w 641626"/>
                <a:gd name="connsiteY14" fmla="*/ 425329 h 425329"/>
                <a:gd name="connsiteX15" fmla="*/ 354844 w 641626"/>
                <a:gd name="connsiteY15" fmla="*/ 425329 h 425329"/>
                <a:gd name="connsiteX16" fmla="*/ 354844 w 641626"/>
                <a:gd name="connsiteY16" fmla="*/ 181536 h 425329"/>
                <a:gd name="connsiteX17" fmla="*/ 354844 w 641626"/>
                <a:gd name="connsiteY17" fmla="*/ 181536 h 425329"/>
                <a:gd name="connsiteX18" fmla="*/ 465369 w 641626"/>
                <a:gd name="connsiteY18" fmla="*/ 76222 h 425329"/>
                <a:gd name="connsiteX19" fmla="*/ 575894 w 641626"/>
                <a:gd name="connsiteY19" fmla="*/ 190264 h 425329"/>
                <a:gd name="connsiteX20" fmla="*/ 465369 w 641626"/>
                <a:gd name="connsiteY20" fmla="*/ 303723 h 425329"/>
                <a:gd name="connsiteX21" fmla="*/ 384511 w 641626"/>
                <a:gd name="connsiteY21" fmla="*/ 268813 h 425329"/>
                <a:gd name="connsiteX22" fmla="*/ 384511 w 641626"/>
                <a:gd name="connsiteY22" fmla="*/ 336307 h 425329"/>
                <a:gd name="connsiteX23" fmla="*/ 471767 w 641626"/>
                <a:gd name="connsiteY23" fmla="*/ 365981 h 425329"/>
                <a:gd name="connsiteX24" fmla="*/ 641627 w 641626"/>
                <a:gd name="connsiteY24" fmla="*/ 190845 h 425329"/>
                <a:gd name="connsiteX25" fmla="*/ 470604 w 641626"/>
                <a:gd name="connsiteY25" fmla="*/ 15128 h 425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41626" h="425329" fill="norm" stroke="1" extrusionOk="0">
                  <a:moveTo>
                    <a:pt x="470604" y="15128"/>
                  </a:moveTo>
                  <a:cubicBezTo>
                    <a:pt x="419995" y="15128"/>
                    <a:pt x="376367" y="41311"/>
                    <a:pt x="353098" y="78549"/>
                  </a:cubicBezTo>
                  <a:lnTo>
                    <a:pt x="353098" y="0"/>
                  </a:lnTo>
                  <a:lnTo>
                    <a:pt x="287365" y="0"/>
                  </a:lnTo>
                  <a:lnTo>
                    <a:pt x="287365" y="191427"/>
                  </a:lnTo>
                  <a:cubicBezTo>
                    <a:pt x="287365" y="257176"/>
                    <a:pt x="238501" y="304887"/>
                    <a:pt x="176840" y="304887"/>
                  </a:cubicBezTo>
                  <a:cubicBezTo>
                    <a:pt x="114597" y="304887"/>
                    <a:pt x="66315" y="257176"/>
                    <a:pt x="66315" y="191427"/>
                  </a:cubicBezTo>
                  <a:cubicBezTo>
                    <a:pt x="66315" y="125679"/>
                    <a:pt x="115179" y="77386"/>
                    <a:pt x="176840" y="77386"/>
                  </a:cubicBezTo>
                  <a:cubicBezTo>
                    <a:pt x="209416" y="77386"/>
                    <a:pt x="238501" y="90768"/>
                    <a:pt x="258861" y="113460"/>
                  </a:cubicBezTo>
                  <a:lnTo>
                    <a:pt x="258861" y="46548"/>
                  </a:lnTo>
                  <a:cubicBezTo>
                    <a:pt x="235011" y="27347"/>
                    <a:pt x="204180" y="15128"/>
                    <a:pt x="170441" y="15128"/>
                  </a:cubicBezTo>
                  <a:cubicBezTo>
                    <a:pt x="68642" y="15128"/>
                    <a:pt x="0" y="93095"/>
                    <a:pt x="0" y="190845"/>
                  </a:cubicBezTo>
                  <a:cubicBezTo>
                    <a:pt x="0" y="288595"/>
                    <a:pt x="68642" y="365981"/>
                    <a:pt x="170441" y="365981"/>
                  </a:cubicBezTo>
                  <a:cubicBezTo>
                    <a:pt x="221050" y="365981"/>
                    <a:pt x="264678" y="340380"/>
                    <a:pt x="287947" y="303142"/>
                  </a:cubicBezTo>
                  <a:lnTo>
                    <a:pt x="287947" y="425329"/>
                  </a:lnTo>
                  <a:lnTo>
                    <a:pt x="354844" y="425329"/>
                  </a:lnTo>
                  <a:lnTo>
                    <a:pt x="354844" y="181536"/>
                  </a:lnTo>
                  <a:lnTo>
                    <a:pt x="354844" y="181536"/>
                  </a:lnTo>
                  <a:cubicBezTo>
                    <a:pt x="358915" y="120442"/>
                    <a:pt x="406034" y="76222"/>
                    <a:pt x="465369" y="76222"/>
                  </a:cubicBezTo>
                  <a:cubicBezTo>
                    <a:pt x="527612" y="76222"/>
                    <a:pt x="575894" y="124515"/>
                    <a:pt x="575894" y="190264"/>
                  </a:cubicBezTo>
                  <a:cubicBezTo>
                    <a:pt x="575894" y="256012"/>
                    <a:pt x="527030" y="303723"/>
                    <a:pt x="465369" y="303723"/>
                  </a:cubicBezTo>
                  <a:cubicBezTo>
                    <a:pt x="432793" y="303723"/>
                    <a:pt x="404289" y="290341"/>
                    <a:pt x="384511" y="268813"/>
                  </a:cubicBezTo>
                  <a:lnTo>
                    <a:pt x="384511" y="336307"/>
                  </a:lnTo>
                  <a:cubicBezTo>
                    <a:pt x="407779" y="354344"/>
                    <a:pt x="438028" y="365981"/>
                    <a:pt x="471767" y="365981"/>
                  </a:cubicBezTo>
                  <a:cubicBezTo>
                    <a:pt x="572985" y="365981"/>
                    <a:pt x="641627" y="288595"/>
                    <a:pt x="641627" y="190845"/>
                  </a:cubicBezTo>
                  <a:cubicBezTo>
                    <a:pt x="640464" y="93095"/>
                    <a:pt x="571240" y="15128"/>
                    <a:pt x="470604" y="15128"/>
                  </a:cubicBezTo>
                  <a:close/>
                </a:path>
              </a:pathLst>
            </a:custGeom>
            <a:solidFill>
              <a:srgbClr val="797D82"/>
            </a:solidFill>
            <a:ln w="581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Разделите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Полилиния 5"/>
          <p:cNvSpPr/>
          <p:nvPr/>
        </p:nvSpPr>
        <p:spPr bwMode="auto">
          <a:xfrm>
            <a:off x="0" y="1680"/>
            <a:ext cx="2239" cy="2239"/>
          </a:xfrm>
          <a:custGeom>
            <a:avLst/>
            <a:gdLst/>
            <a:ahLst/>
            <a:cxnLst/>
            <a:rect l="l" t="t" r="r" b="b"/>
            <a:pathLst>
              <a:path w="2239" h="2239" fill="norm" stroke="1" extrusionOk="0"/>
            </a:pathLst>
          </a:custGeom>
          <a:solidFill>
            <a:srgbClr val="86888C"/>
          </a:solidFill>
          <a:ln w="2240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grpSp>
        <p:nvGrpSpPr>
          <p:cNvPr id="39" name="Рисунок 37"/>
          <p:cNvGrpSpPr/>
          <p:nvPr/>
        </p:nvGrpSpPr>
        <p:grpSpPr bwMode="auto">
          <a:xfrm>
            <a:off x="0" y="1680"/>
            <a:ext cx="12190880" cy="6855759"/>
            <a:chOff x="0" y="1680"/>
            <a:chExt cx="12190880" cy="6855759"/>
          </a:xfrm>
          <a:solidFill>
            <a:srgbClr val="86888C">
              <a:alpha val="5000"/>
            </a:srgbClr>
          </a:solidFill>
        </p:grpSpPr>
        <p:sp>
          <p:nvSpPr>
            <p:cNvPr id="40" name="Полилиния 39"/>
            <p:cNvSpPr/>
            <p:nvPr/>
          </p:nvSpPr>
          <p:spPr bwMode="auto">
            <a:xfrm>
              <a:off x="1948748" y="1680"/>
              <a:ext cx="10242131" cy="6855759"/>
            </a:xfrm>
            <a:custGeom>
              <a:avLst/>
              <a:gdLst>
                <a:gd name="connsiteX0" fmla="*/ 10242131 w 10242131"/>
                <a:gd name="connsiteY0" fmla="*/ 158322 h 6855759"/>
                <a:gd name="connsiteX1" fmla="*/ 10242131 w 10242131"/>
                <a:gd name="connsiteY1" fmla="*/ 0 h 6855759"/>
                <a:gd name="connsiteX2" fmla="*/ 4890240 w 10242131"/>
                <a:gd name="connsiteY2" fmla="*/ 0 h 6855759"/>
                <a:gd name="connsiteX3" fmla="*/ 4510122 w 10242131"/>
                <a:gd name="connsiteY3" fmla="*/ 0 h 6855759"/>
                <a:gd name="connsiteX4" fmla="*/ 3244555 w 10242131"/>
                <a:gd name="connsiteY4" fmla="*/ 0 h 6855759"/>
                <a:gd name="connsiteX5" fmla="*/ 5424018 w 10242131"/>
                <a:gd name="connsiteY5" fmla="*/ 808404 h 6855759"/>
                <a:gd name="connsiteX6" fmla="*/ 8181161 w 10242131"/>
                <a:gd name="connsiteY6" fmla="*/ 2699980 h 6855759"/>
                <a:gd name="connsiteX7" fmla="*/ 7104198 w 10242131"/>
                <a:gd name="connsiteY7" fmla="*/ 4991952 h 6855759"/>
                <a:gd name="connsiteX8" fmla="*/ 6685105 w 10242131"/>
                <a:gd name="connsiteY8" fmla="*/ 5752658 h 6855759"/>
                <a:gd name="connsiteX9" fmla="*/ 4804002 w 10242131"/>
                <a:gd name="connsiteY9" fmla="*/ 6267260 h 6855759"/>
                <a:gd name="connsiteX10" fmla="*/ 3839707 w 10242131"/>
                <a:gd name="connsiteY10" fmla="*/ 6469697 h 6855759"/>
                <a:gd name="connsiteX11" fmla="*/ 2868021 w 10242131"/>
                <a:gd name="connsiteY11" fmla="*/ 6047356 h 6855759"/>
                <a:gd name="connsiteX12" fmla="*/ 215706 w 10242131"/>
                <a:gd name="connsiteY12" fmla="*/ 4243786 h 6855759"/>
                <a:gd name="connsiteX13" fmla="*/ 0 w 10242131"/>
                <a:gd name="connsiteY13" fmla="*/ 4769361 h 6855759"/>
                <a:gd name="connsiteX14" fmla="*/ 2640219 w 10242131"/>
                <a:gd name="connsiteY14" fmla="*/ 6514035 h 6855759"/>
                <a:gd name="connsiteX15" fmla="*/ 3404039 w 10242131"/>
                <a:gd name="connsiteY15" fmla="*/ 6855536 h 6855759"/>
                <a:gd name="connsiteX16" fmla="*/ 5052188 w 10242131"/>
                <a:gd name="connsiteY16" fmla="*/ 6855536 h 6855759"/>
                <a:gd name="connsiteX17" fmla="*/ 4824834 w 10242131"/>
                <a:gd name="connsiteY17" fmla="*/ 6795073 h 6855759"/>
                <a:gd name="connsiteX18" fmla="*/ 4921375 w 10242131"/>
                <a:gd name="connsiteY18" fmla="*/ 6773128 h 6855759"/>
                <a:gd name="connsiteX19" fmla="*/ 9558949 w 10242131"/>
                <a:gd name="connsiteY19" fmla="*/ 5170652 h 6855759"/>
                <a:gd name="connsiteX20" fmla="*/ 9413801 w 10242131"/>
                <a:gd name="connsiteY20" fmla="*/ 4663887 h 6855759"/>
                <a:gd name="connsiteX21" fmla="*/ 7390462 w 10242131"/>
                <a:gd name="connsiteY21" fmla="*/ 5515287 h 6855759"/>
                <a:gd name="connsiteX22" fmla="*/ 7545914 w 10242131"/>
                <a:gd name="connsiteY22" fmla="*/ 5225291 h 6855759"/>
                <a:gd name="connsiteX23" fmla="*/ 8557695 w 10242131"/>
                <a:gd name="connsiteY23" fmla="*/ 3091866 h 6855759"/>
                <a:gd name="connsiteX24" fmla="*/ 8899511 w 10242131"/>
                <a:gd name="connsiteY24" fmla="*/ 3506369 h 6855759"/>
                <a:gd name="connsiteX25" fmla="*/ 9534981 w 10242131"/>
                <a:gd name="connsiteY25" fmla="*/ 6055865 h 6855759"/>
                <a:gd name="connsiteX26" fmla="*/ 8608766 w 10242131"/>
                <a:gd name="connsiteY26" fmla="*/ 6855760 h 6855759"/>
                <a:gd name="connsiteX27" fmla="*/ 9579333 w 10242131"/>
                <a:gd name="connsiteY27" fmla="*/ 6855760 h 6855759"/>
                <a:gd name="connsiteX28" fmla="*/ 10002009 w 10242131"/>
                <a:gd name="connsiteY28" fmla="*/ 6284502 h 6855759"/>
                <a:gd name="connsiteX29" fmla="*/ 10142902 w 10242131"/>
                <a:gd name="connsiteY29" fmla="*/ 4869012 h 6855759"/>
                <a:gd name="connsiteX30" fmla="*/ 10242131 w 10242131"/>
                <a:gd name="connsiteY30" fmla="*/ 4814371 h 6855759"/>
                <a:gd name="connsiteX31" fmla="*/ 10242131 w 10242131"/>
                <a:gd name="connsiteY31" fmla="*/ 4215570 h 6855759"/>
                <a:gd name="connsiteX32" fmla="*/ 9988122 w 10242131"/>
                <a:gd name="connsiteY32" fmla="*/ 4360456 h 6855759"/>
                <a:gd name="connsiteX33" fmla="*/ 9314347 w 10242131"/>
                <a:gd name="connsiteY33" fmla="*/ 3192861 h 6855759"/>
                <a:gd name="connsiteX34" fmla="*/ 8776090 w 10242131"/>
                <a:gd name="connsiteY34" fmla="*/ 2561813 h 6855759"/>
                <a:gd name="connsiteX35" fmla="*/ 9587397 w 10242131"/>
                <a:gd name="connsiteY35" fmla="*/ 202437 h 6855759"/>
                <a:gd name="connsiteX36" fmla="*/ 9083186 w 10242131"/>
                <a:gd name="connsiteY36" fmla="*/ 151156 h 6855759"/>
                <a:gd name="connsiteX37" fmla="*/ 8389924 w 10242131"/>
                <a:gd name="connsiteY37" fmla="*/ 2181572 h 6855759"/>
                <a:gd name="connsiteX38" fmla="*/ 5652492 w 10242131"/>
                <a:gd name="connsiteY38" fmla="*/ 340605 h 6855759"/>
                <a:gd name="connsiteX39" fmla="*/ 5409234 w 10242131"/>
                <a:gd name="connsiteY39" fmla="*/ 225502 h 6855759"/>
                <a:gd name="connsiteX40" fmla="*/ 8234248 w 10242131"/>
                <a:gd name="connsiteY40" fmla="*/ 4031 h 6855759"/>
                <a:gd name="connsiteX41" fmla="*/ 10242131 w 10242131"/>
                <a:gd name="connsiteY41" fmla="*/ 158322 h 685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0242131" h="6855759" fill="norm" stroke="1" extrusionOk="0">
                  <a:moveTo>
                    <a:pt x="10242131" y="158322"/>
                  </a:moveTo>
                  <a:lnTo>
                    <a:pt x="10242131" y="0"/>
                  </a:lnTo>
                  <a:lnTo>
                    <a:pt x="4890240" y="0"/>
                  </a:lnTo>
                  <a:lnTo>
                    <a:pt x="4510122" y="0"/>
                  </a:lnTo>
                  <a:lnTo>
                    <a:pt x="3244555" y="0"/>
                  </a:lnTo>
                  <a:cubicBezTo>
                    <a:pt x="3961784" y="182731"/>
                    <a:pt x="4700293" y="455259"/>
                    <a:pt x="5424018" y="808404"/>
                  </a:cubicBezTo>
                  <a:cubicBezTo>
                    <a:pt x="6496950" y="1331963"/>
                    <a:pt x="7445565" y="1985405"/>
                    <a:pt x="8181161" y="2699980"/>
                  </a:cubicBezTo>
                  <a:cubicBezTo>
                    <a:pt x="7870929" y="3448370"/>
                    <a:pt x="7510972" y="4222512"/>
                    <a:pt x="7104198" y="4991952"/>
                  </a:cubicBezTo>
                  <a:cubicBezTo>
                    <a:pt x="6967562" y="5249701"/>
                    <a:pt x="6827565" y="5503195"/>
                    <a:pt x="6685105" y="5752658"/>
                  </a:cubicBezTo>
                  <a:cubicBezTo>
                    <a:pt x="6080993" y="5944794"/>
                    <a:pt x="5451121" y="6117447"/>
                    <a:pt x="4804002" y="6267260"/>
                  </a:cubicBezTo>
                  <a:cubicBezTo>
                    <a:pt x="4481451" y="6341830"/>
                    <a:pt x="4159571" y="6409234"/>
                    <a:pt x="3839707" y="6469697"/>
                  </a:cubicBezTo>
                  <a:cubicBezTo>
                    <a:pt x="3515140" y="6345413"/>
                    <a:pt x="3190124" y="6204558"/>
                    <a:pt x="2868021" y="6047356"/>
                  </a:cubicBezTo>
                  <a:cubicBezTo>
                    <a:pt x="1829136" y="5540592"/>
                    <a:pt x="922856" y="4910440"/>
                    <a:pt x="215706" y="4243786"/>
                  </a:cubicBezTo>
                  <a:cubicBezTo>
                    <a:pt x="141564" y="4420470"/>
                    <a:pt x="68094" y="4596707"/>
                    <a:pt x="0" y="4769361"/>
                  </a:cubicBezTo>
                  <a:cubicBezTo>
                    <a:pt x="716781" y="5411829"/>
                    <a:pt x="1611414" y="6012870"/>
                    <a:pt x="2640219" y="6514035"/>
                  </a:cubicBezTo>
                  <a:cubicBezTo>
                    <a:pt x="2893556" y="6637648"/>
                    <a:pt x="3148462" y="6751406"/>
                    <a:pt x="3404039" y="6855536"/>
                  </a:cubicBezTo>
                  <a:lnTo>
                    <a:pt x="5052188" y="6855536"/>
                  </a:lnTo>
                  <a:cubicBezTo>
                    <a:pt x="4976702" y="6836501"/>
                    <a:pt x="4900992" y="6816347"/>
                    <a:pt x="4824834" y="6795073"/>
                  </a:cubicBezTo>
                  <a:cubicBezTo>
                    <a:pt x="4857089" y="6787908"/>
                    <a:pt x="4889120" y="6780518"/>
                    <a:pt x="4921375" y="6773128"/>
                  </a:cubicBezTo>
                  <a:cubicBezTo>
                    <a:pt x="6632466" y="6378107"/>
                    <a:pt x="8228648" y="5822526"/>
                    <a:pt x="9558949" y="5170652"/>
                  </a:cubicBezTo>
                  <a:cubicBezTo>
                    <a:pt x="9530726" y="5007403"/>
                    <a:pt x="9481895" y="4837884"/>
                    <a:pt x="9413801" y="4663887"/>
                  </a:cubicBezTo>
                  <a:cubicBezTo>
                    <a:pt x="8796249" y="4971350"/>
                    <a:pt x="8116203" y="5257314"/>
                    <a:pt x="7390462" y="5515287"/>
                  </a:cubicBezTo>
                  <a:cubicBezTo>
                    <a:pt x="7442653" y="5418995"/>
                    <a:pt x="7494619" y="5322479"/>
                    <a:pt x="7545914" y="5225291"/>
                  </a:cubicBezTo>
                  <a:cubicBezTo>
                    <a:pt x="7919088" y="4519674"/>
                    <a:pt x="8257992" y="3800171"/>
                    <a:pt x="8557695" y="3091866"/>
                  </a:cubicBezTo>
                  <a:cubicBezTo>
                    <a:pt x="8679772" y="3228466"/>
                    <a:pt x="8793785" y="3366858"/>
                    <a:pt x="8899511" y="3506369"/>
                  </a:cubicBezTo>
                  <a:cubicBezTo>
                    <a:pt x="9636003" y="4480933"/>
                    <a:pt x="9862237" y="5386749"/>
                    <a:pt x="9534981" y="6055865"/>
                  </a:cubicBezTo>
                  <a:cubicBezTo>
                    <a:pt x="9366090" y="6402068"/>
                    <a:pt x="9047123" y="6673253"/>
                    <a:pt x="8608766" y="6855760"/>
                  </a:cubicBezTo>
                  <a:lnTo>
                    <a:pt x="9579333" y="6855760"/>
                  </a:lnTo>
                  <a:cubicBezTo>
                    <a:pt x="9755616" y="6689824"/>
                    <a:pt x="9897404" y="6498808"/>
                    <a:pt x="10002009" y="6284502"/>
                  </a:cubicBezTo>
                  <a:cubicBezTo>
                    <a:pt x="10207636" y="5863505"/>
                    <a:pt x="10252882" y="5383614"/>
                    <a:pt x="10142902" y="4869012"/>
                  </a:cubicBezTo>
                  <a:cubicBezTo>
                    <a:pt x="10176277" y="4850873"/>
                    <a:pt x="10209204" y="4832734"/>
                    <a:pt x="10242131" y="4814371"/>
                  </a:cubicBezTo>
                  <a:lnTo>
                    <a:pt x="10242131" y="4215570"/>
                  </a:lnTo>
                  <a:cubicBezTo>
                    <a:pt x="10159029" y="4264164"/>
                    <a:pt x="10074136" y="4312534"/>
                    <a:pt x="9988122" y="4360456"/>
                  </a:cubicBezTo>
                  <a:cubicBezTo>
                    <a:pt x="9839838" y="3982006"/>
                    <a:pt x="9614499" y="3590121"/>
                    <a:pt x="9314347" y="3192861"/>
                  </a:cubicBezTo>
                  <a:cubicBezTo>
                    <a:pt x="9152624" y="2979003"/>
                    <a:pt x="8972756" y="2768280"/>
                    <a:pt x="8776090" y="2561813"/>
                  </a:cubicBezTo>
                  <a:cubicBezTo>
                    <a:pt x="9105361" y="1736613"/>
                    <a:pt x="9378634" y="936271"/>
                    <a:pt x="9587397" y="202437"/>
                  </a:cubicBezTo>
                  <a:cubicBezTo>
                    <a:pt x="9425001" y="181835"/>
                    <a:pt x="9256781" y="165488"/>
                    <a:pt x="9083186" y="151156"/>
                  </a:cubicBezTo>
                  <a:cubicBezTo>
                    <a:pt x="8902198" y="777501"/>
                    <a:pt x="8670141" y="1463861"/>
                    <a:pt x="8389924" y="2181572"/>
                  </a:cubicBezTo>
                  <a:cubicBezTo>
                    <a:pt x="7638200" y="1485583"/>
                    <a:pt x="6700560" y="852295"/>
                    <a:pt x="5652492" y="340605"/>
                  </a:cubicBezTo>
                  <a:cubicBezTo>
                    <a:pt x="5571630" y="301192"/>
                    <a:pt x="5490544" y="262899"/>
                    <a:pt x="5409234" y="225502"/>
                  </a:cubicBezTo>
                  <a:cubicBezTo>
                    <a:pt x="6393912" y="80169"/>
                    <a:pt x="7349919" y="4031"/>
                    <a:pt x="8234248" y="4031"/>
                  </a:cubicBezTo>
                  <a:cubicBezTo>
                    <a:pt x="8984628" y="3807"/>
                    <a:pt x="9660195" y="57551"/>
                    <a:pt x="10242131" y="158322"/>
                  </a:cubicBezTo>
                  <a:close/>
                </a:path>
              </a:pathLst>
            </a:custGeom>
            <a:grpFill/>
            <a:ln w="22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1" name="Полилиния 40"/>
            <p:cNvSpPr/>
            <p:nvPr/>
          </p:nvSpPr>
          <p:spPr bwMode="auto">
            <a:xfrm>
              <a:off x="7971055" y="6355378"/>
              <a:ext cx="894408" cy="501837"/>
            </a:xfrm>
            <a:custGeom>
              <a:avLst/>
              <a:gdLst>
                <a:gd name="connsiteX0" fmla="*/ 0 w 894408"/>
                <a:gd name="connsiteY0" fmla="*/ 501837 h 501837"/>
                <a:gd name="connsiteX1" fmla="*/ 593584 w 894408"/>
                <a:gd name="connsiteY1" fmla="*/ 501837 h 501837"/>
                <a:gd name="connsiteX2" fmla="*/ 894408 w 894408"/>
                <a:gd name="connsiteY2" fmla="*/ 0 h 501837"/>
                <a:gd name="connsiteX3" fmla="*/ 169339 w 894408"/>
                <a:gd name="connsiteY3" fmla="*/ 230876 h 501837"/>
                <a:gd name="connsiteX4" fmla="*/ 0 w 894408"/>
                <a:gd name="connsiteY4" fmla="*/ 501837 h 501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4408" h="501837" fill="norm" stroke="1" extrusionOk="0">
                  <a:moveTo>
                    <a:pt x="0" y="501837"/>
                  </a:moveTo>
                  <a:lnTo>
                    <a:pt x="593584" y="501837"/>
                  </a:lnTo>
                  <a:cubicBezTo>
                    <a:pt x="694605" y="337022"/>
                    <a:pt x="794955" y="169743"/>
                    <a:pt x="894408" y="0"/>
                  </a:cubicBezTo>
                  <a:cubicBezTo>
                    <a:pt x="656751" y="80616"/>
                    <a:pt x="415061" y="157426"/>
                    <a:pt x="169339" y="230876"/>
                  </a:cubicBezTo>
                  <a:cubicBezTo>
                    <a:pt x="113341" y="322018"/>
                    <a:pt x="56894" y="412263"/>
                    <a:pt x="0" y="501837"/>
                  </a:cubicBezTo>
                  <a:close/>
                </a:path>
              </a:pathLst>
            </a:custGeom>
            <a:grpFill/>
            <a:ln w="22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2" name="Полилиния 41"/>
            <p:cNvSpPr/>
            <p:nvPr/>
          </p:nvSpPr>
          <p:spPr bwMode="auto">
            <a:xfrm>
              <a:off x="0" y="1680"/>
              <a:ext cx="6146398" cy="6855759"/>
            </a:xfrm>
            <a:custGeom>
              <a:avLst/>
              <a:gdLst>
                <a:gd name="connsiteX0" fmla="*/ 2007211 w 6146398"/>
                <a:gd name="connsiteY0" fmla="*/ 6850833 h 6855759"/>
                <a:gd name="connsiteX1" fmla="*/ 1120643 w 6146398"/>
                <a:gd name="connsiteY1" fmla="*/ 6824185 h 6855759"/>
                <a:gd name="connsiteX2" fmla="*/ 3136814 w 6146398"/>
                <a:gd name="connsiteY2" fmla="*/ 1864928 h 6855759"/>
                <a:gd name="connsiteX3" fmla="*/ 3463621 w 6146398"/>
                <a:gd name="connsiteY3" fmla="*/ 1266127 h 6855759"/>
                <a:gd name="connsiteX4" fmla="*/ 2769687 w 6146398"/>
                <a:gd name="connsiteY4" fmla="*/ 1492077 h 6855759"/>
                <a:gd name="connsiteX5" fmla="*/ 2695097 w 6146398"/>
                <a:gd name="connsiteY5" fmla="*/ 1631140 h 6855759"/>
                <a:gd name="connsiteX6" fmla="*/ 1681524 w 6146398"/>
                <a:gd name="connsiteY6" fmla="*/ 3749114 h 6855759"/>
                <a:gd name="connsiteX7" fmla="*/ 719021 w 6146398"/>
                <a:gd name="connsiteY7" fmla="*/ 2242482 h 6855759"/>
                <a:gd name="connsiteX8" fmla="*/ 5436785 w 6146398"/>
                <a:gd name="connsiteY8" fmla="*/ 588276 h 6855759"/>
                <a:gd name="connsiteX9" fmla="*/ 6146399 w 6146398"/>
                <a:gd name="connsiteY9" fmla="*/ 435553 h 6855759"/>
                <a:gd name="connsiteX10" fmla="*/ 5149177 w 6146398"/>
                <a:gd name="connsiteY10" fmla="*/ 122492 h 6855759"/>
                <a:gd name="connsiteX11" fmla="*/ 3945209 w 6146398"/>
                <a:gd name="connsiteY11" fmla="*/ 441375 h 6855759"/>
                <a:gd name="connsiteX12" fmla="*/ 4219153 w 6146398"/>
                <a:gd name="connsiteY12" fmla="*/ 0 h 6855759"/>
                <a:gd name="connsiteX13" fmla="*/ 3625121 w 6146398"/>
                <a:gd name="connsiteY13" fmla="*/ 0 h 6855759"/>
                <a:gd name="connsiteX14" fmla="*/ 3230443 w 6146398"/>
                <a:gd name="connsiteY14" fmla="*/ 662175 h 6855759"/>
                <a:gd name="connsiteX15" fmla="*/ 584625 w 6146398"/>
                <a:gd name="connsiteY15" fmla="*/ 1734598 h 6855759"/>
                <a:gd name="connsiteX16" fmla="*/ 706030 w 6146398"/>
                <a:gd name="connsiteY16" fmla="*/ 800119 h 6855759"/>
                <a:gd name="connsiteX17" fmla="*/ 1632693 w 6146398"/>
                <a:gd name="connsiteY17" fmla="*/ 0 h 6855759"/>
                <a:gd name="connsiteX18" fmla="*/ 661903 w 6146398"/>
                <a:gd name="connsiteY18" fmla="*/ 0 h 6855759"/>
                <a:gd name="connsiteX19" fmla="*/ 238554 w 6146398"/>
                <a:gd name="connsiteY19" fmla="*/ 571929 h 6855759"/>
                <a:gd name="connsiteX20" fmla="*/ 1456186 w 6146398"/>
                <a:gd name="connsiteY20" fmla="*/ 4292604 h 6855759"/>
                <a:gd name="connsiteX21" fmla="*/ 615312 w 6146398"/>
                <a:gd name="connsiteY21" fmla="*/ 6781861 h 6855759"/>
                <a:gd name="connsiteX22" fmla="*/ 0 w 6146398"/>
                <a:gd name="connsiteY22" fmla="*/ 6696990 h 6855759"/>
                <a:gd name="connsiteX23" fmla="*/ 0 w 6146398"/>
                <a:gd name="connsiteY23" fmla="*/ 6855760 h 6855759"/>
                <a:gd name="connsiteX24" fmla="*/ 595600 w 6146398"/>
                <a:gd name="connsiteY24" fmla="*/ 6855760 h 6855759"/>
                <a:gd name="connsiteX25" fmla="*/ 1112131 w 6146398"/>
                <a:gd name="connsiteY25" fmla="*/ 6855760 h 6855759"/>
                <a:gd name="connsiteX26" fmla="*/ 5003805 w 6146398"/>
                <a:gd name="connsiteY26" fmla="*/ 6855760 h 6855759"/>
                <a:gd name="connsiteX27" fmla="*/ 4584264 w 6146398"/>
                <a:gd name="connsiteY27" fmla="*/ 6664968 h 6855759"/>
                <a:gd name="connsiteX28" fmla="*/ 2007211 w 6146398"/>
                <a:gd name="connsiteY28" fmla="*/ 6850833 h 6855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146398" h="6855759" fill="norm" stroke="1" extrusionOk="0">
                  <a:moveTo>
                    <a:pt x="2007211" y="6850833"/>
                  </a:moveTo>
                  <a:cubicBezTo>
                    <a:pt x="1698547" y="6850833"/>
                    <a:pt x="1402651" y="6841876"/>
                    <a:pt x="1120643" y="6824185"/>
                  </a:cubicBezTo>
                  <a:cubicBezTo>
                    <a:pt x="1524728" y="5349799"/>
                    <a:pt x="2186855" y="3661556"/>
                    <a:pt x="3136814" y="1864928"/>
                  </a:cubicBezTo>
                  <a:cubicBezTo>
                    <a:pt x="3243659" y="1662267"/>
                    <a:pt x="3352968" y="1462965"/>
                    <a:pt x="3463621" y="1266127"/>
                  </a:cubicBezTo>
                  <a:cubicBezTo>
                    <a:pt x="3226188" y="1339801"/>
                    <a:pt x="2995025" y="1414595"/>
                    <a:pt x="2769687" y="1492077"/>
                  </a:cubicBezTo>
                  <a:cubicBezTo>
                    <a:pt x="2744600" y="1538655"/>
                    <a:pt x="2719737" y="1584114"/>
                    <a:pt x="2695097" y="1631140"/>
                  </a:cubicBezTo>
                  <a:cubicBezTo>
                    <a:pt x="2316547" y="2346612"/>
                    <a:pt x="1978316" y="3055589"/>
                    <a:pt x="1681524" y="3749114"/>
                  </a:cubicBezTo>
                  <a:cubicBezTo>
                    <a:pt x="1229952" y="3242350"/>
                    <a:pt x="899336" y="2727972"/>
                    <a:pt x="719021" y="2242482"/>
                  </a:cubicBezTo>
                  <a:cubicBezTo>
                    <a:pt x="1968460" y="1607627"/>
                    <a:pt x="3563299" y="1021814"/>
                    <a:pt x="5436785" y="588276"/>
                  </a:cubicBezTo>
                  <a:cubicBezTo>
                    <a:pt x="5674443" y="533636"/>
                    <a:pt x="5910309" y="483475"/>
                    <a:pt x="6146399" y="435553"/>
                  </a:cubicBezTo>
                  <a:cubicBezTo>
                    <a:pt x="5811976" y="313285"/>
                    <a:pt x="5478449" y="208259"/>
                    <a:pt x="5149177" y="122492"/>
                  </a:cubicBezTo>
                  <a:cubicBezTo>
                    <a:pt x="4737252" y="220800"/>
                    <a:pt x="4335630" y="327616"/>
                    <a:pt x="3945209" y="441375"/>
                  </a:cubicBezTo>
                  <a:cubicBezTo>
                    <a:pt x="4035702" y="292235"/>
                    <a:pt x="4127092" y="145110"/>
                    <a:pt x="4219153" y="0"/>
                  </a:cubicBezTo>
                  <a:lnTo>
                    <a:pt x="3625121" y="0"/>
                  </a:lnTo>
                  <a:cubicBezTo>
                    <a:pt x="3492068" y="216321"/>
                    <a:pt x="3360584" y="437120"/>
                    <a:pt x="3230443" y="662175"/>
                  </a:cubicBezTo>
                  <a:cubicBezTo>
                    <a:pt x="2256069" y="980386"/>
                    <a:pt x="1365468" y="1343384"/>
                    <a:pt x="584625" y="1734598"/>
                  </a:cubicBezTo>
                  <a:cubicBezTo>
                    <a:pt x="533554" y="1395113"/>
                    <a:pt x="570065" y="1078693"/>
                    <a:pt x="706030" y="800119"/>
                  </a:cubicBezTo>
                  <a:cubicBezTo>
                    <a:pt x="874921" y="453692"/>
                    <a:pt x="1194337" y="182507"/>
                    <a:pt x="1632693" y="0"/>
                  </a:cubicBezTo>
                  <a:lnTo>
                    <a:pt x="661903" y="0"/>
                  </a:lnTo>
                  <a:cubicBezTo>
                    <a:pt x="485395" y="166160"/>
                    <a:pt x="343159" y="357176"/>
                    <a:pt x="238554" y="571929"/>
                  </a:cubicBezTo>
                  <a:cubicBezTo>
                    <a:pt x="-276409" y="1627781"/>
                    <a:pt x="234746" y="3010802"/>
                    <a:pt x="1456186" y="4292604"/>
                  </a:cubicBezTo>
                  <a:cubicBezTo>
                    <a:pt x="1108771" y="5157216"/>
                    <a:pt x="827658" y="5993387"/>
                    <a:pt x="615312" y="6781861"/>
                  </a:cubicBezTo>
                  <a:cubicBezTo>
                    <a:pt x="400278" y="6759020"/>
                    <a:pt x="194875" y="6730581"/>
                    <a:pt x="0" y="6696990"/>
                  </a:cubicBezTo>
                  <a:lnTo>
                    <a:pt x="0" y="6855760"/>
                  </a:lnTo>
                  <a:lnTo>
                    <a:pt x="595600" y="6855760"/>
                  </a:lnTo>
                  <a:lnTo>
                    <a:pt x="1112131" y="6855760"/>
                  </a:lnTo>
                  <a:lnTo>
                    <a:pt x="5003805" y="6855760"/>
                  </a:lnTo>
                  <a:cubicBezTo>
                    <a:pt x="4863585" y="6795073"/>
                    <a:pt x="4723588" y="6731476"/>
                    <a:pt x="4584264" y="6664968"/>
                  </a:cubicBezTo>
                  <a:cubicBezTo>
                    <a:pt x="3688063" y="6786340"/>
                    <a:pt x="2817622" y="6850833"/>
                    <a:pt x="2007211" y="6850833"/>
                  </a:cubicBezTo>
                  <a:close/>
                </a:path>
              </a:pathLst>
            </a:custGeom>
            <a:grpFill/>
            <a:ln w="22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3" name="Полилиния 42"/>
            <p:cNvSpPr/>
            <p:nvPr/>
          </p:nvSpPr>
          <p:spPr bwMode="auto">
            <a:xfrm>
              <a:off x="0" y="2068819"/>
              <a:ext cx="138876" cy="567226"/>
            </a:xfrm>
            <a:custGeom>
              <a:avLst/>
              <a:gdLst>
                <a:gd name="connsiteX0" fmla="*/ 0 w 138876"/>
                <a:gd name="connsiteY0" fmla="*/ 0 h 567226"/>
                <a:gd name="connsiteX1" fmla="*/ 0 w 138876"/>
                <a:gd name="connsiteY1" fmla="*/ 567227 h 567226"/>
                <a:gd name="connsiteX2" fmla="*/ 138876 w 138876"/>
                <a:gd name="connsiteY2" fmla="*/ 486610 h 567226"/>
                <a:gd name="connsiteX3" fmla="*/ 0 w 138876"/>
                <a:gd name="connsiteY3" fmla="*/ 0 h 567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8876" h="567226" fill="norm" stroke="1" extrusionOk="0">
                  <a:moveTo>
                    <a:pt x="0" y="0"/>
                  </a:moveTo>
                  <a:lnTo>
                    <a:pt x="0" y="567227"/>
                  </a:lnTo>
                  <a:cubicBezTo>
                    <a:pt x="45695" y="540354"/>
                    <a:pt x="92062" y="513482"/>
                    <a:pt x="138876" y="486610"/>
                  </a:cubicBezTo>
                  <a:cubicBezTo>
                    <a:pt x="78846" y="322690"/>
                    <a:pt x="32031" y="159666"/>
                    <a:pt x="0" y="0"/>
                  </a:cubicBezTo>
                  <a:close/>
                </a:path>
              </a:pathLst>
            </a:custGeom>
            <a:grpFill/>
            <a:ln w="22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8" name="Текст 2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3368044" y="3981502"/>
            <a:ext cx="3995181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Цитата \ тезис</a:t>
            </a:r>
            <a:endParaRPr/>
          </a:p>
        </p:txBody>
      </p:sp>
      <p:sp>
        <p:nvSpPr>
          <p:cNvPr id="12" name="Текст 2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68044" y="2574834"/>
            <a:ext cx="5766431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br>
              <a:rPr lang="ru-RU"/>
            </a:br>
            <a:r>
              <a:rPr lang="ru-RU"/>
              <a:t>раздела</a:t>
            </a:r>
            <a:endParaRPr/>
          </a:p>
        </p:txBody>
      </p:sp>
      <p:grpSp>
        <p:nvGrpSpPr>
          <p:cNvPr id="3" name="Рисунок 5"/>
          <p:cNvGrpSpPr/>
          <p:nvPr/>
        </p:nvGrpSpPr>
        <p:grpSpPr bwMode="auto">
          <a:xfrm>
            <a:off x="9134475" y="-356077"/>
            <a:ext cx="2410284" cy="1516121"/>
            <a:chOff x="9134475" y="-356077"/>
            <a:chExt cx="2410284" cy="1516121"/>
          </a:xfrm>
          <a:solidFill>
            <a:srgbClr val="797D82"/>
          </a:solidFill>
        </p:grpSpPr>
        <p:grpSp>
          <p:nvGrpSpPr>
            <p:cNvPr id="4" name="Рисунок 5"/>
            <p:cNvGrpSpPr/>
            <p:nvPr/>
          </p:nvGrpSpPr>
          <p:grpSpPr bwMode="auto">
            <a:xfrm>
              <a:off x="9134475" y="-356077"/>
              <a:ext cx="1384946" cy="1380968"/>
              <a:chOff x="9134475" y="-356077"/>
              <a:chExt cx="1384946" cy="1380968"/>
            </a:xfrm>
            <a:solidFill>
              <a:srgbClr val="797D82"/>
            </a:solidFill>
          </p:grpSpPr>
          <p:grpSp>
            <p:nvGrpSpPr>
              <p:cNvPr id="5" name="Рисунок 5"/>
              <p:cNvGrpSpPr/>
              <p:nvPr/>
            </p:nvGrpSpPr>
            <p:grpSpPr bwMode="auto">
              <a:xfrm>
                <a:off x="9134475" y="-356077"/>
                <a:ext cx="1384946" cy="1380968"/>
                <a:chOff x="9134475" y="-356077"/>
                <a:chExt cx="1384946" cy="1380968"/>
              </a:xfrm>
              <a:solidFill>
                <a:srgbClr val="797D82"/>
              </a:solidFill>
            </p:grpSpPr>
            <p:grpSp>
              <p:nvGrpSpPr>
                <p:cNvPr id="7" name="Рисунок 5"/>
                <p:cNvGrpSpPr/>
                <p:nvPr/>
              </p:nvGrpSpPr>
              <p:grpSpPr bwMode="auto">
                <a:xfrm>
                  <a:off x="9134475" y="-356077"/>
                  <a:ext cx="1384946" cy="1380968"/>
                  <a:chOff x="9134475" y="-356077"/>
                  <a:chExt cx="1384946" cy="1380968"/>
                </a:xfrm>
                <a:solidFill>
                  <a:srgbClr val="797D82"/>
                </a:solidFill>
              </p:grpSpPr>
              <p:sp>
                <p:nvSpPr>
                  <p:cNvPr id="9" name="Полилиния 8"/>
                  <p:cNvSpPr/>
                  <p:nvPr/>
                </p:nvSpPr>
                <p:spPr bwMode="auto">
                  <a:xfrm>
                    <a:off x="9134475" y="-356077"/>
                    <a:ext cx="3774" cy="3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4" h="3775" fill="norm" stroke="1" extrusionOk="0"/>
                    </a:pathLst>
                  </a:custGeom>
                  <a:solidFill>
                    <a:srgbClr val="797D82"/>
                  </a:solidFill>
                  <a:ln w="376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10" name="Рисунок 5"/>
                  <p:cNvGrpSpPr/>
                  <p:nvPr/>
                </p:nvGrpSpPr>
                <p:grpSpPr bwMode="auto">
                  <a:xfrm>
                    <a:off x="9901994" y="554124"/>
                    <a:ext cx="617426" cy="470767"/>
                    <a:chOff x="9901994" y="554124"/>
                    <a:chExt cx="617426" cy="470767"/>
                  </a:xfrm>
                  <a:solidFill>
                    <a:srgbClr val="797D82"/>
                  </a:solidFill>
                </p:grpSpPr>
                <p:grpSp>
                  <p:nvGrpSpPr>
                    <p:cNvPr id="11" name="Рисунок 5"/>
                    <p:cNvGrpSpPr/>
                    <p:nvPr/>
                  </p:nvGrpSpPr>
                  <p:grpSpPr bwMode="auto">
                    <a:xfrm>
                      <a:off x="10000868" y="554124"/>
                      <a:ext cx="418963" cy="470767"/>
                      <a:chOff x="10000868" y="554124"/>
                      <a:chExt cx="418963" cy="470767"/>
                    </a:xfrm>
                    <a:solidFill>
                      <a:srgbClr val="797D82"/>
                    </a:solidFill>
                  </p:grpSpPr>
                  <p:sp>
                    <p:nvSpPr>
                      <p:cNvPr id="13" name="Полилиния 12"/>
                      <p:cNvSpPr/>
                      <p:nvPr/>
                    </p:nvSpPr>
                    <p:spPr bwMode="auto">
                      <a:xfrm>
                        <a:off x="10295457" y="586968"/>
                        <a:ext cx="103416" cy="199708"/>
                      </a:xfrm>
                      <a:custGeom>
                        <a:avLst/>
                        <a:gdLst>
                          <a:gd name="connsiteX0" fmla="*/ 32837 w 103416"/>
                          <a:gd name="connsiteY0" fmla="*/ 175547 h 199708"/>
                          <a:gd name="connsiteX1" fmla="*/ 103417 w 103416"/>
                          <a:gd name="connsiteY1" fmla="*/ 1888 h 199708"/>
                          <a:gd name="connsiteX2" fmla="*/ 86055 w 103416"/>
                          <a:gd name="connsiteY2" fmla="*/ 0 h 199708"/>
                          <a:gd name="connsiteX3" fmla="*/ 17739 w 103416"/>
                          <a:gd name="connsiteY3" fmla="*/ 167619 h 199708"/>
                          <a:gd name="connsiteX4" fmla="*/ 0 w 103416"/>
                          <a:gd name="connsiteY4" fmla="*/ 199708 h 199708"/>
                          <a:gd name="connsiteX5" fmla="*/ 24911 w 103416"/>
                          <a:gd name="connsiteY5" fmla="*/ 191025 h 199708"/>
                          <a:gd name="connsiteX6" fmla="*/ 32837 w 103416"/>
                          <a:gd name="connsiteY6" fmla="*/ 175547 h 19970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3416" h="199708" fill="norm" stroke="1" extrusionOk="0">
                            <a:moveTo>
                              <a:pt x="32837" y="175547"/>
                            </a:moveTo>
                            <a:cubicBezTo>
                              <a:pt x="64164" y="116276"/>
                              <a:pt x="88697" y="53985"/>
                              <a:pt x="103417" y="1888"/>
                            </a:cubicBezTo>
                            <a:cubicBezTo>
                              <a:pt x="97755" y="1133"/>
                              <a:pt x="92094" y="755"/>
                              <a:pt x="86055" y="0"/>
                            </a:cubicBezTo>
                            <a:cubicBezTo>
                              <a:pt x="71712" y="49078"/>
                              <a:pt x="48689" y="108726"/>
                              <a:pt x="17739" y="167619"/>
                            </a:cubicBezTo>
                            <a:cubicBezTo>
                              <a:pt x="12078" y="178567"/>
                              <a:pt x="6039" y="189138"/>
                              <a:pt x="0" y="199708"/>
                            </a:cubicBezTo>
                            <a:cubicBezTo>
                              <a:pt x="8303" y="197066"/>
                              <a:pt x="16607" y="194045"/>
                              <a:pt x="24911" y="191025"/>
                            </a:cubicBezTo>
                            <a:cubicBezTo>
                              <a:pt x="27175" y="185740"/>
                              <a:pt x="29817" y="180455"/>
                              <a:pt x="32837" y="175547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4" name="Полилиния 13"/>
                      <p:cNvSpPr/>
                      <p:nvPr/>
                    </p:nvSpPr>
                    <p:spPr bwMode="auto">
                      <a:xfrm>
                        <a:off x="10018799" y="625475"/>
                        <a:ext cx="100774" cy="200463"/>
                      </a:xfrm>
                      <a:custGeom>
                        <a:avLst/>
                        <a:gdLst>
                          <a:gd name="connsiteX0" fmla="*/ 89452 w 100774"/>
                          <a:gd name="connsiteY0" fmla="*/ 20764 h 200463"/>
                          <a:gd name="connsiteX1" fmla="*/ 100775 w 100774"/>
                          <a:gd name="connsiteY1" fmla="*/ 0 h 200463"/>
                          <a:gd name="connsiteX2" fmla="*/ 76619 w 100774"/>
                          <a:gd name="connsiteY2" fmla="*/ 7928 h 200463"/>
                          <a:gd name="connsiteX3" fmla="*/ 73977 w 100774"/>
                          <a:gd name="connsiteY3" fmla="*/ 12836 h 200463"/>
                          <a:gd name="connsiteX4" fmla="*/ 0 w 100774"/>
                          <a:gd name="connsiteY4" fmla="*/ 199331 h 200463"/>
                          <a:gd name="connsiteX5" fmla="*/ 17362 w 100774"/>
                          <a:gd name="connsiteY5" fmla="*/ 200463 h 200463"/>
                          <a:gd name="connsiteX6" fmla="*/ 89452 w 100774"/>
                          <a:gd name="connsiteY6" fmla="*/ 20764 h 20046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0774" h="200463" fill="norm" stroke="1" extrusionOk="0">
                            <a:moveTo>
                              <a:pt x="89452" y="20764"/>
                            </a:moveTo>
                            <a:cubicBezTo>
                              <a:pt x="93226" y="13591"/>
                              <a:pt x="97000" y="6795"/>
                              <a:pt x="100775" y="0"/>
                            </a:cubicBezTo>
                            <a:cubicBezTo>
                              <a:pt x="92471" y="2643"/>
                              <a:pt x="84545" y="5285"/>
                              <a:pt x="76619" y="7928"/>
                            </a:cubicBezTo>
                            <a:cubicBezTo>
                              <a:pt x="75864" y="9438"/>
                              <a:pt x="74732" y="10948"/>
                              <a:pt x="73977" y="12836"/>
                            </a:cubicBezTo>
                            <a:cubicBezTo>
                              <a:pt x="39253" y="78524"/>
                              <a:pt x="14342" y="142703"/>
                              <a:pt x="0" y="199331"/>
                            </a:cubicBezTo>
                            <a:cubicBezTo>
                              <a:pt x="5661" y="199708"/>
                              <a:pt x="11323" y="200086"/>
                              <a:pt x="17362" y="200463"/>
                            </a:cubicBezTo>
                            <a:cubicBezTo>
                              <a:pt x="31327" y="147610"/>
                              <a:pt x="54728" y="86075"/>
                              <a:pt x="89452" y="20764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15" name="Рисунок 5"/>
                      <p:cNvGrpSpPr/>
                      <p:nvPr/>
                    </p:nvGrpSpPr>
                    <p:grpSpPr bwMode="auto">
                      <a:xfrm>
                        <a:off x="10000868" y="554124"/>
                        <a:ext cx="418963" cy="292200"/>
                        <a:chOff x="10000868" y="554124"/>
                        <a:chExt cx="418963" cy="292200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6" name="Полилиния 15"/>
                        <p:cNvSpPr/>
                        <p:nvPr/>
                      </p:nvSpPr>
                      <p:spPr bwMode="auto">
                        <a:xfrm>
                          <a:off x="10067111" y="728538"/>
                          <a:ext cx="210984" cy="114011"/>
                        </a:xfrm>
                        <a:custGeom>
                          <a:avLst/>
                          <a:gdLst>
                            <a:gd name="connsiteX0" fmla="*/ 7549 w 210984"/>
                            <a:gd name="connsiteY0" fmla="*/ 0 h 114011"/>
                            <a:gd name="connsiteX1" fmla="*/ 0 w 210984"/>
                            <a:gd name="connsiteY1" fmla="*/ 18121 h 114011"/>
                            <a:gd name="connsiteX2" fmla="*/ 91339 w 210984"/>
                            <a:gd name="connsiteY2" fmla="*/ 78524 h 114011"/>
                            <a:gd name="connsiteX3" fmla="*/ 200417 w 210984"/>
                            <a:gd name="connsiteY3" fmla="*/ 114011 h 114011"/>
                            <a:gd name="connsiteX4" fmla="*/ 210985 w 210984"/>
                            <a:gd name="connsiteY4" fmla="*/ 97400 h 114011"/>
                            <a:gd name="connsiteX5" fmla="*/ 98887 w 210984"/>
                            <a:gd name="connsiteY5" fmla="*/ 62291 h 114011"/>
                            <a:gd name="connsiteX6" fmla="*/ 7549 w 210984"/>
                            <a:gd name="connsiteY6" fmla="*/ 0 h 11401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210984" h="114011" fill="norm" stroke="1" extrusionOk="0">
                              <a:moveTo>
                                <a:pt x="7549" y="0"/>
                              </a:moveTo>
                              <a:cubicBezTo>
                                <a:pt x="4907" y="6040"/>
                                <a:pt x="2265" y="12081"/>
                                <a:pt x="0" y="18121"/>
                              </a:cubicBezTo>
                              <a:cubicBezTo>
                                <a:pt x="24911" y="40395"/>
                                <a:pt x="55860" y="61158"/>
                                <a:pt x="91339" y="78524"/>
                              </a:cubicBezTo>
                              <a:cubicBezTo>
                                <a:pt x="127950" y="96268"/>
                                <a:pt x="165315" y="108348"/>
                                <a:pt x="200417" y="114011"/>
                              </a:cubicBezTo>
                              <a:cubicBezTo>
                                <a:pt x="204191" y="108726"/>
                                <a:pt x="207588" y="103063"/>
                                <a:pt x="210985" y="97400"/>
                              </a:cubicBezTo>
                              <a:cubicBezTo>
                                <a:pt x="175506" y="92870"/>
                                <a:pt x="136631" y="80789"/>
                                <a:pt x="98887" y="62291"/>
                              </a:cubicBezTo>
                              <a:cubicBezTo>
                                <a:pt x="63409" y="44925"/>
                                <a:pt x="32082" y="23029"/>
                                <a:pt x="7549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17" name="Полилиния 16"/>
                        <p:cNvSpPr/>
                        <p:nvPr/>
                      </p:nvSpPr>
                      <p:spPr bwMode="auto">
                        <a:xfrm>
                          <a:off x="10000868" y="554124"/>
                          <a:ext cx="418963" cy="292200"/>
                        </a:xfrm>
                        <a:custGeom>
                          <a:avLst/>
                          <a:gdLst>
                            <a:gd name="connsiteX0" fmla="*/ 388570 w 418963"/>
                            <a:gd name="connsiteY0" fmla="*/ 137795 h 292200"/>
                            <a:gd name="connsiteX1" fmla="*/ 261753 w 418963"/>
                            <a:gd name="connsiteY1" fmla="*/ 39262 h 292200"/>
                            <a:gd name="connsiteX2" fmla="*/ 109647 w 418963"/>
                            <a:gd name="connsiteY2" fmla="*/ 0 h 292200"/>
                            <a:gd name="connsiteX3" fmla="*/ 6986 w 418963"/>
                            <a:gd name="connsiteY3" fmla="*/ 47190 h 292200"/>
                            <a:gd name="connsiteX4" fmla="*/ 52655 w 418963"/>
                            <a:gd name="connsiteY4" fmla="*/ 179700 h 292200"/>
                            <a:gd name="connsiteX5" fmla="*/ 60204 w 418963"/>
                            <a:gd name="connsiteY5" fmla="*/ 161201 h 292200"/>
                            <a:gd name="connsiteX6" fmla="*/ 22838 w 418963"/>
                            <a:gd name="connsiteY6" fmla="*/ 55118 h 292200"/>
                            <a:gd name="connsiteX7" fmla="*/ 109270 w 418963"/>
                            <a:gd name="connsiteY7" fmla="*/ 18121 h 292200"/>
                            <a:gd name="connsiteX8" fmla="*/ 253449 w 418963"/>
                            <a:gd name="connsiteY8" fmla="*/ 55495 h 292200"/>
                            <a:gd name="connsiteX9" fmla="*/ 373473 w 418963"/>
                            <a:gd name="connsiteY9" fmla="*/ 148743 h 292200"/>
                            <a:gd name="connsiteX10" fmla="*/ 395364 w 418963"/>
                            <a:gd name="connsiteY10" fmla="*/ 237083 h 292200"/>
                            <a:gd name="connsiteX11" fmla="*/ 308932 w 418963"/>
                            <a:gd name="connsiteY11" fmla="*/ 274080 h 292200"/>
                            <a:gd name="connsiteX12" fmla="*/ 296099 w 418963"/>
                            <a:gd name="connsiteY12" fmla="*/ 273702 h 292200"/>
                            <a:gd name="connsiteX13" fmla="*/ 285153 w 418963"/>
                            <a:gd name="connsiteY13" fmla="*/ 291068 h 292200"/>
                            <a:gd name="connsiteX14" fmla="*/ 308932 w 418963"/>
                            <a:gd name="connsiteY14" fmla="*/ 292201 h 292200"/>
                            <a:gd name="connsiteX15" fmla="*/ 411593 w 418963"/>
                            <a:gd name="connsiteY15" fmla="*/ 245011 h 292200"/>
                            <a:gd name="connsiteX16" fmla="*/ 388570 w 418963"/>
                            <a:gd name="connsiteY16" fmla="*/ 137795 h 29220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418963" h="292200" fill="norm" stroke="1" extrusionOk="0">
                              <a:moveTo>
                                <a:pt x="388570" y="137795"/>
                              </a:moveTo>
                              <a:cubicBezTo>
                                <a:pt x="360263" y="100043"/>
                                <a:pt x="314971" y="64933"/>
                                <a:pt x="261753" y="39262"/>
                              </a:cubicBezTo>
                              <a:cubicBezTo>
                                <a:pt x="210044" y="13968"/>
                                <a:pt x="156071" y="0"/>
                                <a:pt x="109647" y="0"/>
                              </a:cubicBezTo>
                              <a:cubicBezTo>
                                <a:pt x="58316" y="0"/>
                                <a:pt x="22083" y="16611"/>
                                <a:pt x="6986" y="47190"/>
                              </a:cubicBezTo>
                              <a:cubicBezTo>
                                <a:pt x="-11509" y="84942"/>
                                <a:pt x="7740" y="134397"/>
                                <a:pt x="52655" y="179700"/>
                              </a:cubicBezTo>
                              <a:cubicBezTo>
                                <a:pt x="55297" y="173659"/>
                                <a:pt x="57562" y="167241"/>
                                <a:pt x="60204" y="161201"/>
                              </a:cubicBezTo>
                              <a:cubicBezTo>
                                <a:pt x="25102" y="123449"/>
                                <a:pt x="9250" y="83432"/>
                                <a:pt x="22838" y="55118"/>
                              </a:cubicBezTo>
                              <a:cubicBezTo>
                                <a:pt x="34161" y="31712"/>
                                <a:pt x="65865" y="18121"/>
                                <a:pt x="109270" y="18121"/>
                              </a:cubicBezTo>
                              <a:cubicBezTo>
                                <a:pt x="153052" y="18121"/>
                                <a:pt x="204383" y="31334"/>
                                <a:pt x="253449" y="55495"/>
                              </a:cubicBezTo>
                              <a:cubicBezTo>
                                <a:pt x="304025" y="80412"/>
                                <a:pt x="346675" y="113256"/>
                                <a:pt x="373473" y="148743"/>
                              </a:cubicBezTo>
                              <a:cubicBezTo>
                                <a:pt x="398761" y="182342"/>
                                <a:pt x="406687" y="213676"/>
                                <a:pt x="395364" y="237083"/>
                              </a:cubicBezTo>
                              <a:cubicBezTo>
                                <a:pt x="384041" y="260489"/>
                                <a:pt x="352336" y="274080"/>
                                <a:pt x="308932" y="274080"/>
                              </a:cubicBezTo>
                              <a:cubicBezTo>
                                <a:pt x="304780" y="274080"/>
                                <a:pt x="300251" y="273702"/>
                                <a:pt x="296099" y="273702"/>
                              </a:cubicBezTo>
                              <a:cubicBezTo>
                                <a:pt x="292325" y="279365"/>
                                <a:pt x="288928" y="285405"/>
                                <a:pt x="285153" y="291068"/>
                              </a:cubicBezTo>
                              <a:cubicBezTo>
                                <a:pt x="293080" y="291823"/>
                                <a:pt x="301006" y="292201"/>
                                <a:pt x="308932" y="292201"/>
                              </a:cubicBezTo>
                              <a:cubicBezTo>
                                <a:pt x="360263" y="292201"/>
                                <a:pt x="396496" y="275590"/>
                                <a:pt x="411593" y="245011"/>
                              </a:cubicBezTo>
                              <a:cubicBezTo>
                                <a:pt x="426691" y="215187"/>
                                <a:pt x="418387" y="177434"/>
                                <a:pt x="388570" y="13779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18" name="Полилиния 17"/>
                      <p:cNvSpPr/>
                      <p:nvPr/>
                    </p:nvSpPr>
                    <p:spPr bwMode="auto">
                      <a:xfrm>
                        <a:off x="10003949" y="801022"/>
                        <a:ext cx="302076" cy="223869"/>
                      </a:xfrm>
                      <a:custGeom>
                        <a:avLst/>
                        <a:gdLst>
                          <a:gd name="connsiteX0" fmla="*/ 277166 w 302076"/>
                          <a:gd name="connsiteY0" fmla="*/ 8305 h 223869"/>
                          <a:gd name="connsiteX1" fmla="*/ 65049 w 302076"/>
                          <a:gd name="connsiteY1" fmla="*/ 206881 h 223869"/>
                          <a:gd name="connsiteX2" fmla="*/ 45799 w 302076"/>
                          <a:gd name="connsiteY2" fmla="*/ 202351 h 223869"/>
                          <a:gd name="connsiteX3" fmla="*/ 27683 w 302076"/>
                          <a:gd name="connsiteY3" fmla="*/ 42282 h 223869"/>
                          <a:gd name="connsiteX4" fmla="*/ 10321 w 302076"/>
                          <a:gd name="connsiteY4" fmla="*/ 41150 h 223869"/>
                          <a:gd name="connsiteX5" fmla="*/ 37873 w 302076"/>
                          <a:gd name="connsiteY5" fmla="*/ 217452 h 223869"/>
                          <a:gd name="connsiteX6" fmla="*/ 65049 w 302076"/>
                          <a:gd name="connsiteY6" fmla="*/ 223869 h 223869"/>
                          <a:gd name="connsiteX7" fmla="*/ 302076 w 302076"/>
                          <a:gd name="connsiteY7" fmla="*/ 0 h 223869"/>
                          <a:gd name="connsiteX8" fmla="*/ 277166 w 302076"/>
                          <a:gd name="connsiteY8" fmla="*/ 8305 h 2238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02076" h="223869" fill="norm" stroke="1" extrusionOk="0">
                            <a:moveTo>
                              <a:pt x="277166" y="8305"/>
                            </a:moveTo>
                            <a:cubicBezTo>
                              <a:pt x="205453" y="124582"/>
                              <a:pt x="119399" y="206881"/>
                              <a:pt x="65049" y="206881"/>
                            </a:cubicBezTo>
                            <a:cubicBezTo>
                              <a:pt x="57877" y="206881"/>
                              <a:pt x="51461" y="205371"/>
                              <a:pt x="45799" y="202351"/>
                            </a:cubicBezTo>
                            <a:cubicBezTo>
                              <a:pt x="16360" y="186872"/>
                              <a:pt x="8434" y="126847"/>
                              <a:pt x="27683" y="42282"/>
                            </a:cubicBezTo>
                            <a:cubicBezTo>
                              <a:pt x="21644" y="41905"/>
                              <a:pt x="15982" y="41527"/>
                              <a:pt x="10321" y="41150"/>
                            </a:cubicBezTo>
                            <a:cubicBezTo>
                              <a:pt x="-9306" y="129867"/>
                              <a:pt x="-1380" y="197066"/>
                              <a:pt x="37873" y="217452"/>
                            </a:cubicBezTo>
                            <a:cubicBezTo>
                              <a:pt x="45799" y="221604"/>
                              <a:pt x="55235" y="223869"/>
                              <a:pt x="65049" y="223869"/>
                            </a:cubicBezTo>
                            <a:cubicBezTo>
                              <a:pt x="129590" y="223869"/>
                              <a:pt x="223948" y="133642"/>
                              <a:pt x="302076" y="0"/>
                            </a:cubicBezTo>
                            <a:cubicBezTo>
                              <a:pt x="294150" y="3398"/>
                              <a:pt x="285847" y="6040"/>
                              <a:pt x="277166" y="8305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19" name="Рисунок 5"/>
                    <p:cNvGrpSpPr/>
                    <p:nvPr/>
                  </p:nvGrpSpPr>
                  <p:grpSpPr bwMode="auto">
                    <a:xfrm>
                      <a:off x="9901994" y="563562"/>
                      <a:ext cx="617426" cy="272947"/>
                      <a:chOff x="9901994" y="563562"/>
                      <a:chExt cx="617426" cy="272947"/>
                    </a:xfrm>
                    <a:solidFill>
                      <a:srgbClr val="797D82"/>
                    </a:solidFill>
                  </p:grpSpPr>
                  <p:sp>
                    <p:nvSpPr>
                      <p:cNvPr id="20" name="Полилиния 19"/>
                      <p:cNvSpPr/>
                      <p:nvPr/>
                    </p:nvSpPr>
                    <p:spPr bwMode="auto">
                      <a:xfrm>
                        <a:off x="10191286" y="743261"/>
                        <a:ext cx="206078" cy="75504"/>
                      </a:xfrm>
                      <a:custGeom>
                        <a:avLst/>
                        <a:gdLst>
                          <a:gd name="connsiteX0" fmla="*/ 41895 w 206078"/>
                          <a:gd name="connsiteY0" fmla="*/ 55118 h 75504"/>
                          <a:gd name="connsiteX1" fmla="*/ 0 w 206078"/>
                          <a:gd name="connsiteY1" fmla="*/ 63801 h 75504"/>
                          <a:gd name="connsiteX2" fmla="*/ 33214 w 206078"/>
                          <a:gd name="connsiteY2" fmla="*/ 75504 h 75504"/>
                          <a:gd name="connsiteX3" fmla="*/ 45669 w 206078"/>
                          <a:gd name="connsiteY3" fmla="*/ 72861 h 75504"/>
                          <a:gd name="connsiteX4" fmla="*/ 206078 w 206078"/>
                          <a:gd name="connsiteY4" fmla="*/ 17366 h 75504"/>
                          <a:gd name="connsiteX5" fmla="*/ 201172 w 206078"/>
                          <a:gd name="connsiteY5" fmla="*/ 0 h 75504"/>
                          <a:gd name="connsiteX6" fmla="*/ 41895 w 206078"/>
                          <a:gd name="connsiteY6" fmla="*/ 55118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06078" h="75504" fill="norm" stroke="1" extrusionOk="0">
                            <a:moveTo>
                              <a:pt x="41895" y="55118"/>
                            </a:moveTo>
                            <a:cubicBezTo>
                              <a:pt x="27930" y="58516"/>
                              <a:pt x="13965" y="61158"/>
                              <a:pt x="0" y="63801"/>
                            </a:cubicBezTo>
                            <a:cubicBezTo>
                              <a:pt x="11323" y="68331"/>
                              <a:pt x="22269" y="72106"/>
                              <a:pt x="33214" y="75504"/>
                            </a:cubicBezTo>
                            <a:cubicBezTo>
                              <a:pt x="37366" y="74749"/>
                              <a:pt x="41518" y="73616"/>
                              <a:pt x="45669" y="72861"/>
                            </a:cubicBezTo>
                            <a:cubicBezTo>
                              <a:pt x="104926" y="59271"/>
                              <a:pt x="160031" y="40017"/>
                              <a:pt x="206078" y="17366"/>
                            </a:cubicBezTo>
                            <a:cubicBezTo>
                              <a:pt x="204946" y="11703"/>
                              <a:pt x="203436" y="6040"/>
                              <a:pt x="201172" y="0"/>
                            </a:cubicBezTo>
                            <a:cubicBezTo>
                              <a:pt x="156257" y="22274"/>
                              <a:pt x="101152" y="41527"/>
                              <a:pt x="41895" y="5511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1" name="Полилиния 20"/>
                      <p:cNvSpPr/>
                      <p:nvPr/>
                    </p:nvSpPr>
                    <p:spPr bwMode="auto">
                      <a:xfrm>
                        <a:off x="10016535" y="585458"/>
                        <a:ext cx="195887" cy="75504"/>
                      </a:xfrm>
                      <a:custGeom>
                        <a:avLst/>
                        <a:gdLst>
                          <a:gd name="connsiteX0" fmla="*/ 0 w 195887"/>
                          <a:gd name="connsiteY0" fmla="*/ 57761 h 75504"/>
                          <a:gd name="connsiteX1" fmla="*/ 4152 w 195887"/>
                          <a:gd name="connsiteY1" fmla="*/ 75504 h 75504"/>
                          <a:gd name="connsiteX2" fmla="*/ 171354 w 195887"/>
                          <a:gd name="connsiteY2" fmla="*/ 16233 h 75504"/>
                          <a:gd name="connsiteX3" fmla="*/ 195888 w 195887"/>
                          <a:gd name="connsiteY3" fmla="*/ 10948 h 75504"/>
                          <a:gd name="connsiteX4" fmla="*/ 161541 w 195887"/>
                          <a:gd name="connsiteY4" fmla="*/ 0 h 75504"/>
                          <a:gd name="connsiteX5" fmla="*/ 0 w 195887"/>
                          <a:gd name="connsiteY5" fmla="*/ 57761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95887" h="75504" fill="norm" stroke="1" extrusionOk="0">
                            <a:moveTo>
                              <a:pt x="0" y="57761"/>
                            </a:moveTo>
                            <a:cubicBezTo>
                              <a:pt x="755" y="63423"/>
                              <a:pt x="2265" y="69464"/>
                              <a:pt x="4152" y="75504"/>
                            </a:cubicBezTo>
                            <a:cubicBezTo>
                              <a:pt x="47934" y="52853"/>
                              <a:pt x="104549" y="31712"/>
                              <a:pt x="171354" y="16233"/>
                            </a:cubicBezTo>
                            <a:cubicBezTo>
                              <a:pt x="179658" y="14346"/>
                              <a:pt x="187584" y="12458"/>
                              <a:pt x="195888" y="10948"/>
                            </a:cubicBezTo>
                            <a:cubicBezTo>
                              <a:pt x="184187" y="6795"/>
                              <a:pt x="172864" y="3020"/>
                              <a:pt x="161541" y="0"/>
                            </a:cubicBezTo>
                            <a:cubicBezTo>
                              <a:pt x="99642" y="15101"/>
                              <a:pt x="44537" y="35109"/>
                              <a:pt x="0" y="5776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2" name="Полилиния 21"/>
                      <p:cNvSpPr/>
                      <p:nvPr/>
                    </p:nvSpPr>
                    <p:spPr bwMode="auto">
                      <a:xfrm>
                        <a:off x="9901994" y="652279"/>
                        <a:ext cx="288158" cy="184229"/>
                      </a:xfrm>
                      <a:custGeom>
                        <a:avLst/>
                        <a:gdLst>
                          <a:gd name="connsiteX0" fmla="*/ 256455 w 288159"/>
                          <a:gd name="connsiteY0" fmla="*/ 160069 h 184229"/>
                          <a:gd name="connsiteX1" fmla="*/ 167381 w 288159"/>
                          <a:gd name="connsiteY1" fmla="*/ 166486 h 184229"/>
                          <a:gd name="connsiteX2" fmla="*/ 18673 w 288159"/>
                          <a:gd name="connsiteY2" fmla="*/ 115144 h 184229"/>
                          <a:gd name="connsiteX3" fmla="*/ 102840 w 288159"/>
                          <a:gd name="connsiteY3" fmla="*/ 17743 h 184229"/>
                          <a:gd name="connsiteX4" fmla="*/ 97934 w 288159"/>
                          <a:gd name="connsiteY4" fmla="*/ 0 h 184229"/>
                          <a:gd name="connsiteX5" fmla="*/ 1311 w 288159"/>
                          <a:gd name="connsiteY5" fmla="*/ 118919 h 184229"/>
                          <a:gd name="connsiteX6" fmla="*/ 167759 w 288159"/>
                          <a:gd name="connsiteY6" fmla="*/ 184230 h 184229"/>
                          <a:gd name="connsiteX7" fmla="*/ 288160 w 288159"/>
                          <a:gd name="connsiteY7" fmla="*/ 173282 h 184229"/>
                          <a:gd name="connsiteX8" fmla="*/ 256455 w 288159"/>
                          <a:gd name="connsiteY8" fmla="*/ 160069 h 18422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88159" h="184229" fill="norm" stroke="1" extrusionOk="0">
                            <a:moveTo>
                              <a:pt x="256455" y="160069"/>
                            </a:moveTo>
                            <a:cubicBezTo>
                              <a:pt x="225506" y="164221"/>
                              <a:pt x="195311" y="166486"/>
                              <a:pt x="167381" y="166486"/>
                            </a:cubicBezTo>
                            <a:cubicBezTo>
                              <a:pt x="82836" y="166486"/>
                              <a:pt x="25844" y="146855"/>
                              <a:pt x="18673" y="115144"/>
                            </a:cubicBezTo>
                            <a:cubicBezTo>
                              <a:pt x="12634" y="88340"/>
                              <a:pt x="43583" y="51720"/>
                              <a:pt x="102840" y="17743"/>
                            </a:cubicBezTo>
                            <a:cubicBezTo>
                              <a:pt x="100576" y="11703"/>
                              <a:pt x="99066" y="6040"/>
                              <a:pt x="97934" y="0"/>
                            </a:cubicBezTo>
                            <a:cubicBezTo>
                              <a:pt x="30751" y="37752"/>
                              <a:pt x="-7748" y="81167"/>
                              <a:pt x="1311" y="118919"/>
                            </a:cubicBezTo>
                            <a:cubicBezTo>
                              <a:pt x="11124" y="160446"/>
                              <a:pt x="71513" y="184230"/>
                              <a:pt x="167759" y="184230"/>
                            </a:cubicBezTo>
                            <a:cubicBezTo>
                              <a:pt x="205125" y="184230"/>
                              <a:pt x="246265" y="180455"/>
                              <a:pt x="288160" y="173282"/>
                            </a:cubicBezTo>
                            <a:cubicBezTo>
                              <a:pt x="277214" y="169507"/>
                              <a:pt x="266646" y="164976"/>
                              <a:pt x="256455" y="16006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3" name="Полилиния 22"/>
                      <p:cNvSpPr/>
                      <p:nvPr/>
                    </p:nvSpPr>
                    <p:spPr bwMode="auto">
                      <a:xfrm>
                        <a:off x="10213554" y="563562"/>
                        <a:ext cx="305866" cy="188004"/>
                      </a:xfrm>
                      <a:custGeom>
                        <a:avLst/>
                        <a:gdLst>
                          <a:gd name="connsiteX0" fmla="*/ 304588 w 305866"/>
                          <a:gd name="connsiteY0" fmla="*/ 65311 h 188004"/>
                          <a:gd name="connsiteX1" fmla="*/ 138140 w 305866"/>
                          <a:gd name="connsiteY1" fmla="*/ 0 h 188004"/>
                          <a:gd name="connsiteX2" fmla="*/ 0 w 305866"/>
                          <a:gd name="connsiteY2" fmla="*/ 14346 h 188004"/>
                          <a:gd name="connsiteX3" fmla="*/ 31704 w 305866"/>
                          <a:gd name="connsiteY3" fmla="*/ 26804 h 188004"/>
                          <a:gd name="connsiteX4" fmla="*/ 138140 w 305866"/>
                          <a:gd name="connsiteY4" fmla="*/ 17743 h 188004"/>
                          <a:gd name="connsiteX5" fmla="*/ 286849 w 305866"/>
                          <a:gd name="connsiteY5" fmla="*/ 69086 h 188004"/>
                          <a:gd name="connsiteX6" fmla="*/ 220798 w 305866"/>
                          <a:gd name="connsiteY6" fmla="*/ 155538 h 188004"/>
                          <a:gd name="connsiteX7" fmla="*/ 194755 w 305866"/>
                          <a:gd name="connsiteY7" fmla="*/ 170639 h 188004"/>
                          <a:gd name="connsiteX8" fmla="*/ 200417 w 305866"/>
                          <a:gd name="connsiteY8" fmla="*/ 188005 h 188004"/>
                          <a:gd name="connsiteX9" fmla="*/ 230611 w 305866"/>
                          <a:gd name="connsiteY9" fmla="*/ 170639 h 188004"/>
                          <a:gd name="connsiteX10" fmla="*/ 304588 w 305866"/>
                          <a:gd name="connsiteY10" fmla="*/ 65311 h 1880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05866" h="188004" fill="norm" stroke="1" extrusionOk="0">
                            <a:moveTo>
                              <a:pt x="304588" y="65311"/>
                            </a:moveTo>
                            <a:cubicBezTo>
                              <a:pt x="295152" y="23784"/>
                              <a:pt x="234386" y="0"/>
                              <a:pt x="138140" y="0"/>
                            </a:cubicBezTo>
                            <a:cubicBezTo>
                              <a:pt x="95491" y="0"/>
                              <a:pt x="47934" y="4908"/>
                              <a:pt x="0" y="14346"/>
                            </a:cubicBezTo>
                            <a:cubicBezTo>
                              <a:pt x="10568" y="18121"/>
                              <a:pt x="21136" y="22274"/>
                              <a:pt x="31704" y="26804"/>
                            </a:cubicBezTo>
                            <a:cubicBezTo>
                              <a:pt x="68693" y="20764"/>
                              <a:pt x="104926" y="17743"/>
                              <a:pt x="138140" y="17743"/>
                            </a:cubicBezTo>
                            <a:cubicBezTo>
                              <a:pt x="222685" y="17743"/>
                              <a:pt x="279678" y="37374"/>
                              <a:pt x="286849" y="69086"/>
                            </a:cubicBezTo>
                            <a:cubicBezTo>
                              <a:pt x="292510" y="93247"/>
                              <a:pt x="268355" y="124959"/>
                              <a:pt x="220798" y="155538"/>
                            </a:cubicBezTo>
                            <a:cubicBezTo>
                              <a:pt x="212495" y="160824"/>
                              <a:pt x="203814" y="165731"/>
                              <a:pt x="194755" y="170639"/>
                            </a:cubicBezTo>
                            <a:cubicBezTo>
                              <a:pt x="197020" y="176679"/>
                              <a:pt x="198907" y="182342"/>
                              <a:pt x="200417" y="188005"/>
                            </a:cubicBezTo>
                            <a:cubicBezTo>
                              <a:pt x="210985" y="182342"/>
                              <a:pt x="221176" y="176302"/>
                              <a:pt x="230611" y="170639"/>
                            </a:cubicBezTo>
                            <a:cubicBezTo>
                              <a:pt x="286094" y="135530"/>
                              <a:pt x="312137" y="97778"/>
                              <a:pt x="304588" y="6531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4" name="Полилиния 23"/>
                <p:cNvSpPr/>
                <p:nvPr/>
              </p:nvSpPr>
              <p:spPr bwMode="auto">
                <a:xfrm>
                  <a:off x="10156562" y="651901"/>
                  <a:ext cx="99642" cy="99664"/>
                </a:xfrm>
                <a:custGeom>
                  <a:avLst/>
                  <a:gdLst>
                    <a:gd name="connsiteX0" fmla="*/ 99642 w 99642"/>
                    <a:gd name="connsiteY0" fmla="*/ 49833 h 99665"/>
                    <a:gd name="connsiteX1" fmla="*/ 49821 w 99642"/>
                    <a:gd name="connsiteY1" fmla="*/ 99665 h 99665"/>
                    <a:gd name="connsiteX2" fmla="*/ 0 w 99642"/>
                    <a:gd name="connsiteY2" fmla="*/ 49833 h 99665"/>
                    <a:gd name="connsiteX3" fmla="*/ 49821 w 99642"/>
                    <a:gd name="connsiteY3" fmla="*/ 0 h 99665"/>
                    <a:gd name="connsiteX4" fmla="*/ 99642 w 99642"/>
                    <a:gd name="connsiteY4" fmla="*/ 49833 h 99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9642" h="99665" fill="norm" stroke="1" extrusionOk="0">
                      <a:moveTo>
                        <a:pt x="99642" y="49833"/>
                      </a:moveTo>
                      <a:cubicBezTo>
                        <a:pt x="99642" y="77392"/>
                        <a:pt x="77374" y="99665"/>
                        <a:pt x="49821" y="99665"/>
                      </a:cubicBezTo>
                      <a:cubicBezTo>
                        <a:pt x="22269" y="99665"/>
                        <a:pt x="0" y="77392"/>
                        <a:pt x="0" y="49833"/>
                      </a:cubicBezTo>
                      <a:cubicBezTo>
                        <a:pt x="0" y="22274"/>
                        <a:pt x="22269" y="0"/>
                        <a:pt x="49821" y="0"/>
                      </a:cubicBezTo>
                      <a:cubicBezTo>
                        <a:pt x="77374" y="0"/>
                        <a:pt x="99642" y="22274"/>
                        <a:pt x="99642" y="49833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25" name="Рисунок 5"/>
              <p:cNvGrpSpPr/>
              <p:nvPr/>
            </p:nvGrpSpPr>
            <p:grpSpPr bwMode="auto">
              <a:xfrm>
                <a:off x="10108250" y="375179"/>
                <a:ext cx="308734" cy="234817"/>
                <a:chOff x="10108250" y="375179"/>
                <a:chExt cx="308734" cy="234817"/>
              </a:xfrm>
              <a:solidFill>
                <a:srgbClr val="797D82"/>
              </a:solidFill>
            </p:grpSpPr>
            <p:sp>
              <p:nvSpPr>
                <p:cNvPr id="26" name="Полилиния 25"/>
                <p:cNvSpPr/>
                <p:nvPr/>
              </p:nvSpPr>
              <p:spPr bwMode="auto">
                <a:xfrm>
                  <a:off x="10108250" y="568847"/>
                  <a:ext cx="43782" cy="41149"/>
                </a:xfrm>
                <a:custGeom>
                  <a:avLst/>
                  <a:gdLst>
                    <a:gd name="connsiteX0" fmla="*/ 24156 w 43782"/>
                    <a:gd name="connsiteY0" fmla="*/ 33977 h 41149"/>
                    <a:gd name="connsiteX1" fmla="*/ 43782 w 43782"/>
                    <a:gd name="connsiteY1" fmla="*/ 2643 h 41149"/>
                    <a:gd name="connsiteX2" fmla="*/ 24533 w 43782"/>
                    <a:gd name="connsiteY2" fmla="*/ 0 h 41149"/>
                    <a:gd name="connsiteX3" fmla="*/ 0 w 43782"/>
                    <a:gd name="connsiteY3" fmla="*/ 41150 h 41149"/>
                    <a:gd name="connsiteX4" fmla="*/ 24156 w 43782"/>
                    <a:gd name="connsiteY4" fmla="*/ 33977 h 41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782" h="41149" fill="norm" stroke="1" extrusionOk="0">
                      <a:moveTo>
                        <a:pt x="24156" y="33977"/>
                      </a:moveTo>
                      <a:cubicBezTo>
                        <a:pt x="30572" y="23406"/>
                        <a:pt x="36988" y="12836"/>
                        <a:pt x="43782" y="2643"/>
                      </a:cubicBezTo>
                      <a:cubicBezTo>
                        <a:pt x="37366" y="1510"/>
                        <a:pt x="30950" y="755"/>
                        <a:pt x="24533" y="0"/>
                      </a:cubicBezTo>
                      <a:cubicBezTo>
                        <a:pt x="16230" y="13213"/>
                        <a:pt x="7926" y="26804"/>
                        <a:pt x="0" y="41150"/>
                      </a:cubicBezTo>
                      <a:cubicBezTo>
                        <a:pt x="7926" y="38885"/>
                        <a:pt x="16230" y="36242"/>
                        <a:pt x="24156" y="33977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27" name="Полилиния 26"/>
                <p:cNvSpPr/>
                <p:nvPr/>
              </p:nvSpPr>
              <p:spPr bwMode="auto">
                <a:xfrm>
                  <a:off x="10144107" y="375179"/>
                  <a:ext cx="272877" cy="200085"/>
                </a:xfrm>
                <a:custGeom>
                  <a:avLst/>
                  <a:gdLst>
                    <a:gd name="connsiteX0" fmla="*/ 18872 w 272877"/>
                    <a:gd name="connsiteY0" fmla="*/ 180077 h 200085"/>
                    <a:gd name="connsiteX1" fmla="*/ 207588 w 272877"/>
                    <a:gd name="connsiteY1" fmla="*/ 17366 h 200085"/>
                    <a:gd name="connsiteX2" fmla="*/ 226837 w 272877"/>
                    <a:gd name="connsiteY2" fmla="*/ 21896 h 200085"/>
                    <a:gd name="connsiteX3" fmla="*/ 241179 w 272877"/>
                    <a:gd name="connsiteY3" fmla="*/ 198198 h 200085"/>
                    <a:gd name="connsiteX4" fmla="*/ 258541 w 272877"/>
                    <a:gd name="connsiteY4" fmla="*/ 200086 h 200085"/>
                    <a:gd name="connsiteX5" fmla="*/ 235141 w 272877"/>
                    <a:gd name="connsiteY5" fmla="*/ 6418 h 200085"/>
                    <a:gd name="connsiteX6" fmla="*/ 207965 w 272877"/>
                    <a:gd name="connsiteY6" fmla="*/ 0 h 200085"/>
                    <a:gd name="connsiteX7" fmla="*/ 0 w 272877"/>
                    <a:gd name="connsiteY7" fmla="*/ 177057 h 200085"/>
                    <a:gd name="connsiteX8" fmla="*/ 18872 w 272877"/>
                    <a:gd name="connsiteY8" fmla="*/ 180077 h 2000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72877" h="200085" fill="norm" stroke="1" extrusionOk="0">
                      <a:moveTo>
                        <a:pt x="18872" y="180077"/>
                      </a:moveTo>
                      <a:cubicBezTo>
                        <a:pt x="85300" y="83054"/>
                        <a:pt x="159277" y="17366"/>
                        <a:pt x="207588" y="17366"/>
                      </a:cubicBezTo>
                      <a:cubicBezTo>
                        <a:pt x="214759" y="17366"/>
                        <a:pt x="221176" y="18876"/>
                        <a:pt x="226837" y="21896"/>
                      </a:cubicBezTo>
                      <a:cubicBezTo>
                        <a:pt x="258164" y="38507"/>
                        <a:pt x="264958" y="105328"/>
                        <a:pt x="241179" y="198198"/>
                      </a:cubicBezTo>
                      <a:cubicBezTo>
                        <a:pt x="247218" y="198576"/>
                        <a:pt x="252880" y="199331"/>
                        <a:pt x="258541" y="200086"/>
                      </a:cubicBezTo>
                      <a:cubicBezTo>
                        <a:pt x="283075" y="103063"/>
                        <a:pt x="276658" y="28314"/>
                        <a:pt x="235141" y="6418"/>
                      </a:cubicBezTo>
                      <a:cubicBezTo>
                        <a:pt x="226837" y="2265"/>
                        <a:pt x="217779" y="0"/>
                        <a:pt x="207965" y="0"/>
                      </a:cubicBezTo>
                      <a:cubicBezTo>
                        <a:pt x="151351" y="0"/>
                        <a:pt x="71712" y="69464"/>
                        <a:pt x="0" y="177057"/>
                      </a:cubicBezTo>
                      <a:cubicBezTo>
                        <a:pt x="6039" y="177812"/>
                        <a:pt x="12455" y="178945"/>
                        <a:pt x="18872" y="180077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28" name="Рисунок 5"/>
            <p:cNvGrpSpPr/>
            <p:nvPr/>
          </p:nvGrpSpPr>
          <p:grpSpPr bwMode="auto">
            <a:xfrm>
              <a:off x="10321878" y="883320"/>
              <a:ext cx="1183251" cy="276722"/>
              <a:chOff x="10321878" y="883320"/>
              <a:chExt cx="1183251" cy="276722"/>
            </a:xfrm>
            <a:solidFill>
              <a:srgbClr val="797D82"/>
            </a:solidFill>
          </p:grpSpPr>
          <p:sp>
            <p:nvSpPr>
              <p:cNvPr id="29" name="Полилиния 28"/>
              <p:cNvSpPr/>
              <p:nvPr/>
            </p:nvSpPr>
            <p:spPr bwMode="auto">
              <a:xfrm>
                <a:off x="10321878" y="883320"/>
                <a:ext cx="271374" cy="276722"/>
              </a:xfrm>
              <a:custGeom>
                <a:avLst/>
                <a:gdLst>
                  <a:gd name="connsiteX0" fmla="*/ 228724 w 271374"/>
                  <a:gd name="connsiteY0" fmla="*/ 276722 h 276722"/>
                  <a:gd name="connsiteX1" fmla="*/ 228724 w 271374"/>
                  <a:gd name="connsiteY1" fmla="*/ 80034 h 276722"/>
                  <a:gd name="connsiteX2" fmla="*/ 135876 w 271374"/>
                  <a:gd name="connsiteY2" fmla="*/ 197066 h 276722"/>
                  <a:gd name="connsiteX3" fmla="*/ 42650 w 271374"/>
                  <a:gd name="connsiteY3" fmla="*/ 80034 h 276722"/>
                  <a:gd name="connsiteX4" fmla="*/ 42650 w 271374"/>
                  <a:gd name="connsiteY4" fmla="*/ 276722 h 276722"/>
                  <a:gd name="connsiteX5" fmla="*/ 0 w 271374"/>
                  <a:gd name="connsiteY5" fmla="*/ 276722 h 276722"/>
                  <a:gd name="connsiteX6" fmla="*/ 0 w 271374"/>
                  <a:gd name="connsiteY6" fmla="*/ 0 h 276722"/>
                  <a:gd name="connsiteX7" fmla="*/ 24911 w 271374"/>
                  <a:gd name="connsiteY7" fmla="*/ 0 h 276722"/>
                  <a:gd name="connsiteX8" fmla="*/ 135876 w 271374"/>
                  <a:gd name="connsiteY8" fmla="*/ 140438 h 276722"/>
                  <a:gd name="connsiteX9" fmla="*/ 246841 w 271374"/>
                  <a:gd name="connsiteY9" fmla="*/ 0 h 276722"/>
                  <a:gd name="connsiteX10" fmla="*/ 271374 w 271374"/>
                  <a:gd name="connsiteY10" fmla="*/ 0 h 276722"/>
                  <a:gd name="connsiteX11" fmla="*/ 271374 w 271374"/>
                  <a:gd name="connsiteY11" fmla="*/ 276722 h 276722"/>
                  <a:gd name="connsiteX12" fmla="*/ 228724 w 271374"/>
                  <a:gd name="connsiteY12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1374" h="276722" fill="norm" stroke="1" extrusionOk="0">
                    <a:moveTo>
                      <a:pt x="228724" y="276722"/>
                    </a:moveTo>
                    <a:lnTo>
                      <a:pt x="228724" y="80034"/>
                    </a:lnTo>
                    <a:lnTo>
                      <a:pt x="135876" y="197066"/>
                    </a:lnTo>
                    <a:lnTo>
                      <a:pt x="42650" y="80034"/>
                    </a:lnTo>
                    <a:lnTo>
                      <a:pt x="4265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24911" y="0"/>
                    </a:lnTo>
                    <a:lnTo>
                      <a:pt x="135876" y="140438"/>
                    </a:lnTo>
                    <a:lnTo>
                      <a:pt x="246841" y="0"/>
                    </a:lnTo>
                    <a:lnTo>
                      <a:pt x="271374" y="0"/>
                    </a:lnTo>
                    <a:lnTo>
                      <a:pt x="271374" y="276722"/>
                    </a:lnTo>
                    <a:lnTo>
                      <a:pt x="228724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0" name="Полилиния 29"/>
              <p:cNvSpPr/>
              <p:nvPr/>
            </p:nvSpPr>
            <p:spPr bwMode="auto">
              <a:xfrm>
                <a:off x="10628353" y="883320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1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 fill="norm" stroke="1" extrusionOk="0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1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1" name="Полилиния 30"/>
              <p:cNvSpPr/>
              <p:nvPr/>
            </p:nvSpPr>
            <p:spPr bwMode="auto">
              <a:xfrm>
                <a:off x="11291502" y="883320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0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 fill="norm" stroke="1" extrusionOk="0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32" name="Рисунок 5"/>
            <p:cNvGrpSpPr/>
            <p:nvPr/>
          </p:nvGrpSpPr>
          <p:grpSpPr bwMode="auto">
            <a:xfrm>
              <a:off x="11049190" y="671155"/>
              <a:ext cx="495569" cy="120428"/>
              <a:chOff x="11049190" y="671155"/>
              <a:chExt cx="495569" cy="120428"/>
            </a:xfrm>
            <a:solidFill>
              <a:srgbClr val="797D82"/>
            </a:solidFill>
          </p:grpSpPr>
          <p:sp>
            <p:nvSpPr>
              <p:cNvPr id="33" name="Полилиния 32"/>
              <p:cNvSpPr/>
              <p:nvPr/>
            </p:nvSpPr>
            <p:spPr bwMode="auto">
              <a:xfrm>
                <a:off x="11049190" y="671155"/>
                <a:ext cx="100019" cy="120428"/>
              </a:xfrm>
              <a:custGeom>
                <a:avLst/>
                <a:gdLst>
                  <a:gd name="connsiteX0" fmla="*/ 74732 w 100019"/>
                  <a:gd name="connsiteY0" fmla="*/ 120429 h 120428"/>
                  <a:gd name="connsiteX1" fmla="*/ 74732 w 100019"/>
                  <a:gd name="connsiteY1" fmla="*/ 71351 h 120428"/>
                  <a:gd name="connsiteX2" fmla="*/ 25288 w 100019"/>
                  <a:gd name="connsiteY2" fmla="*/ 71351 h 120428"/>
                  <a:gd name="connsiteX3" fmla="*/ 25288 w 100019"/>
                  <a:gd name="connsiteY3" fmla="*/ 120429 h 120428"/>
                  <a:gd name="connsiteX4" fmla="*/ 0 w 100019"/>
                  <a:gd name="connsiteY4" fmla="*/ 120429 h 120428"/>
                  <a:gd name="connsiteX5" fmla="*/ 0 w 100019"/>
                  <a:gd name="connsiteY5" fmla="*/ 0 h 120428"/>
                  <a:gd name="connsiteX6" fmla="*/ 25288 w 100019"/>
                  <a:gd name="connsiteY6" fmla="*/ 0 h 120428"/>
                  <a:gd name="connsiteX7" fmla="*/ 25288 w 100019"/>
                  <a:gd name="connsiteY7" fmla="*/ 48700 h 120428"/>
                  <a:gd name="connsiteX8" fmla="*/ 74732 w 100019"/>
                  <a:gd name="connsiteY8" fmla="*/ 48700 h 120428"/>
                  <a:gd name="connsiteX9" fmla="*/ 74732 w 100019"/>
                  <a:gd name="connsiteY9" fmla="*/ 0 h 120428"/>
                  <a:gd name="connsiteX10" fmla="*/ 100020 w 100019"/>
                  <a:gd name="connsiteY10" fmla="*/ 0 h 120428"/>
                  <a:gd name="connsiteX11" fmla="*/ 100020 w 100019"/>
                  <a:gd name="connsiteY11" fmla="*/ 120429 h 120428"/>
                  <a:gd name="connsiteX12" fmla="*/ 74732 w 100019"/>
                  <a:gd name="connsiteY12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019" h="120428" fill="norm" stroke="1" extrusionOk="0">
                    <a:moveTo>
                      <a:pt x="74732" y="120429"/>
                    </a:moveTo>
                    <a:lnTo>
                      <a:pt x="74732" y="71351"/>
                    </a:lnTo>
                    <a:lnTo>
                      <a:pt x="25288" y="71351"/>
                    </a:lnTo>
                    <a:lnTo>
                      <a:pt x="25288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48700"/>
                    </a:lnTo>
                    <a:lnTo>
                      <a:pt x="74732" y="48700"/>
                    </a:lnTo>
                    <a:lnTo>
                      <a:pt x="74732" y="0"/>
                    </a:lnTo>
                    <a:lnTo>
                      <a:pt x="100020" y="0"/>
                    </a:lnTo>
                    <a:lnTo>
                      <a:pt x="100020" y="120429"/>
                    </a:lnTo>
                    <a:lnTo>
                      <a:pt x="74732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4" name="Полилиния 33"/>
              <p:cNvSpPr/>
              <p:nvPr/>
            </p:nvSpPr>
            <p:spPr bwMode="auto">
              <a:xfrm>
                <a:off x="11177895" y="671155"/>
                <a:ext cx="101151" cy="120428"/>
              </a:xfrm>
              <a:custGeom>
                <a:avLst/>
                <a:gdLst>
                  <a:gd name="connsiteX0" fmla="*/ 75487 w 101151"/>
                  <a:gd name="connsiteY0" fmla="*/ 120429 h 120428"/>
                  <a:gd name="connsiteX1" fmla="*/ 75487 w 101151"/>
                  <a:gd name="connsiteY1" fmla="*/ 44925 h 120428"/>
                  <a:gd name="connsiteX2" fmla="*/ 14720 w 101151"/>
                  <a:gd name="connsiteY2" fmla="*/ 120429 h 120428"/>
                  <a:gd name="connsiteX3" fmla="*/ 0 w 101151"/>
                  <a:gd name="connsiteY3" fmla="*/ 120429 h 120428"/>
                  <a:gd name="connsiteX4" fmla="*/ 0 w 101151"/>
                  <a:gd name="connsiteY4" fmla="*/ 0 h 120428"/>
                  <a:gd name="connsiteX5" fmla="*/ 25288 w 101151"/>
                  <a:gd name="connsiteY5" fmla="*/ 0 h 120428"/>
                  <a:gd name="connsiteX6" fmla="*/ 25288 w 101151"/>
                  <a:gd name="connsiteY6" fmla="*/ 75882 h 120428"/>
                  <a:gd name="connsiteX7" fmla="*/ 86055 w 101151"/>
                  <a:gd name="connsiteY7" fmla="*/ 0 h 120428"/>
                  <a:gd name="connsiteX8" fmla="*/ 101152 w 101151"/>
                  <a:gd name="connsiteY8" fmla="*/ 0 h 120428"/>
                  <a:gd name="connsiteX9" fmla="*/ 101152 w 101151"/>
                  <a:gd name="connsiteY9" fmla="*/ 120429 h 120428"/>
                  <a:gd name="connsiteX10" fmla="*/ 75487 w 101151"/>
                  <a:gd name="connsiteY10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1151" h="120428" fill="norm" stroke="1" extrusionOk="0">
                    <a:moveTo>
                      <a:pt x="75487" y="120429"/>
                    </a:moveTo>
                    <a:lnTo>
                      <a:pt x="75487" y="44925"/>
                    </a:lnTo>
                    <a:lnTo>
                      <a:pt x="14720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75882"/>
                    </a:lnTo>
                    <a:lnTo>
                      <a:pt x="86055" y="0"/>
                    </a:lnTo>
                    <a:lnTo>
                      <a:pt x="101152" y="0"/>
                    </a:lnTo>
                    <a:lnTo>
                      <a:pt x="101152" y="120429"/>
                    </a:lnTo>
                    <a:lnTo>
                      <a:pt x="75487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5" name="Полилиния 34"/>
              <p:cNvSpPr/>
              <p:nvPr/>
            </p:nvSpPr>
            <p:spPr bwMode="auto">
              <a:xfrm>
                <a:off x="11299428" y="671532"/>
                <a:ext cx="101529" cy="120051"/>
              </a:xfrm>
              <a:custGeom>
                <a:avLst/>
                <a:gdLst>
                  <a:gd name="connsiteX0" fmla="*/ 76619 w 101529"/>
                  <a:gd name="connsiteY0" fmla="*/ 120051 h 120051"/>
                  <a:gd name="connsiteX1" fmla="*/ 76619 w 101529"/>
                  <a:gd name="connsiteY1" fmla="*/ 90605 h 120051"/>
                  <a:gd name="connsiteX2" fmla="*/ 62276 w 101529"/>
                  <a:gd name="connsiteY2" fmla="*/ 90605 h 120051"/>
                  <a:gd name="connsiteX3" fmla="*/ 36611 w 101529"/>
                  <a:gd name="connsiteY3" fmla="*/ 107971 h 120051"/>
                  <a:gd name="connsiteX4" fmla="*/ 28307 w 101529"/>
                  <a:gd name="connsiteY4" fmla="*/ 120051 h 120051"/>
                  <a:gd name="connsiteX5" fmla="*/ 0 w 101529"/>
                  <a:gd name="connsiteY5" fmla="*/ 120051 h 120051"/>
                  <a:gd name="connsiteX6" fmla="*/ 10946 w 101529"/>
                  <a:gd name="connsiteY6" fmla="*/ 104195 h 120051"/>
                  <a:gd name="connsiteX7" fmla="*/ 30195 w 101529"/>
                  <a:gd name="connsiteY7" fmla="*/ 83054 h 120051"/>
                  <a:gd name="connsiteX8" fmla="*/ 2642 w 101529"/>
                  <a:gd name="connsiteY8" fmla="*/ 45302 h 120051"/>
                  <a:gd name="connsiteX9" fmla="*/ 58125 w 101529"/>
                  <a:gd name="connsiteY9" fmla="*/ 0 h 120051"/>
                  <a:gd name="connsiteX10" fmla="*/ 101529 w 101529"/>
                  <a:gd name="connsiteY10" fmla="*/ 0 h 120051"/>
                  <a:gd name="connsiteX11" fmla="*/ 101529 w 101529"/>
                  <a:gd name="connsiteY11" fmla="*/ 120051 h 120051"/>
                  <a:gd name="connsiteX12" fmla="*/ 76619 w 101529"/>
                  <a:gd name="connsiteY12" fmla="*/ 120051 h 120051"/>
                  <a:gd name="connsiteX13" fmla="*/ 55860 w 101529"/>
                  <a:gd name="connsiteY13" fmla="*/ 22274 h 120051"/>
                  <a:gd name="connsiteX14" fmla="*/ 26420 w 101529"/>
                  <a:gd name="connsiteY14" fmla="*/ 45302 h 120051"/>
                  <a:gd name="connsiteX15" fmla="*/ 55860 w 101529"/>
                  <a:gd name="connsiteY15" fmla="*/ 68331 h 120051"/>
                  <a:gd name="connsiteX16" fmla="*/ 76619 w 101529"/>
                  <a:gd name="connsiteY16" fmla="*/ 68331 h 120051"/>
                  <a:gd name="connsiteX17" fmla="*/ 76619 w 101529"/>
                  <a:gd name="connsiteY17" fmla="*/ 22274 h 120051"/>
                  <a:gd name="connsiteX18" fmla="*/ 55860 w 101529"/>
                  <a:gd name="connsiteY18" fmla="*/ 22274 h 120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1529" h="120051" fill="norm" stroke="1" extrusionOk="0">
                    <a:moveTo>
                      <a:pt x="76619" y="120051"/>
                    </a:moveTo>
                    <a:lnTo>
                      <a:pt x="76619" y="90605"/>
                    </a:lnTo>
                    <a:lnTo>
                      <a:pt x="62276" y="90605"/>
                    </a:lnTo>
                    <a:cubicBezTo>
                      <a:pt x="49821" y="90982"/>
                      <a:pt x="46424" y="93625"/>
                      <a:pt x="36611" y="107971"/>
                    </a:cubicBezTo>
                    <a:lnTo>
                      <a:pt x="28307" y="120051"/>
                    </a:lnTo>
                    <a:lnTo>
                      <a:pt x="0" y="120051"/>
                    </a:lnTo>
                    <a:lnTo>
                      <a:pt x="10946" y="104195"/>
                    </a:lnTo>
                    <a:cubicBezTo>
                      <a:pt x="18872" y="92492"/>
                      <a:pt x="24533" y="86452"/>
                      <a:pt x="30195" y="83054"/>
                    </a:cubicBezTo>
                    <a:cubicBezTo>
                      <a:pt x="12833" y="76637"/>
                      <a:pt x="2642" y="63046"/>
                      <a:pt x="2642" y="45302"/>
                    </a:cubicBezTo>
                    <a:cubicBezTo>
                      <a:pt x="2642" y="20009"/>
                      <a:pt x="22269" y="0"/>
                      <a:pt x="58125" y="0"/>
                    </a:cubicBezTo>
                    <a:lnTo>
                      <a:pt x="101529" y="0"/>
                    </a:lnTo>
                    <a:lnTo>
                      <a:pt x="101529" y="120051"/>
                    </a:lnTo>
                    <a:lnTo>
                      <a:pt x="76619" y="120051"/>
                    </a:lnTo>
                    <a:close/>
                    <a:moveTo>
                      <a:pt x="55860" y="22274"/>
                    </a:moveTo>
                    <a:cubicBezTo>
                      <a:pt x="39253" y="22274"/>
                      <a:pt x="26420" y="29824"/>
                      <a:pt x="26420" y="45302"/>
                    </a:cubicBezTo>
                    <a:cubicBezTo>
                      <a:pt x="26420" y="61536"/>
                      <a:pt x="39253" y="68331"/>
                      <a:pt x="55860" y="68331"/>
                    </a:cubicBezTo>
                    <a:lnTo>
                      <a:pt x="76619" y="68331"/>
                    </a:lnTo>
                    <a:lnTo>
                      <a:pt x="76619" y="22274"/>
                    </a:lnTo>
                    <a:lnTo>
                      <a:pt x="55860" y="22274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6" name="Полилиния 35"/>
              <p:cNvSpPr/>
              <p:nvPr/>
            </p:nvSpPr>
            <p:spPr bwMode="auto">
              <a:xfrm>
                <a:off x="11423226" y="671155"/>
                <a:ext cx="121532" cy="120428"/>
              </a:xfrm>
              <a:custGeom>
                <a:avLst/>
                <a:gdLst>
                  <a:gd name="connsiteX0" fmla="*/ 20004 w 121533"/>
                  <a:gd name="connsiteY0" fmla="*/ 120429 h 120428"/>
                  <a:gd name="connsiteX1" fmla="*/ 46424 w 121533"/>
                  <a:gd name="connsiteY1" fmla="*/ 77014 h 120428"/>
                  <a:gd name="connsiteX2" fmla="*/ 0 w 121533"/>
                  <a:gd name="connsiteY2" fmla="*/ 0 h 120428"/>
                  <a:gd name="connsiteX3" fmla="*/ 28685 w 121533"/>
                  <a:gd name="connsiteY3" fmla="*/ 0 h 120428"/>
                  <a:gd name="connsiteX4" fmla="*/ 60767 w 121533"/>
                  <a:gd name="connsiteY4" fmla="*/ 52475 h 120428"/>
                  <a:gd name="connsiteX5" fmla="*/ 92848 w 121533"/>
                  <a:gd name="connsiteY5" fmla="*/ 0 h 120428"/>
                  <a:gd name="connsiteX6" fmla="*/ 121533 w 121533"/>
                  <a:gd name="connsiteY6" fmla="*/ 0 h 120428"/>
                  <a:gd name="connsiteX7" fmla="*/ 48689 w 121533"/>
                  <a:gd name="connsiteY7" fmla="*/ 120429 h 120428"/>
                  <a:gd name="connsiteX8" fmla="*/ 20004 w 121533"/>
                  <a:gd name="connsiteY8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533" h="120428" fill="norm" stroke="1" extrusionOk="0">
                    <a:moveTo>
                      <a:pt x="20004" y="120429"/>
                    </a:moveTo>
                    <a:lnTo>
                      <a:pt x="46424" y="77014"/>
                    </a:lnTo>
                    <a:lnTo>
                      <a:pt x="0" y="0"/>
                    </a:lnTo>
                    <a:lnTo>
                      <a:pt x="28685" y="0"/>
                    </a:lnTo>
                    <a:lnTo>
                      <a:pt x="60767" y="52475"/>
                    </a:lnTo>
                    <a:lnTo>
                      <a:pt x="92848" y="0"/>
                    </a:lnTo>
                    <a:lnTo>
                      <a:pt x="121533" y="0"/>
                    </a:lnTo>
                    <a:lnTo>
                      <a:pt x="48689" y="120429"/>
                    </a:lnTo>
                    <a:lnTo>
                      <a:pt x="20004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37" name="Полилиния 36"/>
            <p:cNvSpPr/>
            <p:nvPr/>
          </p:nvSpPr>
          <p:spPr bwMode="auto">
            <a:xfrm>
              <a:off x="10858964" y="883320"/>
              <a:ext cx="416308" cy="275967"/>
            </a:xfrm>
            <a:custGeom>
              <a:avLst/>
              <a:gdLst>
                <a:gd name="connsiteX0" fmla="*/ 305343 w 416308"/>
                <a:gd name="connsiteY0" fmla="*/ 9816 h 275967"/>
                <a:gd name="connsiteX1" fmla="*/ 229102 w 416308"/>
                <a:gd name="connsiteY1" fmla="*/ 50965 h 275967"/>
                <a:gd name="connsiteX2" fmla="*/ 229102 w 416308"/>
                <a:gd name="connsiteY2" fmla="*/ 0 h 275967"/>
                <a:gd name="connsiteX3" fmla="*/ 186452 w 416308"/>
                <a:gd name="connsiteY3" fmla="*/ 0 h 275967"/>
                <a:gd name="connsiteX4" fmla="*/ 186452 w 416308"/>
                <a:gd name="connsiteY4" fmla="*/ 124204 h 275967"/>
                <a:gd name="connsiteX5" fmla="*/ 114740 w 416308"/>
                <a:gd name="connsiteY5" fmla="*/ 197821 h 275967"/>
                <a:gd name="connsiteX6" fmla="*/ 43027 w 416308"/>
                <a:gd name="connsiteY6" fmla="*/ 124204 h 275967"/>
                <a:gd name="connsiteX7" fmla="*/ 114740 w 416308"/>
                <a:gd name="connsiteY7" fmla="*/ 50210 h 275967"/>
                <a:gd name="connsiteX8" fmla="*/ 167958 w 416308"/>
                <a:gd name="connsiteY8" fmla="*/ 73616 h 275967"/>
                <a:gd name="connsiteX9" fmla="*/ 167958 w 416308"/>
                <a:gd name="connsiteY9" fmla="*/ 30202 h 275967"/>
                <a:gd name="connsiteX10" fmla="*/ 110588 w 416308"/>
                <a:gd name="connsiteY10" fmla="*/ 9816 h 275967"/>
                <a:gd name="connsiteX11" fmla="*/ 0 w 416308"/>
                <a:gd name="connsiteY11" fmla="*/ 123827 h 275967"/>
                <a:gd name="connsiteX12" fmla="*/ 110588 w 416308"/>
                <a:gd name="connsiteY12" fmla="*/ 237460 h 275967"/>
                <a:gd name="connsiteX13" fmla="*/ 186829 w 416308"/>
                <a:gd name="connsiteY13" fmla="*/ 196688 h 275967"/>
                <a:gd name="connsiteX14" fmla="*/ 186829 w 416308"/>
                <a:gd name="connsiteY14" fmla="*/ 275967 h 275967"/>
                <a:gd name="connsiteX15" fmla="*/ 230234 w 416308"/>
                <a:gd name="connsiteY15" fmla="*/ 275967 h 275967"/>
                <a:gd name="connsiteX16" fmla="*/ 230234 w 416308"/>
                <a:gd name="connsiteY16" fmla="*/ 117786 h 275967"/>
                <a:gd name="connsiteX17" fmla="*/ 230234 w 416308"/>
                <a:gd name="connsiteY17" fmla="*/ 117786 h 275967"/>
                <a:gd name="connsiteX18" fmla="*/ 301946 w 416308"/>
                <a:gd name="connsiteY18" fmla="*/ 49455 h 275967"/>
                <a:gd name="connsiteX19" fmla="*/ 373658 w 416308"/>
                <a:gd name="connsiteY19" fmla="*/ 123449 h 275967"/>
                <a:gd name="connsiteX20" fmla="*/ 301946 w 416308"/>
                <a:gd name="connsiteY20" fmla="*/ 197066 h 275967"/>
                <a:gd name="connsiteX21" fmla="*/ 249483 w 416308"/>
                <a:gd name="connsiteY21" fmla="*/ 174414 h 275967"/>
                <a:gd name="connsiteX22" fmla="*/ 249483 w 416308"/>
                <a:gd name="connsiteY22" fmla="*/ 218207 h 275967"/>
                <a:gd name="connsiteX23" fmla="*/ 306098 w 416308"/>
                <a:gd name="connsiteY23" fmla="*/ 237460 h 275967"/>
                <a:gd name="connsiteX24" fmla="*/ 416308 w 416308"/>
                <a:gd name="connsiteY24" fmla="*/ 123827 h 275967"/>
                <a:gd name="connsiteX25" fmla="*/ 305343 w 416308"/>
                <a:gd name="connsiteY25" fmla="*/ 9816 h 275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6308" h="275967" fill="norm" stroke="1" extrusionOk="0">
                  <a:moveTo>
                    <a:pt x="305343" y="9816"/>
                  </a:moveTo>
                  <a:cubicBezTo>
                    <a:pt x="272506" y="9816"/>
                    <a:pt x="244199" y="26804"/>
                    <a:pt x="229102" y="50965"/>
                  </a:cubicBezTo>
                  <a:lnTo>
                    <a:pt x="229102" y="0"/>
                  </a:lnTo>
                  <a:lnTo>
                    <a:pt x="186452" y="0"/>
                  </a:lnTo>
                  <a:lnTo>
                    <a:pt x="186452" y="124204"/>
                  </a:lnTo>
                  <a:cubicBezTo>
                    <a:pt x="186452" y="166864"/>
                    <a:pt x="154747" y="197821"/>
                    <a:pt x="114740" y="197821"/>
                  </a:cubicBezTo>
                  <a:cubicBezTo>
                    <a:pt x="74354" y="197821"/>
                    <a:pt x="43027" y="166864"/>
                    <a:pt x="43027" y="124204"/>
                  </a:cubicBezTo>
                  <a:cubicBezTo>
                    <a:pt x="43027" y="81544"/>
                    <a:pt x="74732" y="50210"/>
                    <a:pt x="114740" y="50210"/>
                  </a:cubicBezTo>
                  <a:cubicBezTo>
                    <a:pt x="135876" y="50210"/>
                    <a:pt x="154747" y="58893"/>
                    <a:pt x="167958" y="73616"/>
                  </a:cubicBezTo>
                  <a:lnTo>
                    <a:pt x="167958" y="30202"/>
                  </a:lnTo>
                  <a:cubicBezTo>
                    <a:pt x="152483" y="17743"/>
                    <a:pt x="132479" y="9816"/>
                    <a:pt x="110588" y="9816"/>
                  </a:cubicBezTo>
                  <a:cubicBezTo>
                    <a:pt x="44537" y="9816"/>
                    <a:pt x="0" y="60403"/>
                    <a:pt x="0" y="123827"/>
                  </a:cubicBezTo>
                  <a:cubicBezTo>
                    <a:pt x="0" y="187250"/>
                    <a:pt x="44537" y="237460"/>
                    <a:pt x="110588" y="237460"/>
                  </a:cubicBezTo>
                  <a:cubicBezTo>
                    <a:pt x="143424" y="237460"/>
                    <a:pt x="171732" y="220849"/>
                    <a:pt x="186829" y="196688"/>
                  </a:cubicBezTo>
                  <a:lnTo>
                    <a:pt x="186829" y="275967"/>
                  </a:lnTo>
                  <a:lnTo>
                    <a:pt x="230234" y="275967"/>
                  </a:lnTo>
                  <a:lnTo>
                    <a:pt x="230234" y="117786"/>
                  </a:lnTo>
                  <a:lnTo>
                    <a:pt x="230234" y="117786"/>
                  </a:lnTo>
                  <a:cubicBezTo>
                    <a:pt x="232876" y="78147"/>
                    <a:pt x="263448" y="49455"/>
                    <a:pt x="301946" y="49455"/>
                  </a:cubicBezTo>
                  <a:cubicBezTo>
                    <a:pt x="342331" y="49455"/>
                    <a:pt x="373658" y="80789"/>
                    <a:pt x="373658" y="123449"/>
                  </a:cubicBezTo>
                  <a:cubicBezTo>
                    <a:pt x="373658" y="166109"/>
                    <a:pt x="341954" y="197066"/>
                    <a:pt x="301946" y="197066"/>
                  </a:cubicBezTo>
                  <a:cubicBezTo>
                    <a:pt x="280810" y="197066"/>
                    <a:pt x="262316" y="188383"/>
                    <a:pt x="249483" y="174414"/>
                  </a:cubicBezTo>
                  <a:lnTo>
                    <a:pt x="249483" y="218207"/>
                  </a:lnTo>
                  <a:cubicBezTo>
                    <a:pt x="264580" y="229910"/>
                    <a:pt x="284207" y="237460"/>
                    <a:pt x="306098" y="237460"/>
                  </a:cubicBezTo>
                  <a:cubicBezTo>
                    <a:pt x="371771" y="237460"/>
                    <a:pt x="416308" y="187250"/>
                    <a:pt x="416308" y="123827"/>
                  </a:cubicBezTo>
                  <a:cubicBezTo>
                    <a:pt x="415553" y="60403"/>
                    <a:pt x="370639" y="9816"/>
                    <a:pt x="305343" y="9816"/>
                  </a:cubicBezTo>
                  <a:close/>
                </a:path>
              </a:pathLst>
            </a:custGeom>
            <a:solidFill>
              <a:srgbClr val="797D82"/>
            </a:solidFill>
            <a:ln w="37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Разделительный слайд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Текст 2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60194" y="3981502"/>
            <a:ext cx="3995181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Цитата \ тезис</a:t>
            </a:r>
            <a:endParaRPr/>
          </a:p>
        </p:txBody>
      </p:sp>
      <p:sp>
        <p:nvSpPr>
          <p:cNvPr id="10" name="Текст 2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60194" y="2574834"/>
            <a:ext cx="5766431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accent4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br>
              <a:rPr lang="ru-RU"/>
            </a:br>
            <a:r>
              <a:rPr lang="ru-RU"/>
              <a:t>раздела</a:t>
            </a:r>
            <a:endParaRPr/>
          </a:p>
        </p:txBody>
      </p:sp>
      <p:grpSp>
        <p:nvGrpSpPr>
          <p:cNvPr id="2" name="Рисунок 5"/>
          <p:cNvGrpSpPr/>
          <p:nvPr/>
        </p:nvGrpSpPr>
        <p:grpSpPr bwMode="auto">
          <a:xfrm>
            <a:off x="-212555" y="-356077"/>
            <a:ext cx="2410284" cy="1516121"/>
            <a:chOff x="-212555" y="-356077"/>
            <a:chExt cx="2410284" cy="1516121"/>
          </a:xfrm>
          <a:solidFill>
            <a:srgbClr val="797D82"/>
          </a:solidFill>
        </p:grpSpPr>
        <p:grpSp>
          <p:nvGrpSpPr>
            <p:cNvPr id="3" name="Рисунок 5"/>
            <p:cNvGrpSpPr/>
            <p:nvPr/>
          </p:nvGrpSpPr>
          <p:grpSpPr bwMode="auto">
            <a:xfrm>
              <a:off x="-212555" y="-356077"/>
              <a:ext cx="1384946" cy="1380968"/>
              <a:chOff x="-212555" y="-356077"/>
              <a:chExt cx="1384946" cy="1380968"/>
            </a:xfrm>
            <a:solidFill>
              <a:srgbClr val="797D82"/>
            </a:solidFill>
          </p:grpSpPr>
          <p:grpSp>
            <p:nvGrpSpPr>
              <p:cNvPr id="4" name="Рисунок 5"/>
              <p:cNvGrpSpPr/>
              <p:nvPr/>
            </p:nvGrpSpPr>
            <p:grpSpPr bwMode="auto">
              <a:xfrm>
                <a:off x="-212555" y="-356077"/>
                <a:ext cx="1384946" cy="1380968"/>
                <a:chOff x="-212555" y="-356077"/>
                <a:chExt cx="1384946" cy="1380968"/>
              </a:xfrm>
              <a:solidFill>
                <a:srgbClr val="797D82"/>
              </a:solidFill>
            </p:grpSpPr>
            <p:grpSp>
              <p:nvGrpSpPr>
                <p:cNvPr id="5" name="Рисунок 5"/>
                <p:cNvGrpSpPr/>
                <p:nvPr/>
              </p:nvGrpSpPr>
              <p:grpSpPr bwMode="auto">
                <a:xfrm>
                  <a:off x="-212555" y="-356077"/>
                  <a:ext cx="1384946" cy="1380968"/>
                  <a:chOff x="-212555" y="-356077"/>
                  <a:chExt cx="1384946" cy="1380968"/>
                </a:xfrm>
                <a:solidFill>
                  <a:srgbClr val="797D82"/>
                </a:solidFill>
              </p:grpSpPr>
              <p:sp>
                <p:nvSpPr>
                  <p:cNvPr id="7" name="Полилиния 6"/>
                  <p:cNvSpPr/>
                  <p:nvPr/>
                </p:nvSpPr>
                <p:spPr bwMode="auto">
                  <a:xfrm>
                    <a:off x="-212555" y="-356077"/>
                    <a:ext cx="3774" cy="3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4" h="3775" fill="norm" stroke="1" extrusionOk="0"/>
                    </a:pathLst>
                  </a:custGeom>
                  <a:solidFill>
                    <a:srgbClr val="797D82"/>
                  </a:solidFill>
                  <a:ln w="376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8" name="Рисунок 5"/>
                  <p:cNvGrpSpPr/>
                  <p:nvPr/>
                </p:nvGrpSpPr>
                <p:grpSpPr bwMode="auto">
                  <a:xfrm>
                    <a:off x="554964" y="554124"/>
                    <a:ext cx="617426" cy="470767"/>
                    <a:chOff x="554964" y="554124"/>
                    <a:chExt cx="617426" cy="470767"/>
                  </a:xfrm>
                  <a:solidFill>
                    <a:srgbClr val="797D82"/>
                  </a:solidFill>
                </p:grpSpPr>
                <p:grpSp>
                  <p:nvGrpSpPr>
                    <p:cNvPr id="11" name="Рисунок 5"/>
                    <p:cNvGrpSpPr/>
                    <p:nvPr/>
                  </p:nvGrpSpPr>
                  <p:grpSpPr bwMode="auto">
                    <a:xfrm>
                      <a:off x="653838" y="554124"/>
                      <a:ext cx="418963" cy="470767"/>
                      <a:chOff x="653838" y="554124"/>
                      <a:chExt cx="418963" cy="470767"/>
                    </a:xfrm>
                    <a:solidFill>
                      <a:srgbClr val="797D82"/>
                    </a:solidFill>
                  </p:grpSpPr>
                  <p:sp>
                    <p:nvSpPr>
                      <p:cNvPr id="12" name="Полилиния 11"/>
                      <p:cNvSpPr/>
                      <p:nvPr/>
                    </p:nvSpPr>
                    <p:spPr bwMode="auto">
                      <a:xfrm>
                        <a:off x="948427" y="586968"/>
                        <a:ext cx="103416" cy="199708"/>
                      </a:xfrm>
                      <a:custGeom>
                        <a:avLst/>
                        <a:gdLst>
                          <a:gd name="connsiteX0" fmla="*/ 32837 w 103416"/>
                          <a:gd name="connsiteY0" fmla="*/ 175547 h 199708"/>
                          <a:gd name="connsiteX1" fmla="*/ 103417 w 103416"/>
                          <a:gd name="connsiteY1" fmla="*/ 1888 h 199708"/>
                          <a:gd name="connsiteX2" fmla="*/ 86055 w 103416"/>
                          <a:gd name="connsiteY2" fmla="*/ 0 h 199708"/>
                          <a:gd name="connsiteX3" fmla="*/ 17739 w 103416"/>
                          <a:gd name="connsiteY3" fmla="*/ 167619 h 199708"/>
                          <a:gd name="connsiteX4" fmla="*/ 0 w 103416"/>
                          <a:gd name="connsiteY4" fmla="*/ 199708 h 199708"/>
                          <a:gd name="connsiteX5" fmla="*/ 24911 w 103416"/>
                          <a:gd name="connsiteY5" fmla="*/ 191025 h 199708"/>
                          <a:gd name="connsiteX6" fmla="*/ 32837 w 103416"/>
                          <a:gd name="connsiteY6" fmla="*/ 175547 h 19970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3416" h="199708" fill="norm" stroke="1" extrusionOk="0">
                            <a:moveTo>
                              <a:pt x="32837" y="175547"/>
                            </a:moveTo>
                            <a:cubicBezTo>
                              <a:pt x="64164" y="116276"/>
                              <a:pt x="88697" y="53985"/>
                              <a:pt x="103417" y="1888"/>
                            </a:cubicBezTo>
                            <a:cubicBezTo>
                              <a:pt x="97755" y="1133"/>
                              <a:pt x="92094" y="755"/>
                              <a:pt x="86055" y="0"/>
                            </a:cubicBezTo>
                            <a:cubicBezTo>
                              <a:pt x="71712" y="49078"/>
                              <a:pt x="48689" y="108726"/>
                              <a:pt x="17739" y="167619"/>
                            </a:cubicBezTo>
                            <a:cubicBezTo>
                              <a:pt x="12078" y="178567"/>
                              <a:pt x="6039" y="189138"/>
                              <a:pt x="0" y="199708"/>
                            </a:cubicBezTo>
                            <a:cubicBezTo>
                              <a:pt x="8303" y="197066"/>
                              <a:pt x="16607" y="194045"/>
                              <a:pt x="24911" y="191025"/>
                            </a:cubicBezTo>
                            <a:cubicBezTo>
                              <a:pt x="27175" y="185740"/>
                              <a:pt x="29817" y="180455"/>
                              <a:pt x="32837" y="175547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3" name="Полилиния 12"/>
                      <p:cNvSpPr/>
                      <p:nvPr/>
                    </p:nvSpPr>
                    <p:spPr bwMode="auto">
                      <a:xfrm>
                        <a:off x="671769" y="625475"/>
                        <a:ext cx="100774" cy="200463"/>
                      </a:xfrm>
                      <a:custGeom>
                        <a:avLst/>
                        <a:gdLst>
                          <a:gd name="connsiteX0" fmla="*/ 89452 w 100774"/>
                          <a:gd name="connsiteY0" fmla="*/ 20764 h 200463"/>
                          <a:gd name="connsiteX1" fmla="*/ 100775 w 100774"/>
                          <a:gd name="connsiteY1" fmla="*/ 0 h 200463"/>
                          <a:gd name="connsiteX2" fmla="*/ 76619 w 100774"/>
                          <a:gd name="connsiteY2" fmla="*/ 7928 h 200463"/>
                          <a:gd name="connsiteX3" fmla="*/ 73977 w 100774"/>
                          <a:gd name="connsiteY3" fmla="*/ 12836 h 200463"/>
                          <a:gd name="connsiteX4" fmla="*/ 0 w 100774"/>
                          <a:gd name="connsiteY4" fmla="*/ 199331 h 200463"/>
                          <a:gd name="connsiteX5" fmla="*/ 17362 w 100774"/>
                          <a:gd name="connsiteY5" fmla="*/ 200463 h 200463"/>
                          <a:gd name="connsiteX6" fmla="*/ 89452 w 100774"/>
                          <a:gd name="connsiteY6" fmla="*/ 20764 h 20046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0774" h="200463" fill="norm" stroke="1" extrusionOk="0">
                            <a:moveTo>
                              <a:pt x="89452" y="20764"/>
                            </a:moveTo>
                            <a:cubicBezTo>
                              <a:pt x="93226" y="13591"/>
                              <a:pt x="97000" y="6795"/>
                              <a:pt x="100775" y="0"/>
                            </a:cubicBezTo>
                            <a:cubicBezTo>
                              <a:pt x="92471" y="2643"/>
                              <a:pt x="84545" y="5285"/>
                              <a:pt x="76619" y="7928"/>
                            </a:cubicBezTo>
                            <a:cubicBezTo>
                              <a:pt x="75864" y="9438"/>
                              <a:pt x="74732" y="10948"/>
                              <a:pt x="73977" y="12836"/>
                            </a:cubicBezTo>
                            <a:cubicBezTo>
                              <a:pt x="39253" y="78524"/>
                              <a:pt x="14342" y="142703"/>
                              <a:pt x="0" y="199331"/>
                            </a:cubicBezTo>
                            <a:cubicBezTo>
                              <a:pt x="5661" y="199708"/>
                              <a:pt x="11323" y="200086"/>
                              <a:pt x="17362" y="200463"/>
                            </a:cubicBezTo>
                            <a:cubicBezTo>
                              <a:pt x="31327" y="147610"/>
                              <a:pt x="54728" y="86075"/>
                              <a:pt x="89452" y="20764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14" name="Рисунок 5"/>
                      <p:cNvGrpSpPr/>
                      <p:nvPr/>
                    </p:nvGrpSpPr>
                    <p:grpSpPr bwMode="auto">
                      <a:xfrm>
                        <a:off x="653838" y="554124"/>
                        <a:ext cx="418963" cy="292200"/>
                        <a:chOff x="653838" y="554124"/>
                        <a:chExt cx="418963" cy="292200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5" name="Полилиния 14"/>
                        <p:cNvSpPr/>
                        <p:nvPr/>
                      </p:nvSpPr>
                      <p:spPr bwMode="auto">
                        <a:xfrm>
                          <a:off x="720081" y="728538"/>
                          <a:ext cx="210984" cy="114011"/>
                        </a:xfrm>
                        <a:custGeom>
                          <a:avLst/>
                          <a:gdLst>
                            <a:gd name="connsiteX0" fmla="*/ 7549 w 210984"/>
                            <a:gd name="connsiteY0" fmla="*/ 0 h 114011"/>
                            <a:gd name="connsiteX1" fmla="*/ 0 w 210984"/>
                            <a:gd name="connsiteY1" fmla="*/ 18121 h 114011"/>
                            <a:gd name="connsiteX2" fmla="*/ 91339 w 210984"/>
                            <a:gd name="connsiteY2" fmla="*/ 78524 h 114011"/>
                            <a:gd name="connsiteX3" fmla="*/ 200417 w 210984"/>
                            <a:gd name="connsiteY3" fmla="*/ 114011 h 114011"/>
                            <a:gd name="connsiteX4" fmla="*/ 210985 w 210984"/>
                            <a:gd name="connsiteY4" fmla="*/ 97400 h 114011"/>
                            <a:gd name="connsiteX5" fmla="*/ 98887 w 210984"/>
                            <a:gd name="connsiteY5" fmla="*/ 62291 h 114011"/>
                            <a:gd name="connsiteX6" fmla="*/ 7549 w 210984"/>
                            <a:gd name="connsiteY6" fmla="*/ 0 h 11401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210984" h="114011" fill="norm" stroke="1" extrusionOk="0">
                              <a:moveTo>
                                <a:pt x="7549" y="0"/>
                              </a:moveTo>
                              <a:cubicBezTo>
                                <a:pt x="4907" y="6040"/>
                                <a:pt x="2265" y="12081"/>
                                <a:pt x="0" y="18121"/>
                              </a:cubicBezTo>
                              <a:cubicBezTo>
                                <a:pt x="24911" y="40395"/>
                                <a:pt x="55860" y="61158"/>
                                <a:pt x="91339" y="78524"/>
                              </a:cubicBezTo>
                              <a:cubicBezTo>
                                <a:pt x="127950" y="96268"/>
                                <a:pt x="165315" y="108348"/>
                                <a:pt x="200417" y="114011"/>
                              </a:cubicBezTo>
                              <a:cubicBezTo>
                                <a:pt x="204191" y="108726"/>
                                <a:pt x="207588" y="103063"/>
                                <a:pt x="210985" y="97400"/>
                              </a:cubicBezTo>
                              <a:cubicBezTo>
                                <a:pt x="175506" y="92870"/>
                                <a:pt x="136631" y="80789"/>
                                <a:pt x="98887" y="62291"/>
                              </a:cubicBezTo>
                              <a:cubicBezTo>
                                <a:pt x="63409" y="44925"/>
                                <a:pt x="32082" y="23029"/>
                                <a:pt x="7549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16" name="Полилиния 15"/>
                        <p:cNvSpPr/>
                        <p:nvPr/>
                      </p:nvSpPr>
                      <p:spPr bwMode="auto">
                        <a:xfrm>
                          <a:off x="653838" y="554124"/>
                          <a:ext cx="418963" cy="292200"/>
                        </a:xfrm>
                        <a:custGeom>
                          <a:avLst/>
                          <a:gdLst>
                            <a:gd name="connsiteX0" fmla="*/ 388570 w 418963"/>
                            <a:gd name="connsiteY0" fmla="*/ 137795 h 292200"/>
                            <a:gd name="connsiteX1" fmla="*/ 261753 w 418963"/>
                            <a:gd name="connsiteY1" fmla="*/ 39262 h 292200"/>
                            <a:gd name="connsiteX2" fmla="*/ 109647 w 418963"/>
                            <a:gd name="connsiteY2" fmla="*/ 0 h 292200"/>
                            <a:gd name="connsiteX3" fmla="*/ 6986 w 418963"/>
                            <a:gd name="connsiteY3" fmla="*/ 47190 h 292200"/>
                            <a:gd name="connsiteX4" fmla="*/ 52655 w 418963"/>
                            <a:gd name="connsiteY4" fmla="*/ 179700 h 292200"/>
                            <a:gd name="connsiteX5" fmla="*/ 60204 w 418963"/>
                            <a:gd name="connsiteY5" fmla="*/ 161201 h 292200"/>
                            <a:gd name="connsiteX6" fmla="*/ 22838 w 418963"/>
                            <a:gd name="connsiteY6" fmla="*/ 55118 h 292200"/>
                            <a:gd name="connsiteX7" fmla="*/ 109270 w 418963"/>
                            <a:gd name="connsiteY7" fmla="*/ 18121 h 292200"/>
                            <a:gd name="connsiteX8" fmla="*/ 253449 w 418963"/>
                            <a:gd name="connsiteY8" fmla="*/ 55495 h 292200"/>
                            <a:gd name="connsiteX9" fmla="*/ 373473 w 418963"/>
                            <a:gd name="connsiteY9" fmla="*/ 148743 h 292200"/>
                            <a:gd name="connsiteX10" fmla="*/ 395364 w 418963"/>
                            <a:gd name="connsiteY10" fmla="*/ 237083 h 292200"/>
                            <a:gd name="connsiteX11" fmla="*/ 308932 w 418963"/>
                            <a:gd name="connsiteY11" fmla="*/ 274080 h 292200"/>
                            <a:gd name="connsiteX12" fmla="*/ 296099 w 418963"/>
                            <a:gd name="connsiteY12" fmla="*/ 273702 h 292200"/>
                            <a:gd name="connsiteX13" fmla="*/ 285153 w 418963"/>
                            <a:gd name="connsiteY13" fmla="*/ 291068 h 292200"/>
                            <a:gd name="connsiteX14" fmla="*/ 308932 w 418963"/>
                            <a:gd name="connsiteY14" fmla="*/ 292201 h 292200"/>
                            <a:gd name="connsiteX15" fmla="*/ 411593 w 418963"/>
                            <a:gd name="connsiteY15" fmla="*/ 245011 h 292200"/>
                            <a:gd name="connsiteX16" fmla="*/ 388570 w 418963"/>
                            <a:gd name="connsiteY16" fmla="*/ 137795 h 29220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418963" h="292200" fill="norm" stroke="1" extrusionOk="0">
                              <a:moveTo>
                                <a:pt x="388570" y="137795"/>
                              </a:moveTo>
                              <a:cubicBezTo>
                                <a:pt x="360263" y="100043"/>
                                <a:pt x="314971" y="64933"/>
                                <a:pt x="261753" y="39262"/>
                              </a:cubicBezTo>
                              <a:cubicBezTo>
                                <a:pt x="210044" y="13968"/>
                                <a:pt x="156071" y="0"/>
                                <a:pt x="109647" y="0"/>
                              </a:cubicBezTo>
                              <a:cubicBezTo>
                                <a:pt x="58316" y="0"/>
                                <a:pt x="22083" y="16611"/>
                                <a:pt x="6986" y="47190"/>
                              </a:cubicBezTo>
                              <a:cubicBezTo>
                                <a:pt x="-11509" y="84942"/>
                                <a:pt x="7740" y="134397"/>
                                <a:pt x="52655" y="179700"/>
                              </a:cubicBezTo>
                              <a:cubicBezTo>
                                <a:pt x="55297" y="173659"/>
                                <a:pt x="57562" y="167241"/>
                                <a:pt x="60204" y="161201"/>
                              </a:cubicBezTo>
                              <a:cubicBezTo>
                                <a:pt x="25102" y="123449"/>
                                <a:pt x="9250" y="83432"/>
                                <a:pt x="22838" y="55118"/>
                              </a:cubicBezTo>
                              <a:cubicBezTo>
                                <a:pt x="34161" y="31712"/>
                                <a:pt x="65865" y="18121"/>
                                <a:pt x="109270" y="18121"/>
                              </a:cubicBezTo>
                              <a:cubicBezTo>
                                <a:pt x="153052" y="18121"/>
                                <a:pt x="204383" y="31334"/>
                                <a:pt x="253449" y="55495"/>
                              </a:cubicBezTo>
                              <a:cubicBezTo>
                                <a:pt x="304025" y="80412"/>
                                <a:pt x="346675" y="113256"/>
                                <a:pt x="373473" y="148743"/>
                              </a:cubicBezTo>
                              <a:cubicBezTo>
                                <a:pt x="398761" y="182342"/>
                                <a:pt x="406687" y="213676"/>
                                <a:pt x="395364" y="237083"/>
                              </a:cubicBezTo>
                              <a:cubicBezTo>
                                <a:pt x="384041" y="260489"/>
                                <a:pt x="352336" y="274080"/>
                                <a:pt x="308932" y="274080"/>
                              </a:cubicBezTo>
                              <a:cubicBezTo>
                                <a:pt x="304780" y="274080"/>
                                <a:pt x="300251" y="273702"/>
                                <a:pt x="296099" y="273702"/>
                              </a:cubicBezTo>
                              <a:cubicBezTo>
                                <a:pt x="292325" y="279365"/>
                                <a:pt x="288928" y="285405"/>
                                <a:pt x="285153" y="291068"/>
                              </a:cubicBezTo>
                              <a:cubicBezTo>
                                <a:pt x="293080" y="291823"/>
                                <a:pt x="301006" y="292201"/>
                                <a:pt x="308932" y="292201"/>
                              </a:cubicBezTo>
                              <a:cubicBezTo>
                                <a:pt x="360263" y="292201"/>
                                <a:pt x="396496" y="275590"/>
                                <a:pt x="411593" y="245011"/>
                              </a:cubicBezTo>
                              <a:cubicBezTo>
                                <a:pt x="426691" y="215187"/>
                                <a:pt x="418387" y="177434"/>
                                <a:pt x="388570" y="13779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17" name="Полилиния 16"/>
                      <p:cNvSpPr/>
                      <p:nvPr/>
                    </p:nvSpPr>
                    <p:spPr bwMode="auto">
                      <a:xfrm>
                        <a:off x="656919" y="801022"/>
                        <a:ext cx="302076" cy="223869"/>
                      </a:xfrm>
                      <a:custGeom>
                        <a:avLst/>
                        <a:gdLst>
                          <a:gd name="connsiteX0" fmla="*/ 277166 w 302076"/>
                          <a:gd name="connsiteY0" fmla="*/ 8305 h 223869"/>
                          <a:gd name="connsiteX1" fmla="*/ 65049 w 302076"/>
                          <a:gd name="connsiteY1" fmla="*/ 206881 h 223869"/>
                          <a:gd name="connsiteX2" fmla="*/ 45799 w 302076"/>
                          <a:gd name="connsiteY2" fmla="*/ 202351 h 223869"/>
                          <a:gd name="connsiteX3" fmla="*/ 27683 w 302076"/>
                          <a:gd name="connsiteY3" fmla="*/ 42282 h 223869"/>
                          <a:gd name="connsiteX4" fmla="*/ 10321 w 302076"/>
                          <a:gd name="connsiteY4" fmla="*/ 41150 h 223869"/>
                          <a:gd name="connsiteX5" fmla="*/ 37873 w 302076"/>
                          <a:gd name="connsiteY5" fmla="*/ 217452 h 223869"/>
                          <a:gd name="connsiteX6" fmla="*/ 65049 w 302076"/>
                          <a:gd name="connsiteY6" fmla="*/ 223869 h 223869"/>
                          <a:gd name="connsiteX7" fmla="*/ 302076 w 302076"/>
                          <a:gd name="connsiteY7" fmla="*/ 0 h 223869"/>
                          <a:gd name="connsiteX8" fmla="*/ 277166 w 302076"/>
                          <a:gd name="connsiteY8" fmla="*/ 8305 h 2238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02076" h="223869" fill="norm" stroke="1" extrusionOk="0">
                            <a:moveTo>
                              <a:pt x="277166" y="8305"/>
                            </a:moveTo>
                            <a:cubicBezTo>
                              <a:pt x="205453" y="124582"/>
                              <a:pt x="119399" y="206881"/>
                              <a:pt x="65049" y="206881"/>
                            </a:cubicBezTo>
                            <a:cubicBezTo>
                              <a:pt x="57877" y="206881"/>
                              <a:pt x="51461" y="205371"/>
                              <a:pt x="45799" y="202351"/>
                            </a:cubicBezTo>
                            <a:cubicBezTo>
                              <a:pt x="16360" y="186872"/>
                              <a:pt x="8434" y="126847"/>
                              <a:pt x="27683" y="42282"/>
                            </a:cubicBezTo>
                            <a:cubicBezTo>
                              <a:pt x="21644" y="41905"/>
                              <a:pt x="15982" y="41527"/>
                              <a:pt x="10321" y="41150"/>
                            </a:cubicBezTo>
                            <a:cubicBezTo>
                              <a:pt x="-9306" y="129867"/>
                              <a:pt x="-1380" y="197066"/>
                              <a:pt x="37873" y="217452"/>
                            </a:cubicBezTo>
                            <a:cubicBezTo>
                              <a:pt x="45799" y="221604"/>
                              <a:pt x="55235" y="223869"/>
                              <a:pt x="65049" y="223869"/>
                            </a:cubicBezTo>
                            <a:cubicBezTo>
                              <a:pt x="129590" y="223869"/>
                              <a:pt x="223948" y="133642"/>
                              <a:pt x="302076" y="0"/>
                            </a:cubicBezTo>
                            <a:cubicBezTo>
                              <a:pt x="294150" y="3398"/>
                              <a:pt x="285847" y="6040"/>
                              <a:pt x="277166" y="8305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18" name="Рисунок 5"/>
                    <p:cNvGrpSpPr/>
                    <p:nvPr/>
                  </p:nvGrpSpPr>
                  <p:grpSpPr bwMode="auto">
                    <a:xfrm>
                      <a:off x="554964" y="563562"/>
                      <a:ext cx="617426" cy="272947"/>
                      <a:chOff x="554964" y="563562"/>
                      <a:chExt cx="617426" cy="272947"/>
                    </a:xfrm>
                    <a:solidFill>
                      <a:srgbClr val="797D82"/>
                    </a:solidFill>
                  </p:grpSpPr>
                  <p:sp>
                    <p:nvSpPr>
                      <p:cNvPr id="19" name="Полилиния 18"/>
                      <p:cNvSpPr/>
                      <p:nvPr/>
                    </p:nvSpPr>
                    <p:spPr bwMode="auto">
                      <a:xfrm>
                        <a:off x="844256" y="743261"/>
                        <a:ext cx="206078" cy="75504"/>
                      </a:xfrm>
                      <a:custGeom>
                        <a:avLst/>
                        <a:gdLst>
                          <a:gd name="connsiteX0" fmla="*/ 41895 w 206078"/>
                          <a:gd name="connsiteY0" fmla="*/ 55118 h 75504"/>
                          <a:gd name="connsiteX1" fmla="*/ 0 w 206078"/>
                          <a:gd name="connsiteY1" fmla="*/ 63801 h 75504"/>
                          <a:gd name="connsiteX2" fmla="*/ 33214 w 206078"/>
                          <a:gd name="connsiteY2" fmla="*/ 75504 h 75504"/>
                          <a:gd name="connsiteX3" fmla="*/ 45669 w 206078"/>
                          <a:gd name="connsiteY3" fmla="*/ 72861 h 75504"/>
                          <a:gd name="connsiteX4" fmla="*/ 206078 w 206078"/>
                          <a:gd name="connsiteY4" fmla="*/ 17366 h 75504"/>
                          <a:gd name="connsiteX5" fmla="*/ 201172 w 206078"/>
                          <a:gd name="connsiteY5" fmla="*/ 0 h 75504"/>
                          <a:gd name="connsiteX6" fmla="*/ 41895 w 206078"/>
                          <a:gd name="connsiteY6" fmla="*/ 55118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06078" h="75504" fill="norm" stroke="1" extrusionOk="0">
                            <a:moveTo>
                              <a:pt x="41895" y="55118"/>
                            </a:moveTo>
                            <a:cubicBezTo>
                              <a:pt x="27930" y="58516"/>
                              <a:pt x="13965" y="61158"/>
                              <a:pt x="0" y="63801"/>
                            </a:cubicBezTo>
                            <a:cubicBezTo>
                              <a:pt x="11323" y="68331"/>
                              <a:pt x="22269" y="72106"/>
                              <a:pt x="33214" y="75504"/>
                            </a:cubicBezTo>
                            <a:cubicBezTo>
                              <a:pt x="37366" y="74749"/>
                              <a:pt x="41518" y="73616"/>
                              <a:pt x="45669" y="72861"/>
                            </a:cubicBezTo>
                            <a:cubicBezTo>
                              <a:pt x="104926" y="59271"/>
                              <a:pt x="160031" y="40017"/>
                              <a:pt x="206078" y="17366"/>
                            </a:cubicBezTo>
                            <a:cubicBezTo>
                              <a:pt x="204946" y="11703"/>
                              <a:pt x="203436" y="6040"/>
                              <a:pt x="201172" y="0"/>
                            </a:cubicBezTo>
                            <a:cubicBezTo>
                              <a:pt x="156257" y="22274"/>
                              <a:pt x="101152" y="41527"/>
                              <a:pt x="41895" y="5511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0" name="Полилиния 19"/>
                      <p:cNvSpPr/>
                      <p:nvPr/>
                    </p:nvSpPr>
                    <p:spPr bwMode="auto">
                      <a:xfrm>
                        <a:off x="669505" y="585458"/>
                        <a:ext cx="195887" cy="75504"/>
                      </a:xfrm>
                      <a:custGeom>
                        <a:avLst/>
                        <a:gdLst>
                          <a:gd name="connsiteX0" fmla="*/ 0 w 195887"/>
                          <a:gd name="connsiteY0" fmla="*/ 57761 h 75504"/>
                          <a:gd name="connsiteX1" fmla="*/ 4152 w 195887"/>
                          <a:gd name="connsiteY1" fmla="*/ 75504 h 75504"/>
                          <a:gd name="connsiteX2" fmla="*/ 171354 w 195887"/>
                          <a:gd name="connsiteY2" fmla="*/ 16233 h 75504"/>
                          <a:gd name="connsiteX3" fmla="*/ 195888 w 195887"/>
                          <a:gd name="connsiteY3" fmla="*/ 10948 h 75504"/>
                          <a:gd name="connsiteX4" fmla="*/ 161541 w 195887"/>
                          <a:gd name="connsiteY4" fmla="*/ 0 h 75504"/>
                          <a:gd name="connsiteX5" fmla="*/ 0 w 195887"/>
                          <a:gd name="connsiteY5" fmla="*/ 57761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95887" h="75504" fill="norm" stroke="1" extrusionOk="0">
                            <a:moveTo>
                              <a:pt x="0" y="57761"/>
                            </a:moveTo>
                            <a:cubicBezTo>
                              <a:pt x="755" y="63423"/>
                              <a:pt x="2265" y="69464"/>
                              <a:pt x="4152" y="75504"/>
                            </a:cubicBezTo>
                            <a:cubicBezTo>
                              <a:pt x="47934" y="52853"/>
                              <a:pt x="104549" y="31712"/>
                              <a:pt x="171354" y="16233"/>
                            </a:cubicBezTo>
                            <a:cubicBezTo>
                              <a:pt x="179658" y="14346"/>
                              <a:pt x="187584" y="12458"/>
                              <a:pt x="195888" y="10948"/>
                            </a:cubicBezTo>
                            <a:cubicBezTo>
                              <a:pt x="184187" y="6795"/>
                              <a:pt x="172864" y="3020"/>
                              <a:pt x="161541" y="0"/>
                            </a:cubicBezTo>
                            <a:cubicBezTo>
                              <a:pt x="99642" y="15101"/>
                              <a:pt x="44537" y="35109"/>
                              <a:pt x="0" y="5776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1" name="Полилиния 20"/>
                      <p:cNvSpPr/>
                      <p:nvPr/>
                    </p:nvSpPr>
                    <p:spPr bwMode="auto">
                      <a:xfrm>
                        <a:off x="554964" y="652279"/>
                        <a:ext cx="288158" cy="184229"/>
                      </a:xfrm>
                      <a:custGeom>
                        <a:avLst/>
                        <a:gdLst>
                          <a:gd name="connsiteX0" fmla="*/ 256455 w 288159"/>
                          <a:gd name="connsiteY0" fmla="*/ 160069 h 184229"/>
                          <a:gd name="connsiteX1" fmla="*/ 167381 w 288159"/>
                          <a:gd name="connsiteY1" fmla="*/ 166486 h 184229"/>
                          <a:gd name="connsiteX2" fmla="*/ 18673 w 288159"/>
                          <a:gd name="connsiteY2" fmla="*/ 115144 h 184229"/>
                          <a:gd name="connsiteX3" fmla="*/ 102840 w 288159"/>
                          <a:gd name="connsiteY3" fmla="*/ 17743 h 184229"/>
                          <a:gd name="connsiteX4" fmla="*/ 97934 w 288159"/>
                          <a:gd name="connsiteY4" fmla="*/ 0 h 184229"/>
                          <a:gd name="connsiteX5" fmla="*/ 1311 w 288159"/>
                          <a:gd name="connsiteY5" fmla="*/ 118919 h 184229"/>
                          <a:gd name="connsiteX6" fmla="*/ 167759 w 288159"/>
                          <a:gd name="connsiteY6" fmla="*/ 184230 h 184229"/>
                          <a:gd name="connsiteX7" fmla="*/ 288160 w 288159"/>
                          <a:gd name="connsiteY7" fmla="*/ 173282 h 184229"/>
                          <a:gd name="connsiteX8" fmla="*/ 256455 w 288159"/>
                          <a:gd name="connsiteY8" fmla="*/ 160069 h 18422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88159" h="184229" fill="norm" stroke="1" extrusionOk="0">
                            <a:moveTo>
                              <a:pt x="256455" y="160069"/>
                            </a:moveTo>
                            <a:cubicBezTo>
                              <a:pt x="225506" y="164221"/>
                              <a:pt x="195311" y="166486"/>
                              <a:pt x="167381" y="166486"/>
                            </a:cubicBezTo>
                            <a:cubicBezTo>
                              <a:pt x="82836" y="166486"/>
                              <a:pt x="25844" y="146855"/>
                              <a:pt x="18673" y="115144"/>
                            </a:cubicBezTo>
                            <a:cubicBezTo>
                              <a:pt x="12634" y="88340"/>
                              <a:pt x="43583" y="51720"/>
                              <a:pt x="102840" y="17743"/>
                            </a:cubicBezTo>
                            <a:cubicBezTo>
                              <a:pt x="100576" y="11703"/>
                              <a:pt x="99066" y="6040"/>
                              <a:pt x="97934" y="0"/>
                            </a:cubicBezTo>
                            <a:cubicBezTo>
                              <a:pt x="30751" y="37752"/>
                              <a:pt x="-7748" y="81167"/>
                              <a:pt x="1311" y="118919"/>
                            </a:cubicBezTo>
                            <a:cubicBezTo>
                              <a:pt x="11124" y="160446"/>
                              <a:pt x="71513" y="184230"/>
                              <a:pt x="167759" y="184230"/>
                            </a:cubicBezTo>
                            <a:cubicBezTo>
                              <a:pt x="205125" y="184230"/>
                              <a:pt x="246265" y="180455"/>
                              <a:pt x="288160" y="173282"/>
                            </a:cubicBezTo>
                            <a:cubicBezTo>
                              <a:pt x="277214" y="169507"/>
                              <a:pt x="266646" y="164976"/>
                              <a:pt x="256455" y="16006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2" name="Полилиния 21"/>
                      <p:cNvSpPr/>
                      <p:nvPr/>
                    </p:nvSpPr>
                    <p:spPr bwMode="auto">
                      <a:xfrm>
                        <a:off x="866524" y="563562"/>
                        <a:ext cx="305866" cy="188004"/>
                      </a:xfrm>
                      <a:custGeom>
                        <a:avLst/>
                        <a:gdLst>
                          <a:gd name="connsiteX0" fmla="*/ 304588 w 305866"/>
                          <a:gd name="connsiteY0" fmla="*/ 65311 h 188004"/>
                          <a:gd name="connsiteX1" fmla="*/ 138140 w 305866"/>
                          <a:gd name="connsiteY1" fmla="*/ 0 h 188004"/>
                          <a:gd name="connsiteX2" fmla="*/ 0 w 305866"/>
                          <a:gd name="connsiteY2" fmla="*/ 14346 h 188004"/>
                          <a:gd name="connsiteX3" fmla="*/ 31704 w 305866"/>
                          <a:gd name="connsiteY3" fmla="*/ 26804 h 188004"/>
                          <a:gd name="connsiteX4" fmla="*/ 138140 w 305866"/>
                          <a:gd name="connsiteY4" fmla="*/ 17743 h 188004"/>
                          <a:gd name="connsiteX5" fmla="*/ 286849 w 305866"/>
                          <a:gd name="connsiteY5" fmla="*/ 69086 h 188004"/>
                          <a:gd name="connsiteX6" fmla="*/ 220798 w 305866"/>
                          <a:gd name="connsiteY6" fmla="*/ 155538 h 188004"/>
                          <a:gd name="connsiteX7" fmla="*/ 194755 w 305866"/>
                          <a:gd name="connsiteY7" fmla="*/ 170639 h 188004"/>
                          <a:gd name="connsiteX8" fmla="*/ 200417 w 305866"/>
                          <a:gd name="connsiteY8" fmla="*/ 188005 h 188004"/>
                          <a:gd name="connsiteX9" fmla="*/ 230611 w 305866"/>
                          <a:gd name="connsiteY9" fmla="*/ 170639 h 188004"/>
                          <a:gd name="connsiteX10" fmla="*/ 304588 w 305866"/>
                          <a:gd name="connsiteY10" fmla="*/ 65311 h 1880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05866" h="188004" fill="norm" stroke="1" extrusionOk="0">
                            <a:moveTo>
                              <a:pt x="304588" y="65311"/>
                            </a:moveTo>
                            <a:cubicBezTo>
                              <a:pt x="295152" y="23784"/>
                              <a:pt x="234386" y="0"/>
                              <a:pt x="138140" y="0"/>
                            </a:cubicBezTo>
                            <a:cubicBezTo>
                              <a:pt x="95491" y="0"/>
                              <a:pt x="47934" y="4908"/>
                              <a:pt x="0" y="14346"/>
                            </a:cubicBezTo>
                            <a:cubicBezTo>
                              <a:pt x="10568" y="18121"/>
                              <a:pt x="21136" y="22274"/>
                              <a:pt x="31704" y="26804"/>
                            </a:cubicBezTo>
                            <a:cubicBezTo>
                              <a:pt x="68693" y="20764"/>
                              <a:pt x="104926" y="17743"/>
                              <a:pt x="138140" y="17743"/>
                            </a:cubicBezTo>
                            <a:cubicBezTo>
                              <a:pt x="222685" y="17743"/>
                              <a:pt x="279678" y="37374"/>
                              <a:pt x="286849" y="69086"/>
                            </a:cubicBezTo>
                            <a:cubicBezTo>
                              <a:pt x="292510" y="93247"/>
                              <a:pt x="268355" y="124959"/>
                              <a:pt x="220798" y="155538"/>
                            </a:cubicBezTo>
                            <a:cubicBezTo>
                              <a:pt x="212495" y="160824"/>
                              <a:pt x="203814" y="165731"/>
                              <a:pt x="194755" y="170639"/>
                            </a:cubicBezTo>
                            <a:cubicBezTo>
                              <a:pt x="197020" y="176679"/>
                              <a:pt x="198907" y="182342"/>
                              <a:pt x="200417" y="188005"/>
                            </a:cubicBezTo>
                            <a:cubicBezTo>
                              <a:pt x="210985" y="182342"/>
                              <a:pt x="221176" y="176302"/>
                              <a:pt x="230611" y="170639"/>
                            </a:cubicBezTo>
                            <a:cubicBezTo>
                              <a:pt x="286094" y="135530"/>
                              <a:pt x="312137" y="97778"/>
                              <a:pt x="304588" y="6531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3" name="Полилиния 22"/>
                <p:cNvSpPr/>
                <p:nvPr/>
              </p:nvSpPr>
              <p:spPr bwMode="auto">
                <a:xfrm>
                  <a:off x="809531" y="651901"/>
                  <a:ext cx="99642" cy="99664"/>
                </a:xfrm>
                <a:custGeom>
                  <a:avLst/>
                  <a:gdLst>
                    <a:gd name="connsiteX0" fmla="*/ 99642 w 99642"/>
                    <a:gd name="connsiteY0" fmla="*/ 49833 h 99665"/>
                    <a:gd name="connsiteX1" fmla="*/ 49821 w 99642"/>
                    <a:gd name="connsiteY1" fmla="*/ 99665 h 99665"/>
                    <a:gd name="connsiteX2" fmla="*/ 0 w 99642"/>
                    <a:gd name="connsiteY2" fmla="*/ 49833 h 99665"/>
                    <a:gd name="connsiteX3" fmla="*/ 49821 w 99642"/>
                    <a:gd name="connsiteY3" fmla="*/ 0 h 99665"/>
                    <a:gd name="connsiteX4" fmla="*/ 99642 w 99642"/>
                    <a:gd name="connsiteY4" fmla="*/ 49833 h 99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9642" h="99665" fill="norm" stroke="1" extrusionOk="0">
                      <a:moveTo>
                        <a:pt x="99642" y="49833"/>
                      </a:moveTo>
                      <a:cubicBezTo>
                        <a:pt x="99642" y="77392"/>
                        <a:pt x="77374" y="99665"/>
                        <a:pt x="49821" y="99665"/>
                      </a:cubicBezTo>
                      <a:cubicBezTo>
                        <a:pt x="22269" y="99665"/>
                        <a:pt x="0" y="77392"/>
                        <a:pt x="0" y="49833"/>
                      </a:cubicBezTo>
                      <a:cubicBezTo>
                        <a:pt x="0" y="22274"/>
                        <a:pt x="22269" y="0"/>
                        <a:pt x="49821" y="0"/>
                      </a:cubicBezTo>
                      <a:cubicBezTo>
                        <a:pt x="77374" y="0"/>
                        <a:pt x="99642" y="22274"/>
                        <a:pt x="99642" y="49833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24" name="Рисунок 5"/>
              <p:cNvGrpSpPr/>
              <p:nvPr/>
            </p:nvGrpSpPr>
            <p:grpSpPr bwMode="auto">
              <a:xfrm>
                <a:off x="761221" y="375179"/>
                <a:ext cx="308734" cy="234817"/>
                <a:chOff x="761221" y="375179"/>
                <a:chExt cx="308734" cy="234817"/>
              </a:xfrm>
              <a:solidFill>
                <a:srgbClr val="797D82"/>
              </a:solidFill>
            </p:grpSpPr>
            <p:sp>
              <p:nvSpPr>
                <p:cNvPr id="25" name="Полилиния 24"/>
                <p:cNvSpPr/>
                <p:nvPr/>
              </p:nvSpPr>
              <p:spPr bwMode="auto">
                <a:xfrm>
                  <a:off x="761221" y="568847"/>
                  <a:ext cx="43782" cy="41149"/>
                </a:xfrm>
                <a:custGeom>
                  <a:avLst/>
                  <a:gdLst>
                    <a:gd name="connsiteX0" fmla="*/ 24156 w 43782"/>
                    <a:gd name="connsiteY0" fmla="*/ 33977 h 41149"/>
                    <a:gd name="connsiteX1" fmla="*/ 43782 w 43782"/>
                    <a:gd name="connsiteY1" fmla="*/ 2643 h 41149"/>
                    <a:gd name="connsiteX2" fmla="*/ 24533 w 43782"/>
                    <a:gd name="connsiteY2" fmla="*/ 0 h 41149"/>
                    <a:gd name="connsiteX3" fmla="*/ 0 w 43782"/>
                    <a:gd name="connsiteY3" fmla="*/ 41150 h 41149"/>
                    <a:gd name="connsiteX4" fmla="*/ 24156 w 43782"/>
                    <a:gd name="connsiteY4" fmla="*/ 33977 h 41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782" h="41149" fill="norm" stroke="1" extrusionOk="0">
                      <a:moveTo>
                        <a:pt x="24156" y="33977"/>
                      </a:moveTo>
                      <a:cubicBezTo>
                        <a:pt x="30572" y="23406"/>
                        <a:pt x="36988" y="12836"/>
                        <a:pt x="43782" y="2643"/>
                      </a:cubicBezTo>
                      <a:cubicBezTo>
                        <a:pt x="37366" y="1510"/>
                        <a:pt x="30950" y="755"/>
                        <a:pt x="24533" y="0"/>
                      </a:cubicBezTo>
                      <a:cubicBezTo>
                        <a:pt x="16230" y="13213"/>
                        <a:pt x="7926" y="26804"/>
                        <a:pt x="0" y="41150"/>
                      </a:cubicBezTo>
                      <a:cubicBezTo>
                        <a:pt x="7926" y="38885"/>
                        <a:pt x="16230" y="36242"/>
                        <a:pt x="24156" y="33977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26" name="Полилиния 25"/>
                <p:cNvSpPr/>
                <p:nvPr/>
              </p:nvSpPr>
              <p:spPr bwMode="auto">
                <a:xfrm>
                  <a:off x="797077" y="375179"/>
                  <a:ext cx="272877" cy="200085"/>
                </a:xfrm>
                <a:custGeom>
                  <a:avLst/>
                  <a:gdLst>
                    <a:gd name="connsiteX0" fmla="*/ 18872 w 272877"/>
                    <a:gd name="connsiteY0" fmla="*/ 180077 h 200085"/>
                    <a:gd name="connsiteX1" fmla="*/ 207588 w 272877"/>
                    <a:gd name="connsiteY1" fmla="*/ 17366 h 200085"/>
                    <a:gd name="connsiteX2" fmla="*/ 226837 w 272877"/>
                    <a:gd name="connsiteY2" fmla="*/ 21896 h 200085"/>
                    <a:gd name="connsiteX3" fmla="*/ 241179 w 272877"/>
                    <a:gd name="connsiteY3" fmla="*/ 198198 h 200085"/>
                    <a:gd name="connsiteX4" fmla="*/ 258541 w 272877"/>
                    <a:gd name="connsiteY4" fmla="*/ 200086 h 200085"/>
                    <a:gd name="connsiteX5" fmla="*/ 235141 w 272877"/>
                    <a:gd name="connsiteY5" fmla="*/ 6418 h 200085"/>
                    <a:gd name="connsiteX6" fmla="*/ 207965 w 272877"/>
                    <a:gd name="connsiteY6" fmla="*/ 0 h 200085"/>
                    <a:gd name="connsiteX7" fmla="*/ 0 w 272877"/>
                    <a:gd name="connsiteY7" fmla="*/ 177057 h 200085"/>
                    <a:gd name="connsiteX8" fmla="*/ 18872 w 272877"/>
                    <a:gd name="connsiteY8" fmla="*/ 180077 h 2000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72877" h="200085" fill="norm" stroke="1" extrusionOk="0">
                      <a:moveTo>
                        <a:pt x="18872" y="180077"/>
                      </a:moveTo>
                      <a:cubicBezTo>
                        <a:pt x="85300" y="83054"/>
                        <a:pt x="159277" y="17366"/>
                        <a:pt x="207588" y="17366"/>
                      </a:cubicBezTo>
                      <a:cubicBezTo>
                        <a:pt x="214759" y="17366"/>
                        <a:pt x="221176" y="18876"/>
                        <a:pt x="226837" y="21896"/>
                      </a:cubicBezTo>
                      <a:cubicBezTo>
                        <a:pt x="258164" y="38507"/>
                        <a:pt x="264958" y="105328"/>
                        <a:pt x="241179" y="198198"/>
                      </a:cubicBezTo>
                      <a:cubicBezTo>
                        <a:pt x="247218" y="198576"/>
                        <a:pt x="252880" y="199331"/>
                        <a:pt x="258541" y="200086"/>
                      </a:cubicBezTo>
                      <a:cubicBezTo>
                        <a:pt x="283075" y="103063"/>
                        <a:pt x="276658" y="28314"/>
                        <a:pt x="235141" y="6418"/>
                      </a:cubicBezTo>
                      <a:cubicBezTo>
                        <a:pt x="226837" y="2265"/>
                        <a:pt x="217779" y="0"/>
                        <a:pt x="207965" y="0"/>
                      </a:cubicBezTo>
                      <a:cubicBezTo>
                        <a:pt x="151351" y="0"/>
                        <a:pt x="71712" y="69464"/>
                        <a:pt x="0" y="177057"/>
                      </a:cubicBezTo>
                      <a:cubicBezTo>
                        <a:pt x="6039" y="177812"/>
                        <a:pt x="12455" y="178945"/>
                        <a:pt x="18872" y="180077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27" name="Рисунок 5"/>
            <p:cNvGrpSpPr/>
            <p:nvPr/>
          </p:nvGrpSpPr>
          <p:grpSpPr bwMode="auto">
            <a:xfrm>
              <a:off x="974848" y="883320"/>
              <a:ext cx="1183251" cy="276722"/>
              <a:chOff x="974848" y="883320"/>
              <a:chExt cx="1183251" cy="276722"/>
            </a:xfrm>
            <a:solidFill>
              <a:srgbClr val="797D82"/>
            </a:solidFill>
          </p:grpSpPr>
          <p:sp>
            <p:nvSpPr>
              <p:cNvPr id="28" name="Полилиния 27"/>
              <p:cNvSpPr/>
              <p:nvPr/>
            </p:nvSpPr>
            <p:spPr bwMode="auto">
              <a:xfrm>
                <a:off x="974848" y="883320"/>
                <a:ext cx="271374" cy="276722"/>
              </a:xfrm>
              <a:custGeom>
                <a:avLst/>
                <a:gdLst>
                  <a:gd name="connsiteX0" fmla="*/ 228724 w 271374"/>
                  <a:gd name="connsiteY0" fmla="*/ 276722 h 276722"/>
                  <a:gd name="connsiteX1" fmla="*/ 228724 w 271374"/>
                  <a:gd name="connsiteY1" fmla="*/ 80034 h 276722"/>
                  <a:gd name="connsiteX2" fmla="*/ 135876 w 271374"/>
                  <a:gd name="connsiteY2" fmla="*/ 197066 h 276722"/>
                  <a:gd name="connsiteX3" fmla="*/ 42650 w 271374"/>
                  <a:gd name="connsiteY3" fmla="*/ 80034 h 276722"/>
                  <a:gd name="connsiteX4" fmla="*/ 42650 w 271374"/>
                  <a:gd name="connsiteY4" fmla="*/ 276722 h 276722"/>
                  <a:gd name="connsiteX5" fmla="*/ 0 w 271374"/>
                  <a:gd name="connsiteY5" fmla="*/ 276722 h 276722"/>
                  <a:gd name="connsiteX6" fmla="*/ 0 w 271374"/>
                  <a:gd name="connsiteY6" fmla="*/ 0 h 276722"/>
                  <a:gd name="connsiteX7" fmla="*/ 24911 w 271374"/>
                  <a:gd name="connsiteY7" fmla="*/ 0 h 276722"/>
                  <a:gd name="connsiteX8" fmla="*/ 135876 w 271374"/>
                  <a:gd name="connsiteY8" fmla="*/ 140438 h 276722"/>
                  <a:gd name="connsiteX9" fmla="*/ 246841 w 271374"/>
                  <a:gd name="connsiteY9" fmla="*/ 0 h 276722"/>
                  <a:gd name="connsiteX10" fmla="*/ 271374 w 271374"/>
                  <a:gd name="connsiteY10" fmla="*/ 0 h 276722"/>
                  <a:gd name="connsiteX11" fmla="*/ 271374 w 271374"/>
                  <a:gd name="connsiteY11" fmla="*/ 276722 h 276722"/>
                  <a:gd name="connsiteX12" fmla="*/ 228724 w 271374"/>
                  <a:gd name="connsiteY12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1374" h="276722" fill="norm" stroke="1" extrusionOk="0">
                    <a:moveTo>
                      <a:pt x="228724" y="276722"/>
                    </a:moveTo>
                    <a:lnTo>
                      <a:pt x="228724" y="80034"/>
                    </a:lnTo>
                    <a:lnTo>
                      <a:pt x="135876" y="197066"/>
                    </a:lnTo>
                    <a:lnTo>
                      <a:pt x="42650" y="80034"/>
                    </a:lnTo>
                    <a:lnTo>
                      <a:pt x="4265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24911" y="0"/>
                    </a:lnTo>
                    <a:lnTo>
                      <a:pt x="135876" y="140438"/>
                    </a:lnTo>
                    <a:lnTo>
                      <a:pt x="246841" y="0"/>
                    </a:lnTo>
                    <a:lnTo>
                      <a:pt x="271374" y="0"/>
                    </a:lnTo>
                    <a:lnTo>
                      <a:pt x="271374" y="276722"/>
                    </a:lnTo>
                    <a:lnTo>
                      <a:pt x="228724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9" name="Полилиния 28"/>
              <p:cNvSpPr/>
              <p:nvPr/>
            </p:nvSpPr>
            <p:spPr bwMode="auto">
              <a:xfrm>
                <a:off x="1281323" y="883320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1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 fill="norm" stroke="1" extrusionOk="0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1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0" name="Полилиния 29"/>
              <p:cNvSpPr/>
              <p:nvPr/>
            </p:nvSpPr>
            <p:spPr bwMode="auto">
              <a:xfrm>
                <a:off x="1944472" y="883320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0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 fill="norm" stroke="1" extrusionOk="0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31" name="Рисунок 5"/>
            <p:cNvGrpSpPr/>
            <p:nvPr/>
          </p:nvGrpSpPr>
          <p:grpSpPr bwMode="auto">
            <a:xfrm>
              <a:off x="1702160" y="671155"/>
              <a:ext cx="495569" cy="120428"/>
              <a:chOff x="1702160" y="671155"/>
              <a:chExt cx="495569" cy="120428"/>
            </a:xfrm>
            <a:solidFill>
              <a:srgbClr val="797D82"/>
            </a:solidFill>
          </p:grpSpPr>
          <p:sp>
            <p:nvSpPr>
              <p:cNvPr id="32" name="Полилиния 31"/>
              <p:cNvSpPr/>
              <p:nvPr/>
            </p:nvSpPr>
            <p:spPr bwMode="auto">
              <a:xfrm>
                <a:off x="1702160" y="671155"/>
                <a:ext cx="100019" cy="120428"/>
              </a:xfrm>
              <a:custGeom>
                <a:avLst/>
                <a:gdLst>
                  <a:gd name="connsiteX0" fmla="*/ 74732 w 100019"/>
                  <a:gd name="connsiteY0" fmla="*/ 120429 h 120428"/>
                  <a:gd name="connsiteX1" fmla="*/ 74732 w 100019"/>
                  <a:gd name="connsiteY1" fmla="*/ 71351 h 120428"/>
                  <a:gd name="connsiteX2" fmla="*/ 25288 w 100019"/>
                  <a:gd name="connsiteY2" fmla="*/ 71351 h 120428"/>
                  <a:gd name="connsiteX3" fmla="*/ 25288 w 100019"/>
                  <a:gd name="connsiteY3" fmla="*/ 120429 h 120428"/>
                  <a:gd name="connsiteX4" fmla="*/ 0 w 100019"/>
                  <a:gd name="connsiteY4" fmla="*/ 120429 h 120428"/>
                  <a:gd name="connsiteX5" fmla="*/ 0 w 100019"/>
                  <a:gd name="connsiteY5" fmla="*/ 0 h 120428"/>
                  <a:gd name="connsiteX6" fmla="*/ 25288 w 100019"/>
                  <a:gd name="connsiteY6" fmla="*/ 0 h 120428"/>
                  <a:gd name="connsiteX7" fmla="*/ 25288 w 100019"/>
                  <a:gd name="connsiteY7" fmla="*/ 48700 h 120428"/>
                  <a:gd name="connsiteX8" fmla="*/ 74732 w 100019"/>
                  <a:gd name="connsiteY8" fmla="*/ 48700 h 120428"/>
                  <a:gd name="connsiteX9" fmla="*/ 74732 w 100019"/>
                  <a:gd name="connsiteY9" fmla="*/ 0 h 120428"/>
                  <a:gd name="connsiteX10" fmla="*/ 100020 w 100019"/>
                  <a:gd name="connsiteY10" fmla="*/ 0 h 120428"/>
                  <a:gd name="connsiteX11" fmla="*/ 100020 w 100019"/>
                  <a:gd name="connsiteY11" fmla="*/ 120429 h 120428"/>
                  <a:gd name="connsiteX12" fmla="*/ 74732 w 100019"/>
                  <a:gd name="connsiteY12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019" h="120428" fill="norm" stroke="1" extrusionOk="0">
                    <a:moveTo>
                      <a:pt x="74732" y="120429"/>
                    </a:moveTo>
                    <a:lnTo>
                      <a:pt x="74732" y="71351"/>
                    </a:lnTo>
                    <a:lnTo>
                      <a:pt x="25288" y="71351"/>
                    </a:lnTo>
                    <a:lnTo>
                      <a:pt x="25288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48700"/>
                    </a:lnTo>
                    <a:lnTo>
                      <a:pt x="74732" y="48700"/>
                    </a:lnTo>
                    <a:lnTo>
                      <a:pt x="74732" y="0"/>
                    </a:lnTo>
                    <a:lnTo>
                      <a:pt x="100020" y="0"/>
                    </a:lnTo>
                    <a:lnTo>
                      <a:pt x="100020" y="120429"/>
                    </a:lnTo>
                    <a:lnTo>
                      <a:pt x="74732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3" name="Полилиния 32"/>
              <p:cNvSpPr/>
              <p:nvPr/>
            </p:nvSpPr>
            <p:spPr bwMode="auto">
              <a:xfrm>
                <a:off x="1830865" y="671155"/>
                <a:ext cx="101151" cy="120428"/>
              </a:xfrm>
              <a:custGeom>
                <a:avLst/>
                <a:gdLst>
                  <a:gd name="connsiteX0" fmla="*/ 75487 w 101151"/>
                  <a:gd name="connsiteY0" fmla="*/ 120429 h 120428"/>
                  <a:gd name="connsiteX1" fmla="*/ 75487 w 101151"/>
                  <a:gd name="connsiteY1" fmla="*/ 44925 h 120428"/>
                  <a:gd name="connsiteX2" fmla="*/ 14720 w 101151"/>
                  <a:gd name="connsiteY2" fmla="*/ 120429 h 120428"/>
                  <a:gd name="connsiteX3" fmla="*/ 0 w 101151"/>
                  <a:gd name="connsiteY3" fmla="*/ 120429 h 120428"/>
                  <a:gd name="connsiteX4" fmla="*/ 0 w 101151"/>
                  <a:gd name="connsiteY4" fmla="*/ 0 h 120428"/>
                  <a:gd name="connsiteX5" fmla="*/ 25288 w 101151"/>
                  <a:gd name="connsiteY5" fmla="*/ 0 h 120428"/>
                  <a:gd name="connsiteX6" fmla="*/ 25288 w 101151"/>
                  <a:gd name="connsiteY6" fmla="*/ 75882 h 120428"/>
                  <a:gd name="connsiteX7" fmla="*/ 86055 w 101151"/>
                  <a:gd name="connsiteY7" fmla="*/ 0 h 120428"/>
                  <a:gd name="connsiteX8" fmla="*/ 101152 w 101151"/>
                  <a:gd name="connsiteY8" fmla="*/ 0 h 120428"/>
                  <a:gd name="connsiteX9" fmla="*/ 101152 w 101151"/>
                  <a:gd name="connsiteY9" fmla="*/ 120429 h 120428"/>
                  <a:gd name="connsiteX10" fmla="*/ 75487 w 101151"/>
                  <a:gd name="connsiteY10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1151" h="120428" fill="norm" stroke="1" extrusionOk="0">
                    <a:moveTo>
                      <a:pt x="75487" y="120429"/>
                    </a:moveTo>
                    <a:lnTo>
                      <a:pt x="75487" y="44925"/>
                    </a:lnTo>
                    <a:lnTo>
                      <a:pt x="14720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75882"/>
                    </a:lnTo>
                    <a:lnTo>
                      <a:pt x="86055" y="0"/>
                    </a:lnTo>
                    <a:lnTo>
                      <a:pt x="101152" y="0"/>
                    </a:lnTo>
                    <a:lnTo>
                      <a:pt x="101152" y="120429"/>
                    </a:lnTo>
                    <a:lnTo>
                      <a:pt x="75487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4" name="Полилиния 33"/>
              <p:cNvSpPr/>
              <p:nvPr/>
            </p:nvSpPr>
            <p:spPr bwMode="auto">
              <a:xfrm>
                <a:off x="1952398" y="671532"/>
                <a:ext cx="101529" cy="120051"/>
              </a:xfrm>
              <a:custGeom>
                <a:avLst/>
                <a:gdLst>
                  <a:gd name="connsiteX0" fmla="*/ 76619 w 101529"/>
                  <a:gd name="connsiteY0" fmla="*/ 120051 h 120051"/>
                  <a:gd name="connsiteX1" fmla="*/ 76619 w 101529"/>
                  <a:gd name="connsiteY1" fmla="*/ 90605 h 120051"/>
                  <a:gd name="connsiteX2" fmla="*/ 62276 w 101529"/>
                  <a:gd name="connsiteY2" fmla="*/ 90605 h 120051"/>
                  <a:gd name="connsiteX3" fmla="*/ 36611 w 101529"/>
                  <a:gd name="connsiteY3" fmla="*/ 107971 h 120051"/>
                  <a:gd name="connsiteX4" fmla="*/ 28307 w 101529"/>
                  <a:gd name="connsiteY4" fmla="*/ 120051 h 120051"/>
                  <a:gd name="connsiteX5" fmla="*/ 0 w 101529"/>
                  <a:gd name="connsiteY5" fmla="*/ 120051 h 120051"/>
                  <a:gd name="connsiteX6" fmla="*/ 10946 w 101529"/>
                  <a:gd name="connsiteY6" fmla="*/ 104195 h 120051"/>
                  <a:gd name="connsiteX7" fmla="*/ 30195 w 101529"/>
                  <a:gd name="connsiteY7" fmla="*/ 83054 h 120051"/>
                  <a:gd name="connsiteX8" fmla="*/ 2642 w 101529"/>
                  <a:gd name="connsiteY8" fmla="*/ 45302 h 120051"/>
                  <a:gd name="connsiteX9" fmla="*/ 58125 w 101529"/>
                  <a:gd name="connsiteY9" fmla="*/ 0 h 120051"/>
                  <a:gd name="connsiteX10" fmla="*/ 101529 w 101529"/>
                  <a:gd name="connsiteY10" fmla="*/ 0 h 120051"/>
                  <a:gd name="connsiteX11" fmla="*/ 101529 w 101529"/>
                  <a:gd name="connsiteY11" fmla="*/ 120051 h 120051"/>
                  <a:gd name="connsiteX12" fmla="*/ 76619 w 101529"/>
                  <a:gd name="connsiteY12" fmla="*/ 120051 h 120051"/>
                  <a:gd name="connsiteX13" fmla="*/ 55860 w 101529"/>
                  <a:gd name="connsiteY13" fmla="*/ 22274 h 120051"/>
                  <a:gd name="connsiteX14" fmla="*/ 26420 w 101529"/>
                  <a:gd name="connsiteY14" fmla="*/ 45302 h 120051"/>
                  <a:gd name="connsiteX15" fmla="*/ 55860 w 101529"/>
                  <a:gd name="connsiteY15" fmla="*/ 68331 h 120051"/>
                  <a:gd name="connsiteX16" fmla="*/ 76619 w 101529"/>
                  <a:gd name="connsiteY16" fmla="*/ 68331 h 120051"/>
                  <a:gd name="connsiteX17" fmla="*/ 76619 w 101529"/>
                  <a:gd name="connsiteY17" fmla="*/ 22274 h 120051"/>
                  <a:gd name="connsiteX18" fmla="*/ 55860 w 101529"/>
                  <a:gd name="connsiteY18" fmla="*/ 22274 h 120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1529" h="120051" fill="norm" stroke="1" extrusionOk="0">
                    <a:moveTo>
                      <a:pt x="76619" y="120051"/>
                    </a:moveTo>
                    <a:lnTo>
                      <a:pt x="76619" y="90605"/>
                    </a:lnTo>
                    <a:lnTo>
                      <a:pt x="62276" y="90605"/>
                    </a:lnTo>
                    <a:cubicBezTo>
                      <a:pt x="49821" y="90982"/>
                      <a:pt x="46424" y="93625"/>
                      <a:pt x="36611" y="107971"/>
                    </a:cubicBezTo>
                    <a:lnTo>
                      <a:pt x="28307" y="120051"/>
                    </a:lnTo>
                    <a:lnTo>
                      <a:pt x="0" y="120051"/>
                    </a:lnTo>
                    <a:lnTo>
                      <a:pt x="10946" y="104195"/>
                    </a:lnTo>
                    <a:cubicBezTo>
                      <a:pt x="18872" y="92492"/>
                      <a:pt x="24533" y="86452"/>
                      <a:pt x="30195" y="83054"/>
                    </a:cubicBezTo>
                    <a:cubicBezTo>
                      <a:pt x="12833" y="76637"/>
                      <a:pt x="2642" y="63046"/>
                      <a:pt x="2642" y="45302"/>
                    </a:cubicBezTo>
                    <a:cubicBezTo>
                      <a:pt x="2642" y="20009"/>
                      <a:pt x="22269" y="0"/>
                      <a:pt x="58125" y="0"/>
                    </a:cubicBezTo>
                    <a:lnTo>
                      <a:pt x="101529" y="0"/>
                    </a:lnTo>
                    <a:lnTo>
                      <a:pt x="101529" y="120051"/>
                    </a:lnTo>
                    <a:lnTo>
                      <a:pt x="76619" y="120051"/>
                    </a:lnTo>
                    <a:close/>
                    <a:moveTo>
                      <a:pt x="55860" y="22274"/>
                    </a:moveTo>
                    <a:cubicBezTo>
                      <a:pt x="39253" y="22274"/>
                      <a:pt x="26420" y="29824"/>
                      <a:pt x="26420" y="45302"/>
                    </a:cubicBezTo>
                    <a:cubicBezTo>
                      <a:pt x="26420" y="61536"/>
                      <a:pt x="39253" y="68331"/>
                      <a:pt x="55860" y="68331"/>
                    </a:cubicBezTo>
                    <a:lnTo>
                      <a:pt x="76619" y="68331"/>
                    </a:lnTo>
                    <a:lnTo>
                      <a:pt x="76619" y="22274"/>
                    </a:lnTo>
                    <a:lnTo>
                      <a:pt x="55860" y="22274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5" name="Полилиния 34"/>
              <p:cNvSpPr/>
              <p:nvPr/>
            </p:nvSpPr>
            <p:spPr bwMode="auto">
              <a:xfrm>
                <a:off x="2076196" y="671155"/>
                <a:ext cx="121532" cy="120428"/>
              </a:xfrm>
              <a:custGeom>
                <a:avLst/>
                <a:gdLst>
                  <a:gd name="connsiteX0" fmla="*/ 20004 w 121533"/>
                  <a:gd name="connsiteY0" fmla="*/ 120429 h 120428"/>
                  <a:gd name="connsiteX1" fmla="*/ 46424 w 121533"/>
                  <a:gd name="connsiteY1" fmla="*/ 77014 h 120428"/>
                  <a:gd name="connsiteX2" fmla="*/ 0 w 121533"/>
                  <a:gd name="connsiteY2" fmla="*/ 0 h 120428"/>
                  <a:gd name="connsiteX3" fmla="*/ 28685 w 121533"/>
                  <a:gd name="connsiteY3" fmla="*/ 0 h 120428"/>
                  <a:gd name="connsiteX4" fmla="*/ 60767 w 121533"/>
                  <a:gd name="connsiteY4" fmla="*/ 52475 h 120428"/>
                  <a:gd name="connsiteX5" fmla="*/ 92848 w 121533"/>
                  <a:gd name="connsiteY5" fmla="*/ 0 h 120428"/>
                  <a:gd name="connsiteX6" fmla="*/ 121533 w 121533"/>
                  <a:gd name="connsiteY6" fmla="*/ 0 h 120428"/>
                  <a:gd name="connsiteX7" fmla="*/ 48689 w 121533"/>
                  <a:gd name="connsiteY7" fmla="*/ 120429 h 120428"/>
                  <a:gd name="connsiteX8" fmla="*/ 20004 w 121533"/>
                  <a:gd name="connsiteY8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533" h="120428" fill="norm" stroke="1" extrusionOk="0">
                    <a:moveTo>
                      <a:pt x="20004" y="120429"/>
                    </a:moveTo>
                    <a:lnTo>
                      <a:pt x="46424" y="77014"/>
                    </a:lnTo>
                    <a:lnTo>
                      <a:pt x="0" y="0"/>
                    </a:lnTo>
                    <a:lnTo>
                      <a:pt x="28685" y="0"/>
                    </a:lnTo>
                    <a:lnTo>
                      <a:pt x="60767" y="52475"/>
                    </a:lnTo>
                    <a:lnTo>
                      <a:pt x="92848" y="0"/>
                    </a:lnTo>
                    <a:lnTo>
                      <a:pt x="121533" y="0"/>
                    </a:lnTo>
                    <a:lnTo>
                      <a:pt x="48689" y="120429"/>
                    </a:lnTo>
                    <a:lnTo>
                      <a:pt x="20004" y="120429"/>
                    </a:lnTo>
                    <a:close/>
                  </a:path>
                </a:pathLst>
              </a:custGeom>
              <a:solidFill>
                <a:srgbClr val="797D82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36" name="Полилиния 35"/>
            <p:cNvSpPr/>
            <p:nvPr/>
          </p:nvSpPr>
          <p:spPr bwMode="auto">
            <a:xfrm>
              <a:off x="1511934" y="883320"/>
              <a:ext cx="416308" cy="275967"/>
            </a:xfrm>
            <a:custGeom>
              <a:avLst/>
              <a:gdLst>
                <a:gd name="connsiteX0" fmla="*/ 305343 w 416308"/>
                <a:gd name="connsiteY0" fmla="*/ 9816 h 275967"/>
                <a:gd name="connsiteX1" fmla="*/ 229102 w 416308"/>
                <a:gd name="connsiteY1" fmla="*/ 50965 h 275967"/>
                <a:gd name="connsiteX2" fmla="*/ 229102 w 416308"/>
                <a:gd name="connsiteY2" fmla="*/ 0 h 275967"/>
                <a:gd name="connsiteX3" fmla="*/ 186452 w 416308"/>
                <a:gd name="connsiteY3" fmla="*/ 0 h 275967"/>
                <a:gd name="connsiteX4" fmla="*/ 186452 w 416308"/>
                <a:gd name="connsiteY4" fmla="*/ 124204 h 275967"/>
                <a:gd name="connsiteX5" fmla="*/ 114740 w 416308"/>
                <a:gd name="connsiteY5" fmla="*/ 197821 h 275967"/>
                <a:gd name="connsiteX6" fmla="*/ 43027 w 416308"/>
                <a:gd name="connsiteY6" fmla="*/ 124204 h 275967"/>
                <a:gd name="connsiteX7" fmla="*/ 114740 w 416308"/>
                <a:gd name="connsiteY7" fmla="*/ 50210 h 275967"/>
                <a:gd name="connsiteX8" fmla="*/ 167958 w 416308"/>
                <a:gd name="connsiteY8" fmla="*/ 73616 h 275967"/>
                <a:gd name="connsiteX9" fmla="*/ 167958 w 416308"/>
                <a:gd name="connsiteY9" fmla="*/ 30202 h 275967"/>
                <a:gd name="connsiteX10" fmla="*/ 110588 w 416308"/>
                <a:gd name="connsiteY10" fmla="*/ 9816 h 275967"/>
                <a:gd name="connsiteX11" fmla="*/ 0 w 416308"/>
                <a:gd name="connsiteY11" fmla="*/ 123827 h 275967"/>
                <a:gd name="connsiteX12" fmla="*/ 110588 w 416308"/>
                <a:gd name="connsiteY12" fmla="*/ 237460 h 275967"/>
                <a:gd name="connsiteX13" fmla="*/ 186829 w 416308"/>
                <a:gd name="connsiteY13" fmla="*/ 196688 h 275967"/>
                <a:gd name="connsiteX14" fmla="*/ 186829 w 416308"/>
                <a:gd name="connsiteY14" fmla="*/ 275967 h 275967"/>
                <a:gd name="connsiteX15" fmla="*/ 230234 w 416308"/>
                <a:gd name="connsiteY15" fmla="*/ 275967 h 275967"/>
                <a:gd name="connsiteX16" fmla="*/ 230234 w 416308"/>
                <a:gd name="connsiteY16" fmla="*/ 117786 h 275967"/>
                <a:gd name="connsiteX17" fmla="*/ 230234 w 416308"/>
                <a:gd name="connsiteY17" fmla="*/ 117786 h 275967"/>
                <a:gd name="connsiteX18" fmla="*/ 301946 w 416308"/>
                <a:gd name="connsiteY18" fmla="*/ 49455 h 275967"/>
                <a:gd name="connsiteX19" fmla="*/ 373658 w 416308"/>
                <a:gd name="connsiteY19" fmla="*/ 123449 h 275967"/>
                <a:gd name="connsiteX20" fmla="*/ 301946 w 416308"/>
                <a:gd name="connsiteY20" fmla="*/ 197066 h 275967"/>
                <a:gd name="connsiteX21" fmla="*/ 249483 w 416308"/>
                <a:gd name="connsiteY21" fmla="*/ 174414 h 275967"/>
                <a:gd name="connsiteX22" fmla="*/ 249483 w 416308"/>
                <a:gd name="connsiteY22" fmla="*/ 218207 h 275967"/>
                <a:gd name="connsiteX23" fmla="*/ 306098 w 416308"/>
                <a:gd name="connsiteY23" fmla="*/ 237460 h 275967"/>
                <a:gd name="connsiteX24" fmla="*/ 416308 w 416308"/>
                <a:gd name="connsiteY24" fmla="*/ 123827 h 275967"/>
                <a:gd name="connsiteX25" fmla="*/ 305343 w 416308"/>
                <a:gd name="connsiteY25" fmla="*/ 9816 h 275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6308" h="275967" fill="norm" stroke="1" extrusionOk="0">
                  <a:moveTo>
                    <a:pt x="305343" y="9816"/>
                  </a:moveTo>
                  <a:cubicBezTo>
                    <a:pt x="272506" y="9816"/>
                    <a:pt x="244199" y="26804"/>
                    <a:pt x="229102" y="50965"/>
                  </a:cubicBezTo>
                  <a:lnTo>
                    <a:pt x="229102" y="0"/>
                  </a:lnTo>
                  <a:lnTo>
                    <a:pt x="186452" y="0"/>
                  </a:lnTo>
                  <a:lnTo>
                    <a:pt x="186452" y="124204"/>
                  </a:lnTo>
                  <a:cubicBezTo>
                    <a:pt x="186452" y="166864"/>
                    <a:pt x="154747" y="197821"/>
                    <a:pt x="114740" y="197821"/>
                  </a:cubicBezTo>
                  <a:cubicBezTo>
                    <a:pt x="74354" y="197821"/>
                    <a:pt x="43027" y="166864"/>
                    <a:pt x="43027" y="124204"/>
                  </a:cubicBezTo>
                  <a:cubicBezTo>
                    <a:pt x="43027" y="81544"/>
                    <a:pt x="74732" y="50210"/>
                    <a:pt x="114740" y="50210"/>
                  </a:cubicBezTo>
                  <a:cubicBezTo>
                    <a:pt x="135876" y="50210"/>
                    <a:pt x="154747" y="58893"/>
                    <a:pt x="167958" y="73616"/>
                  </a:cubicBezTo>
                  <a:lnTo>
                    <a:pt x="167958" y="30202"/>
                  </a:lnTo>
                  <a:cubicBezTo>
                    <a:pt x="152483" y="17743"/>
                    <a:pt x="132479" y="9816"/>
                    <a:pt x="110588" y="9816"/>
                  </a:cubicBezTo>
                  <a:cubicBezTo>
                    <a:pt x="44537" y="9816"/>
                    <a:pt x="0" y="60403"/>
                    <a:pt x="0" y="123827"/>
                  </a:cubicBezTo>
                  <a:cubicBezTo>
                    <a:pt x="0" y="187250"/>
                    <a:pt x="44537" y="237460"/>
                    <a:pt x="110588" y="237460"/>
                  </a:cubicBezTo>
                  <a:cubicBezTo>
                    <a:pt x="143424" y="237460"/>
                    <a:pt x="171732" y="220849"/>
                    <a:pt x="186829" y="196688"/>
                  </a:cubicBezTo>
                  <a:lnTo>
                    <a:pt x="186829" y="275967"/>
                  </a:lnTo>
                  <a:lnTo>
                    <a:pt x="230234" y="275967"/>
                  </a:lnTo>
                  <a:lnTo>
                    <a:pt x="230234" y="117786"/>
                  </a:lnTo>
                  <a:lnTo>
                    <a:pt x="230234" y="117786"/>
                  </a:lnTo>
                  <a:cubicBezTo>
                    <a:pt x="232876" y="78147"/>
                    <a:pt x="263448" y="49455"/>
                    <a:pt x="301946" y="49455"/>
                  </a:cubicBezTo>
                  <a:cubicBezTo>
                    <a:pt x="342331" y="49455"/>
                    <a:pt x="373658" y="80789"/>
                    <a:pt x="373658" y="123449"/>
                  </a:cubicBezTo>
                  <a:cubicBezTo>
                    <a:pt x="373658" y="166109"/>
                    <a:pt x="341954" y="197066"/>
                    <a:pt x="301946" y="197066"/>
                  </a:cubicBezTo>
                  <a:cubicBezTo>
                    <a:pt x="280810" y="197066"/>
                    <a:pt x="262316" y="188383"/>
                    <a:pt x="249483" y="174414"/>
                  </a:cubicBezTo>
                  <a:lnTo>
                    <a:pt x="249483" y="218207"/>
                  </a:lnTo>
                  <a:cubicBezTo>
                    <a:pt x="264580" y="229910"/>
                    <a:pt x="284207" y="237460"/>
                    <a:pt x="306098" y="237460"/>
                  </a:cubicBezTo>
                  <a:cubicBezTo>
                    <a:pt x="371771" y="237460"/>
                    <a:pt x="416308" y="187250"/>
                    <a:pt x="416308" y="123827"/>
                  </a:cubicBezTo>
                  <a:cubicBezTo>
                    <a:pt x="415553" y="60403"/>
                    <a:pt x="370639" y="9816"/>
                    <a:pt x="305343" y="9816"/>
                  </a:cubicBezTo>
                  <a:close/>
                </a:path>
              </a:pathLst>
            </a:custGeom>
            <a:solidFill>
              <a:srgbClr val="797D82"/>
            </a:solidFill>
            <a:ln w="37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Разделительный слайд 3">
    <p:bg>
      <p:bgPr shadeToTitle="0">
        <a:gradFill>
          <a:gsLst>
            <a:gs pos="0">
              <a:schemeClr val="bg2">
                <a:lumMod val="40000"/>
                <a:lumOff val="60000"/>
              </a:schemeClr>
            </a:gs>
            <a:gs pos="14000">
              <a:schemeClr val="accent2"/>
            </a:gs>
            <a:gs pos="66000">
              <a:schemeClr val="accent1"/>
            </a:gs>
          </a:gsLst>
          <a:lin ang="135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Текст 2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2408044" y="3890246"/>
            <a:ext cx="475257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Цитата \ тезис</a:t>
            </a:r>
            <a:endParaRPr/>
          </a:p>
        </p:txBody>
      </p:sp>
      <p:sp>
        <p:nvSpPr>
          <p:cNvPr id="12" name="Текст 2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2408044" y="3105834"/>
            <a:ext cx="823467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bg1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Заголовок раздела</a:t>
            </a:r>
            <a:endParaRPr/>
          </a:p>
        </p:txBody>
      </p:sp>
      <p:grpSp>
        <p:nvGrpSpPr>
          <p:cNvPr id="2" name="Рисунок 5"/>
          <p:cNvGrpSpPr/>
          <p:nvPr/>
        </p:nvGrpSpPr>
        <p:grpSpPr bwMode="auto">
          <a:xfrm>
            <a:off x="-193986" y="-356077"/>
            <a:ext cx="2410284" cy="1516121"/>
            <a:chOff x="-193986" y="-356077"/>
            <a:chExt cx="2410284" cy="1516121"/>
          </a:xfrm>
          <a:solidFill>
            <a:srgbClr val="FFFFFF"/>
          </a:solidFill>
        </p:grpSpPr>
        <p:grpSp>
          <p:nvGrpSpPr>
            <p:cNvPr id="3" name="Рисунок 5"/>
            <p:cNvGrpSpPr/>
            <p:nvPr/>
          </p:nvGrpSpPr>
          <p:grpSpPr bwMode="auto">
            <a:xfrm>
              <a:off x="-193986" y="-356077"/>
              <a:ext cx="1384946" cy="1380968"/>
              <a:chOff x="-193986" y="-356077"/>
              <a:chExt cx="1384946" cy="1380968"/>
            </a:xfrm>
            <a:solidFill>
              <a:srgbClr val="FFFFFF"/>
            </a:solidFill>
          </p:grpSpPr>
          <p:grpSp>
            <p:nvGrpSpPr>
              <p:cNvPr id="4" name="Рисунок 5"/>
              <p:cNvGrpSpPr/>
              <p:nvPr/>
            </p:nvGrpSpPr>
            <p:grpSpPr bwMode="auto">
              <a:xfrm>
                <a:off x="-193986" y="-356077"/>
                <a:ext cx="1384946" cy="1380968"/>
                <a:chOff x="-193986" y="-356077"/>
                <a:chExt cx="1384946" cy="1380968"/>
              </a:xfrm>
              <a:solidFill>
                <a:srgbClr val="FFFFFF"/>
              </a:solidFill>
            </p:grpSpPr>
            <p:grpSp>
              <p:nvGrpSpPr>
                <p:cNvPr id="5" name="Рисунок 5"/>
                <p:cNvGrpSpPr/>
                <p:nvPr/>
              </p:nvGrpSpPr>
              <p:grpSpPr bwMode="auto">
                <a:xfrm>
                  <a:off x="-193986" y="-356077"/>
                  <a:ext cx="1384946" cy="1380968"/>
                  <a:chOff x="-193986" y="-356077"/>
                  <a:chExt cx="1384946" cy="1380968"/>
                </a:xfrm>
                <a:solidFill>
                  <a:srgbClr val="FFFFFF"/>
                </a:solidFill>
              </p:grpSpPr>
              <p:sp>
                <p:nvSpPr>
                  <p:cNvPr id="7" name="Полилиния 6"/>
                  <p:cNvSpPr/>
                  <p:nvPr/>
                </p:nvSpPr>
                <p:spPr bwMode="auto">
                  <a:xfrm>
                    <a:off x="-193986" y="-356077"/>
                    <a:ext cx="3774" cy="3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774" h="3775" fill="norm" stroke="1" extrusionOk="0"/>
                    </a:pathLst>
                  </a:custGeom>
                  <a:solidFill>
                    <a:srgbClr val="FFFFFF"/>
                  </a:solidFill>
                  <a:ln w="376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8" name="Рисунок 5"/>
                  <p:cNvGrpSpPr/>
                  <p:nvPr/>
                </p:nvGrpSpPr>
                <p:grpSpPr bwMode="auto">
                  <a:xfrm>
                    <a:off x="573533" y="554124"/>
                    <a:ext cx="617426" cy="470767"/>
                    <a:chOff x="573533" y="554124"/>
                    <a:chExt cx="617426" cy="470767"/>
                  </a:xfrm>
                  <a:solidFill>
                    <a:srgbClr val="FFFFFF"/>
                  </a:solidFill>
                </p:grpSpPr>
                <p:grpSp>
                  <p:nvGrpSpPr>
                    <p:cNvPr id="9" name="Рисунок 5"/>
                    <p:cNvGrpSpPr/>
                    <p:nvPr/>
                  </p:nvGrpSpPr>
                  <p:grpSpPr bwMode="auto">
                    <a:xfrm>
                      <a:off x="672407" y="554124"/>
                      <a:ext cx="418963" cy="470767"/>
                      <a:chOff x="672407" y="554124"/>
                      <a:chExt cx="418963" cy="470767"/>
                    </a:xfrm>
                    <a:solidFill>
                      <a:srgbClr val="FFFFFF"/>
                    </a:solidFill>
                  </p:grpSpPr>
                  <p:sp>
                    <p:nvSpPr>
                      <p:cNvPr id="10" name="Полилиния 9"/>
                      <p:cNvSpPr/>
                      <p:nvPr/>
                    </p:nvSpPr>
                    <p:spPr bwMode="auto">
                      <a:xfrm>
                        <a:off x="966996" y="586968"/>
                        <a:ext cx="103416" cy="199708"/>
                      </a:xfrm>
                      <a:custGeom>
                        <a:avLst/>
                        <a:gdLst>
                          <a:gd name="connsiteX0" fmla="*/ 32837 w 103416"/>
                          <a:gd name="connsiteY0" fmla="*/ 175547 h 199708"/>
                          <a:gd name="connsiteX1" fmla="*/ 103417 w 103416"/>
                          <a:gd name="connsiteY1" fmla="*/ 1888 h 199708"/>
                          <a:gd name="connsiteX2" fmla="*/ 86055 w 103416"/>
                          <a:gd name="connsiteY2" fmla="*/ 0 h 199708"/>
                          <a:gd name="connsiteX3" fmla="*/ 17739 w 103416"/>
                          <a:gd name="connsiteY3" fmla="*/ 167619 h 199708"/>
                          <a:gd name="connsiteX4" fmla="*/ 0 w 103416"/>
                          <a:gd name="connsiteY4" fmla="*/ 199708 h 199708"/>
                          <a:gd name="connsiteX5" fmla="*/ 24911 w 103416"/>
                          <a:gd name="connsiteY5" fmla="*/ 191025 h 199708"/>
                          <a:gd name="connsiteX6" fmla="*/ 32837 w 103416"/>
                          <a:gd name="connsiteY6" fmla="*/ 175547 h 19970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3416" h="199708" fill="norm" stroke="1" extrusionOk="0">
                            <a:moveTo>
                              <a:pt x="32837" y="175547"/>
                            </a:moveTo>
                            <a:cubicBezTo>
                              <a:pt x="64164" y="116276"/>
                              <a:pt x="88697" y="53985"/>
                              <a:pt x="103417" y="1888"/>
                            </a:cubicBezTo>
                            <a:cubicBezTo>
                              <a:pt x="97755" y="1133"/>
                              <a:pt x="92094" y="755"/>
                              <a:pt x="86055" y="0"/>
                            </a:cubicBezTo>
                            <a:cubicBezTo>
                              <a:pt x="71712" y="49078"/>
                              <a:pt x="48689" y="108726"/>
                              <a:pt x="17739" y="167619"/>
                            </a:cubicBezTo>
                            <a:cubicBezTo>
                              <a:pt x="12078" y="178567"/>
                              <a:pt x="6039" y="189138"/>
                              <a:pt x="0" y="199708"/>
                            </a:cubicBezTo>
                            <a:cubicBezTo>
                              <a:pt x="8303" y="197066"/>
                              <a:pt x="16607" y="194045"/>
                              <a:pt x="24911" y="191025"/>
                            </a:cubicBezTo>
                            <a:cubicBezTo>
                              <a:pt x="27175" y="185740"/>
                              <a:pt x="29817" y="180455"/>
                              <a:pt x="32837" y="175547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3" name="Полилиния 12"/>
                      <p:cNvSpPr/>
                      <p:nvPr/>
                    </p:nvSpPr>
                    <p:spPr bwMode="auto">
                      <a:xfrm>
                        <a:off x="690338" y="625475"/>
                        <a:ext cx="100774" cy="200463"/>
                      </a:xfrm>
                      <a:custGeom>
                        <a:avLst/>
                        <a:gdLst>
                          <a:gd name="connsiteX0" fmla="*/ 89452 w 100774"/>
                          <a:gd name="connsiteY0" fmla="*/ 20764 h 200463"/>
                          <a:gd name="connsiteX1" fmla="*/ 100775 w 100774"/>
                          <a:gd name="connsiteY1" fmla="*/ 0 h 200463"/>
                          <a:gd name="connsiteX2" fmla="*/ 76619 w 100774"/>
                          <a:gd name="connsiteY2" fmla="*/ 7928 h 200463"/>
                          <a:gd name="connsiteX3" fmla="*/ 73977 w 100774"/>
                          <a:gd name="connsiteY3" fmla="*/ 12836 h 200463"/>
                          <a:gd name="connsiteX4" fmla="*/ 0 w 100774"/>
                          <a:gd name="connsiteY4" fmla="*/ 199331 h 200463"/>
                          <a:gd name="connsiteX5" fmla="*/ 17362 w 100774"/>
                          <a:gd name="connsiteY5" fmla="*/ 200463 h 200463"/>
                          <a:gd name="connsiteX6" fmla="*/ 89452 w 100774"/>
                          <a:gd name="connsiteY6" fmla="*/ 20764 h 20046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00774" h="200463" fill="norm" stroke="1" extrusionOk="0">
                            <a:moveTo>
                              <a:pt x="89452" y="20764"/>
                            </a:moveTo>
                            <a:cubicBezTo>
                              <a:pt x="93226" y="13591"/>
                              <a:pt x="97000" y="6795"/>
                              <a:pt x="100775" y="0"/>
                            </a:cubicBezTo>
                            <a:cubicBezTo>
                              <a:pt x="92471" y="2643"/>
                              <a:pt x="84545" y="5285"/>
                              <a:pt x="76619" y="7928"/>
                            </a:cubicBezTo>
                            <a:cubicBezTo>
                              <a:pt x="75864" y="9438"/>
                              <a:pt x="74732" y="10948"/>
                              <a:pt x="73977" y="12836"/>
                            </a:cubicBezTo>
                            <a:cubicBezTo>
                              <a:pt x="39253" y="78524"/>
                              <a:pt x="14342" y="142703"/>
                              <a:pt x="0" y="199331"/>
                            </a:cubicBezTo>
                            <a:cubicBezTo>
                              <a:pt x="5661" y="199708"/>
                              <a:pt x="11323" y="200086"/>
                              <a:pt x="17362" y="200463"/>
                            </a:cubicBezTo>
                            <a:cubicBezTo>
                              <a:pt x="31327" y="147610"/>
                              <a:pt x="54728" y="86075"/>
                              <a:pt x="89452" y="20764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14" name="Рисунок 5"/>
                      <p:cNvGrpSpPr/>
                      <p:nvPr/>
                    </p:nvGrpSpPr>
                    <p:grpSpPr bwMode="auto">
                      <a:xfrm>
                        <a:off x="672407" y="554124"/>
                        <a:ext cx="418963" cy="292200"/>
                        <a:chOff x="672407" y="554124"/>
                        <a:chExt cx="418963" cy="292200"/>
                      </a:xfrm>
                      <a:solidFill>
                        <a:srgbClr val="FFFFFF"/>
                      </a:solidFill>
                    </p:grpSpPr>
                    <p:sp>
                      <p:nvSpPr>
                        <p:cNvPr id="15" name="Полилиния 14"/>
                        <p:cNvSpPr/>
                        <p:nvPr/>
                      </p:nvSpPr>
                      <p:spPr bwMode="auto">
                        <a:xfrm>
                          <a:off x="738650" y="728538"/>
                          <a:ext cx="210984" cy="114011"/>
                        </a:xfrm>
                        <a:custGeom>
                          <a:avLst/>
                          <a:gdLst>
                            <a:gd name="connsiteX0" fmla="*/ 7549 w 210984"/>
                            <a:gd name="connsiteY0" fmla="*/ 0 h 114011"/>
                            <a:gd name="connsiteX1" fmla="*/ 0 w 210984"/>
                            <a:gd name="connsiteY1" fmla="*/ 18121 h 114011"/>
                            <a:gd name="connsiteX2" fmla="*/ 91339 w 210984"/>
                            <a:gd name="connsiteY2" fmla="*/ 78524 h 114011"/>
                            <a:gd name="connsiteX3" fmla="*/ 200417 w 210984"/>
                            <a:gd name="connsiteY3" fmla="*/ 114011 h 114011"/>
                            <a:gd name="connsiteX4" fmla="*/ 210985 w 210984"/>
                            <a:gd name="connsiteY4" fmla="*/ 97400 h 114011"/>
                            <a:gd name="connsiteX5" fmla="*/ 98887 w 210984"/>
                            <a:gd name="connsiteY5" fmla="*/ 62291 h 114011"/>
                            <a:gd name="connsiteX6" fmla="*/ 7549 w 210984"/>
                            <a:gd name="connsiteY6" fmla="*/ 0 h 11401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210984" h="114011" fill="norm" stroke="1" extrusionOk="0">
                              <a:moveTo>
                                <a:pt x="7549" y="0"/>
                              </a:moveTo>
                              <a:cubicBezTo>
                                <a:pt x="4907" y="6040"/>
                                <a:pt x="2265" y="12081"/>
                                <a:pt x="0" y="18121"/>
                              </a:cubicBezTo>
                              <a:cubicBezTo>
                                <a:pt x="24911" y="40395"/>
                                <a:pt x="55860" y="61158"/>
                                <a:pt x="91339" y="78524"/>
                              </a:cubicBezTo>
                              <a:cubicBezTo>
                                <a:pt x="127950" y="96268"/>
                                <a:pt x="165315" y="108348"/>
                                <a:pt x="200417" y="114011"/>
                              </a:cubicBezTo>
                              <a:cubicBezTo>
                                <a:pt x="204191" y="108726"/>
                                <a:pt x="207588" y="103063"/>
                                <a:pt x="210985" y="97400"/>
                              </a:cubicBezTo>
                              <a:cubicBezTo>
                                <a:pt x="175506" y="92870"/>
                                <a:pt x="136631" y="80789"/>
                                <a:pt x="98887" y="62291"/>
                              </a:cubicBezTo>
                              <a:cubicBezTo>
                                <a:pt x="63409" y="44925"/>
                                <a:pt x="32082" y="23029"/>
                                <a:pt x="7549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16" name="Полилиния 15"/>
                        <p:cNvSpPr/>
                        <p:nvPr/>
                      </p:nvSpPr>
                      <p:spPr bwMode="auto">
                        <a:xfrm>
                          <a:off x="672407" y="554124"/>
                          <a:ext cx="418963" cy="292200"/>
                        </a:xfrm>
                        <a:custGeom>
                          <a:avLst/>
                          <a:gdLst>
                            <a:gd name="connsiteX0" fmla="*/ 388570 w 418963"/>
                            <a:gd name="connsiteY0" fmla="*/ 137795 h 292200"/>
                            <a:gd name="connsiteX1" fmla="*/ 261753 w 418963"/>
                            <a:gd name="connsiteY1" fmla="*/ 39262 h 292200"/>
                            <a:gd name="connsiteX2" fmla="*/ 109647 w 418963"/>
                            <a:gd name="connsiteY2" fmla="*/ 0 h 292200"/>
                            <a:gd name="connsiteX3" fmla="*/ 6986 w 418963"/>
                            <a:gd name="connsiteY3" fmla="*/ 47190 h 292200"/>
                            <a:gd name="connsiteX4" fmla="*/ 52655 w 418963"/>
                            <a:gd name="connsiteY4" fmla="*/ 179700 h 292200"/>
                            <a:gd name="connsiteX5" fmla="*/ 60204 w 418963"/>
                            <a:gd name="connsiteY5" fmla="*/ 161201 h 292200"/>
                            <a:gd name="connsiteX6" fmla="*/ 22838 w 418963"/>
                            <a:gd name="connsiteY6" fmla="*/ 55118 h 292200"/>
                            <a:gd name="connsiteX7" fmla="*/ 109270 w 418963"/>
                            <a:gd name="connsiteY7" fmla="*/ 18121 h 292200"/>
                            <a:gd name="connsiteX8" fmla="*/ 253449 w 418963"/>
                            <a:gd name="connsiteY8" fmla="*/ 55495 h 292200"/>
                            <a:gd name="connsiteX9" fmla="*/ 373473 w 418963"/>
                            <a:gd name="connsiteY9" fmla="*/ 148743 h 292200"/>
                            <a:gd name="connsiteX10" fmla="*/ 395364 w 418963"/>
                            <a:gd name="connsiteY10" fmla="*/ 237083 h 292200"/>
                            <a:gd name="connsiteX11" fmla="*/ 308932 w 418963"/>
                            <a:gd name="connsiteY11" fmla="*/ 274080 h 292200"/>
                            <a:gd name="connsiteX12" fmla="*/ 296099 w 418963"/>
                            <a:gd name="connsiteY12" fmla="*/ 273702 h 292200"/>
                            <a:gd name="connsiteX13" fmla="*/ 285153 w 418963"/>
                            <a:gd name="connsiteY13" fmla="*/ 291068 h 292200"/>
                            <a:gd name="connsiteX14" fmla="*/ 308932 w 418963"/>
                            <a:gd name="connsiteY14" fmla="*/ 292201 h 292200"/>
                            <a:gd name="connsiteX15" fmla="*/ 411593 w 418963"/>
                            <a:gd name="connsiteY15" fmla="*/ 245011 h 292200"/>
                            <a:gd name="connsiteX16" fmla="*/ 388570 w 418963"/>
                            <a:gd name="connsiteY16" fmla="*/ 137795 h 292200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418963" h="292200" fill="norm" stroke="1" extrusionOk="0">
                              <a:moveTo>
                                <a:pt x="388570" y="137795"/>
                              </a:moveTo>
                              <a:cubicBezTo>
                                <a:pt x="360263" y="100043"/>
                                <a:pt x="314971" y="64933"/>
                                <a:pt x="261753" y="39262"/>
                              </a:cubicBezTo>
                              <a:cubicBezTo>
                                <a:pt x="210044" y="13968"/>
                                <a:pt x="156071" y="0"/>
                                <a:pt x="109647" y="0"/>
                              </a:cubicBezTo>
                              <a:cubicBezTo>
                                <a:pt x="58316" y="0"/>
                                <a:pt x="22083" y="16611"/>
                                <a:pt x="6986" y="47190"/>
                              </a:cubicBezTo>
                              <a:cubicBezTo>
                                <a:pt x="-11509" y="84942"/>
                                <a:pt x="7740" y="134397"/>
                                <a:pt x="52655" y="179700"/>
                              </a:cubicBezTo>
                              <a:cubicBezTo>
                                <a:pt x="55297" y="173659"/>
                                <a:pt x="57562" y="167241"/>
                                <a:pt x="60204" y="161201"/>
                              </a:cubicBezTo>
                              <a:cubicBezTo>
                                <a:pt x="25102" y="123449"/>
                                <a:pt x="9250" y="83432"/>
                                <a:pt x="22838" y="55118"/>
                              </a:cubicBezTo>
                              <a:cubicBezTo>
                                <a:pt x="34161" y="31712"/>
                                <a:pt x="65865" y="18121"/>
                                <a:pt x="109270" y="18121"/>
                              </a:cubicBezTo>
                              <a:cubicBezTo>
                                <a:pt x="153052" y="18121"/>
                                <a:pt x="204383" y="31334"/>
                                <a:pt x="253449" y="55495"/>
                              </a:cubicBezTo>
                              <a:cubicBezTo>
                                <a:pt x="304025" y="80412"/>
                                <a:pt x="346675" y="113256"/>
                                <a:pt x="373473" y="148743"/>
                              </a:cubicBezTo>
                              <a:cubicBezTo>
                                <a:pt x="398761" y="182342"/>
                                <a:pt x="406687" y="213676"/>
                                <a:pt x="395364" y="237083"/>
                              </a:cubicBezTo>
                              <a:cubicBezTo>
                                <a:pt x="384041" y="260489"/>
                                <a:pt x="352336" y="274080"/>
                                <a:pt x="308932" y="274080"/>
                              </a:cubicBezTo>
                              <a:cubicBezTo>
                                <a:pt x="304780" y="274080"/>
                                <a:pt x="300251" y="273702"/>
                                <a:pt x="296099" y="273702"/>
                              </a:cubicBezTo>
                              <a:cubicBezTo>
                                <a:pt x="292325" y="279365"/>
                                <a:pt x="288928" y="285405"/>
                                <a:pt x="285153" y="291068"/>
                              </a:cubicBezTo>
                              <a:cubicBezTo>
                                <a:pt x="293080" y="291823"/>
                                <a:pt x="301006" y="292201"/>
                                <a:pt x="308932" y="292201"/>
                              </a:cubicBezTo>
                              <a:cubicBezTo>
                                <a:pt x="360263" y="292201"/>
                                <a:pt x="396496" y="275590"/>
                                <a:pt x="411593" y="245011"/>
                              </a:cubicBezTo>
                              <a:cubicBezTo>
                                <a:pt x="426691" y="215187"/>
                                <a:pt x="418387" y="177434"/>
                                <a:pt x="388570" y="13779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376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17" name="Полилиния 16"/>
                      <p:cNvSpPr/>
                      <p:nvPr/>
                    </p:nvSpPr>
                    <p:spPr bwMode="auto">
                      <a:xfrm>
                        <a:off x="675488" y="801022"/>
                        <a:ext cx="302076" cy="223869"/>
                      </a:xfrm>
                      <a:custGeom>
                        <a:avLst/>
                        <a:gdLst>
                          <a:gd name="connsiteX0" fmla="*/ 277166 w 302076"/>
                          <a:gd name="connsiteY0" fmla="*/ 8305 h 223869"/>
                          <a:gd name="connsiteX1" fmla="*/ 65049 w 302076"/>
                          <a:gd name="connsiteY1" fmla="*/ 206881 h 223869"/>
                          <a:gd name="connsiteX2" fmla="*/ 45799 w 302076"/>
                          <a:gd name="connsiteY2" fmla="*/ 202351 h 223869"/>
                          <a:gd name="connsiteX3" fmla="*/ 27683 w 302076"/>
                          <a:gd name="connsiteY3" fmla="*/ 42282 h 223869"/>
                          <a:gd name="connsiteX4" fmla="*/ 10321 w 302076"/>
                          <a:gd name="connsiteY4" fmla="*/ 41150 h 223869"/>
                          <a:gd name="connsiteX5" fmla="*/ 37873 w 302076"/>
                          <a:gd name="connsiteY5" fmla="*/ 217452 h 223869"/>
                          <a:gd name="connsiteX6" fmla="*/ 65049 w 302076"/>
                          <a:gd name="connsiteY6" fmla="*/ 223869 h 223869"/>
                          <a:gd name="connsiteX7" fmla="*/ 302076 w 302076"/>
                          <a:gd name="connsiteY7" fmla="*/ 0 h 223869"/>
                          <a:gd name="connsiteX8" fmla="*/ 277166 w 302076"/>
                          <a:gd name="connsiteY8" fmla="*/ 8305 h 2238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302076" h="223869" fill="norm" stroke="1" extrusionOk="0">
                            <a:moveTo>
                              <a:pt x="277166" y="8305"/>
                            </a:moveTo>
                            <a:cubicBezTo>
                              <a:pt x="205453" y="124582"/>
                              <a:pt x="119399" y="206881"/>
                              <a:pt x="65049" y="206881"/>
                            </a:cubicBezTo>
                            <a:cubicBezTo>
                              <a:pt x="57877" y="206881"/>
                              <a:pt x="51461" y="205371"/>
                              <a:pt x="45799" y="202351"/>
                            </a:cubicBezTo>
                            <a:cubicBezTo>
                              <a:pt x="16360" y="186872"/>
                              <a:pt x="8434" y="126847"/>
                              <a:pt x="27683" y="42282"/>
                            </a:cubicBezTo>
                            <a:cubicBezTo>
                              <a:pt x="21644" y="41905"/>
                              <a:pt x="15982" y="41527"/>
                              <a:pt x="10321" y="41150"/>
                            </a:cubicBezTo>
                            <a:cubicBezTo>
                              <a:pt x="-9306" y="129867"/>
                              <a:pt x="-1380" y="197066"/>
                              <a:pt x="37873" y="217452"/>
                            </a:cubicBezTo>
                            <a:cubicBezTo>
                              <a:pt x="45799" y="221604"/>
                              <a:pt x="55235" y="223869"/>
                              <a:pt x="65049" y="223869"/>
                            </a:cubicBezTo>
                            <a:cubicBezTo>
                              <a:pt x="129590" y="223869"/>
                              <a:pt x="223948" y="133642"/>
                              <a:pt x="302076" y="0"/>
                            </a:cubicBezTo>
                            <a:cubicBezTo>
                              <a:pt x="294150" y="3398"/>
                              <a:pt x="285847" y="6040"/>
                              <a:pt x="277166" y="8305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18" name="Рисунок 5"/>
                    <p:cNvGrpSpPr/>
                    <p:nvPr/>
                  </p:nvGrpSpPr>
                  <p:grpSpPr bwMode="auto">
                    <a:xfrm>
                      <a:off x="573533" y="563562"/>
                      <a:ext cx="617426" cy="272947"/>
                      <a:chOff x="573533" y="563562"/>
                      <a:chExt cx="617426" cy="272947"/>
                    </a:xfrm>
                    <a:solidFill>
                      <a:srgbClr val="FFFFFF"/>
                    </a:solidFill>
                  </p:grpSpPr>
                  <p:sp>
                    <p:nvSpPr>
                      <p:cNvPr id="19" name="Полилиния 18"/>
                      <p:cNvSpPr/>
                      <p:nvPr/>
                    </p:nvSpPr>
                    <p:spPr bwMode="auto">
                      <a:xfrm>
                        <a:off x="862825" y="743261"/>
                        <a:ext cx="206078" cy="75504"/>
                      </a:xfrm>
                      <a:custGeom>
                        <a:avLst/>
                        <a:gdLst>
                          <a:gd name="connsiteX0" fmla="*/ 41895 w 206078"/>
                          <a:gd name="connsiteY0" fmla="*/ 55118 h 75504"/>
                          <a:gd name="connsiteX1" fmla="*/ 0 w 206078"/>
                          <a:gd name="connsiteY1" fmla="*/ 63801 h 75504"/>
                          <a:gd name="connsiteX2" fmla="*/ 33214 w 206078"/>
                          <a:gd name="connsiteY2" fmla="*/ 75504 h 75504"/>
                          <a:gd name="connsiteX3" fmla="*/ 45669 w 206078"/>
                          <a:gd name="connsiteY3" fmla="*/ 72861 h 75504"/>
                          <a:gd name="connsiteX4" fmla="*/ 206078 w 206078"/>
                          <a:gd name="connsiteY4" fmla="*/ 17366 h 75504"/>
                          <a:gd name="connsiteX5" fmla="*/ 201172 w 206078"/>
                          <a:gd name="connsiteY5" fmla="*/ 0 h 75504"/>
                          <a:gd name="connsiteX6" fmla="*/ 41895 w 206078"/>
                          <a:gd name="connsiteY6" fmla="*/ 55118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06078" h="75504" fill="norm" stroke="1" extrusionOk="0">
                            <a:moveTo>
                              <a:pt x="41895" y="55118"/>
                            </a:moveTo>
                            <a:cubicBezTo>
                              <a:pt x="27930" y="58516"/>
                              <a:pt x="13965" y="61158"/>
                              <a:pt x="0" y="63801"/>
                            </a:cubicBezTo>
                            <a:cubicBezTo>
                              <a:pt x="11323" y="68331"/>
                              <a:pt x="22269" y="72106"/>
                              <a:pt x="33214" y="75504"/>
                            </a:cubicBezTo>
                            <a:cubicBezTo>
                              <a:pt x="37366" y="74749"/>
                              <a:pt x="41518" y="73616"/>
                              <a:pt x="45669" y="72861"/>
                            </a:cubicBezTo>
                            <a:cubicBezTo>
                              <a:pt x="104926" y="59271"/>
                              <a:pt x="160031" y="40017"/>
                              <a:pt x="206078" y="17366"/>
                            </a:cubicBezTo>
                            <a:cubicBezTo>
                              <a:pt x="204946" y="11703"/>
                              <a:pt x="203436" y="6040"/>
                              <a:pt x="201172" y="0"/>
                            </a:cubicBezTo>
                            <a:cubicBezTo>
                              <a:pt x="156257" y="22274"/>
                              <a:pt x="101152" y="41527"/>
                              <a:pt x="41895" y="55118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0" name="Полилиния 19"/>
                      <p:cNvSpPr/>
                      <p:nvPr/>
                    </p:nvSpPr>
                    <p:spPr bwMode="auto">
                      <a:xfrm>
                        <a:off x="688074" y="585458"/>
                        <a:ext cx="195887" cy="75504"/>
                      </a:xfrm>
                      <a:custGeom>
                        <a:avLst/>
                        <a:gdLst>
                          <a:gd name="connsiteX0" fmla="*/ 0 w 195887"/>
                          <a:gd name="connsiteY0" fmla="*/ 57761 h 75504"/>
                          <a:gd name="connsiteX1" fmla="*/ 4152 w 195887"/>
                          <a:gd name="connsiteY1" fmla="*/ 75504 h 75504"/>
                          <a:gd name="connsiteX2" fmla="*/ 171354 w 195887"/>
                          <a:gd name="connsiteY2" fmla="*/ 16233 h 75504"/>
                          <a:gd name="connsiteX3" fmla="*/ 195888 w 195887"/>
                          <a:gd name="connsiteY3" fmla="*/ 10948 h 75504"/>
                          <a:gd name="connsiteX4" fmla="*/ 161541 w 195887"/>
                          <a:gd name="connsiteY4" fmla="*/ 0 h 75504"/>
                          <a:gd name="connsiteX5" fmla="*/ 0 w 195887"/>
                          <a:gd name="connsiteY5" fmla="*/ 57761 h 755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95887" h="75504" fill="norm" stroke="1" extrusionOk="0">
                            <a:moveTo>
                              <a:pt x="0" y="57761"/>
                            </a:moveTo>
                            <a:cubicBezTo>
                              <a:pt x="755" y="63423"/>
                              <a:pt x="2265" y="69464"/>
                              <a:pt x="4152" y="75504"/>
                            </a:cubicBezTo>
                            <a:cubicBezTo>
                              <a:pt x="47934" y="52853"/>
                              <a:pt x="104549" y="31712"/>
                              <a:pt x="171354" y="16233"/>
                            </a:cubicBezTo>
                            <a:cubicBezTo>
                              <a:pt x="179658" y="14346"/>
                              <a:pt x="187584" y="12458"/>
                              <a:pt x="195888" y="10948"/>
                            </a:cubicBezTo>
                            <a:cubicBezTo>
                              <a:pt x="184187" y="6795"/>
                              <a:pt x="172864" y="3020"/>
                              <a:pt x="161541" y="0"/>
                            </a:cubicBezTo>
                            <a:cubicBezTo>
                              <a:pt x="99642" y="15101"/>
                              <a:pt x="44537" y="35109"/>
                              <a:pt x="0" y="5776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1" name="Полилиния 20"/>
                      <p:cNvSpPr/>
                      <p:nvPr/>
                    </p:nvSpPr>
                    <p:spPr bwMode="auto">
                      <a:xfrm>
                        <a:off x="573533" y="652279"/>
                        <a:ext cx="288158" cy="184229"/>
                      </a:xfrm>
                      <a:custGeom>
                        <a:avLst/>
                        <a:gdLst>
                          <a:gd name="connsiteX0" fmla="*/ 256455 w 288159"/>
                          <a:gd name="connsiteY0" fmla="*/ 160069 h 184229"/>
                          <a:gd name="connsiteX1" fmla="*/ 167381 w 288159"/>
                          <a:gd name="connsiteY1" fmla="*/ 166486 h 184229"/>
                          <a:gd name="connsiteX2" fmla="*/ 18673 w 288159"/>
                          <a:gd name="connsiteY2" fmla="*/ 115144 h 184229"/>
                          <a:gd name="connsiteX3" fmla="*/ 102840 w 288159"/>
                          <a:gd name="connsiteY3" fmla="*/ 17743 h 184229"/>
                          <a:gd name="connsiteX4" fmla="*/ 97934 w 288159"/>
                          <a:gd name="connsiteY4" fmla="*/ 0 h 184229"/>
                          <a:gd name="connsiteX5" fmla="*/ 1311 w 288159"/>
                          <a:gd name="connsiteY5" fmla="*/ 118919 h 184229"/>
                          <a:gd name="connsiteX6" fmla="*/ 167759 w 288159"/>
                          <a:gd name="connsiteY6" fmla="*/ 184230 h 184229"/>
                          <a:gd name="connsiteX7" fmla="*/ 288160 w 288159"/>
                          <a:gd name="connsiteY7" fmla="*/ 173282 h 184229"/>
                          <a:gd name="connsiteX8" fmla="*/ 256455 w 288159"/>
                          <a:gd name="connsiteY8" fmla="*/ 160069 h 18422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88159" h="184229" fill="norm" stroke="1" extrusionOk="0">
                            <a:moveTo>
                              <a:pt x="256455" y="160069"/>
                            </a:moveTo>
                            <a:cubicBezTo>
                              <a:pt x="225506" y="164221"/>
                              <a:pt x="195311" y="166486"/>
                              <a:pt x="167381" y="166486"/>
                            </a:cubicBezTo>
                            <a:cubicBezTo>
                              <a:pt x="82836" y="166486"/>
                              <a:pt x="25844" y="146855"/>
                              <a:pt x="18673" y="115144"/>
                            </a:cubicBezTo>
                            <a:cubicBezTo>
                              <a:pt x="12634" y="88340"/>
                              <a:pt x="43583" y="51720"/>
                              <a:pt x="102840" y="17743"/>
                            </a:cubicBezTo>
                            <a:cubicBezTo>
                              <a:pt x="100576" y="11703"/>
                              <a:pt x="99066" y="6040"/>
                              <a:pt x="97934" y="0"/>
                            </a:cubicBezTo>
                            <a:cubicBezTo>
                              <a:pt x="30751" y="37752"/>
                              <a:pt x="-7748" y="81167"/>
                              <a:pt x="1311" y="118919"/>
                            </a:cubicBezTo>
                            <a:cubicBezTo>
                              <a:pt x="11124" y="160446"/>
                              <a:pt x="71513" y="184230"/>
                              <a:pt x="167759" y="184230"/>
                            </a:cubicBezTo>
                            <a:cubicBezTo>
                              <a:pt x="205125" y="184230"/>
                              <a:pt x="246265" y="180455"/>
                              <a:pt x="288160" y="173282"/>
                            </a:cubicBezTo>
                            <a:cubicBezTo>
                              <a:pt x="277214" y="169507"/>
                              <a:pt x="266646" y="164976"/>
                              <a:pt x="256455" y="160069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2" name="Полилиния 21"/>
                      <p:cNvSpPr/>
                      <p:nvPr/>
                    </p:nvSpPr>
                    <p:spPr bwMode="auto">
                      <a:xfrm>
                        <a:off x="885093" y="563562"/>
                        <a:ext cx="305866" cy="188004"/>
                      </a:xfrm>
                      <a:custGeom>
                        <a:avLst/>
                        <a:gdLst>
                          <a:gd name="connsiteX0" fmla="*/ 304588 w 305866"/>
                          <a:gd name="connsiteY0" fmla="*/ 65311 h 188004"/>
                          <a:gd name="connsiteX1" fmla="*/ 138140 w 305866"/>
                          <a:gd name="connsiteY1" fmla="*/ 0 h 188004"/>
                          <a:gd name="connsiteX2" fmla="*/ 0 w 305866"/>
                          <a:gd name="connsiteY2" fmla="*/ 14346 h 188004"/>
                          <a:gd name="connsiteX3" fmla="*/ 31704 w 305866"/>
                          <a:gd name="connsiteY3" fmla="*/ 26804 h 188004"/>
                          <a:gd name="connsiteX4" fmla="*/ 138140 w 305866"/>
                          <a:gd name="connsiteY4" fmla="*/ 17743 h 188004"/>
                          <a:gd name="connsiteX5" fmla="*/ 286849 w 305866"/>
                          <a:gd name="connsiteY5" fmla="*/ 69086 h 188004"/>
                          <a:gd name="connsiteX6" fmla="*/ 220798 w 305866"/>
                          <a:gd name="connsiteY6" fmla="*/ 155538 h 188004"/>
                          <a:gd name="connsiteX7" fmla="*/ 194755 w 305866"/>
                          <a:gd name="connsiteY7" fmla="*/ 170639 h 188004"/>
                          <a:gd name="connsiteX8" fmla="*/ 200417 w 305866"/>
                          <a:gd name="connsiteY8" fmla="*/ 188005 h 188004"/>
                          <a:gd name="connsiteX9" fmla="*/ 230611 w 305866"/>
                          <a:gd name="connsiteY9" fmla="*/ 170639 h 188004"/>
                          <a:gd name="connsiteX10" fmla="*/ 304588 w 305866"/>
                          <a:gd name="connsiteY10" fmla="*/ 65311 h 18800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305866" h="188004" fill="norm" stroke="1" extrusionOk="0">
                            <a:moveTo>
                              <a:pt x="304588" y="65311"/>
                            </a:moveTo>
                            <a:cubicBezTo>
                              <a:pt x="295152" y="23784"/>
                              <a:pt x="234386" y="0"/>
                              <a:pt x="138140" y="0"/>
                            </a:cubicBezTo>
                            <a:cubicBezTo>
                              <a:pt x="95491" y="0"/>
                              <a:pt x="47934" y="4908"/>
                              <a:pt x="0" y="14346"/>
                            </a:cubicBezTo>
                            <a:cubicBezTo>
                              <a:pt x="10568" y="18121"/>
                              <a:pt x="21136" y="22274"/>
                              <a:pt x="31704" y="26804"/>
                            </a:cubicBezTo>
                            <a:cubicBezTo>
                              <a:pt x="68693" y="20764"/>
                              <a:pt x="104926" y="17743"/>
                              <a:pt x="138140" y="17743"/>
                            </a:cubicBezTo>
                            <a:cubicBezTo>
                              <a:pt x="222685" y="17743"/>
                              <a:pt x="279678" y="37374"/>
                              <a:pt x="286849" y="69086"/>
                            </a:cubicBezTo>
                            <a:cubicBezTo>
                              <a:pt x="292510" y="93247"/>
                              <a:pt x="268355" y="124959"/>
                              <a:pt x="220798" y="155538"/>
                            </a:cubicBezTo>
                            <a:cubicBezTo>
                              <a:pt x="212495" y="160824"/>
                              <a:pt x="203814" y="165731"/>
                              <a:pt x="194755" y="170639"/>
                            </a:cubicBezTo>
                            <a:cubicBezTo>
                              <a:pt x="197020" y="176679"/>
                              <a:pt x="198907" y="182342"/>
                              <a:pt x="200417" y="188005"/>
                            </a:cubicBezTo>
                            <a:cubicBezTo>
                              <a:pt x="210985" y="182342"/>
                              <a:pt x="221176" y="176302"/>
                              <a:pt x="230611" y="170639"/>
                            </a:cubicBezTo>
                            <a:cubicBezTo>
                              <a:pt x="286094" y="135530"/>
                              <a:pt x="312137" y="97778"/>
                              <a:pt x="304588" y="6531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376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3" name="Полилиния 22"/>
                <p:cNvSpPr/>
                <p:nvPr/>
              </p:nvSpPr>
              <p:spPr bwMode="auto">
                <a:xfrm>
                  <a:off x="828101" y="651901"/>
                  <a:ext cx="99642" cy="99664"/>
                </a:xfrm>
                <a:custGeom>
                  <a:avLst/>
                  <a:gdLst>
                    <a:gd name="connsiteX0" fmla="*/ 99642 w 99642"/>
                    <a:gd name="connsiteY0" fmla="*/ 49833 h 99665"/>
                    <a:gd name="connsiteX1" fmla="*/ 49821 w 99642"/>
                    <a:gd name="connsiteY1" fmla="*/ 99665 h 99665"/>
                    <a:gd name="connsiteX2" fmla="*/ 0 w 99642"/>
                    <a:gd name="connsiteY2" fmla="*/ 49833 h 99665"/>
                    <a:gd name="connsiteX3" fmla="*/ 49821 w 99642"/>
                    <a:gd name="connsiteY3" fmla="*/ 0 h 99665"/>
                    <a:gd name="connsiteX4" fmla="*/ 99642 w 99642"/>
                    <a:gd name="connsiteY4" fmla="*/ 49833 h 996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9642" h="99665" fill="norm" stroke="1" extrusionOk="0">
                      <a:moveTo>
                        <a:pt x="99642" y="49833"/>
                      </a:moveTo>
                      <a:cubicBezTo>
                        <a:pt x="99642" y="77392"/>
                        <a:pt x="77374" y="99665"/>
                        <a:pt x="49821" y="99665"/>
                      </a:cubicBezTo>
                      <a:cubicBezTo>
                        <a:pt x="22269" y="99665"/>
                        <a:pt x="0" y="77392"/>
                        <a:pt x="0" y="49833"/>
                      </a:cubicBezTo>
                      <a:cubicBezTo>
                        <a:pt x="0" y="22274"/>
                        <a:pt x="22269" y="0"/>
                        <a:pt x="49821" y="0"/>
                      </a:cubicBezTo>
                      <a:cubicBezTo>
                        <a:pt x="77374" y="0"/>
                        <a:pt x="99642" y="22274"/>
                        <a:pt x="99642" y="4983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24" name="Рисунок 5"/>
              <p:cNvGrpSpPr/>
              <p:nvPr/>
            </p:nvGrpSpPr>
            <p:grpSpPr bwMode="auto">
              <a:xfrm>
                <a:off x="779790" y="375179"/>
                <a:ext cx="308734" cy="234817"/>
                <a:chOff x="779790" y="375179"/>
                <a:chExt cx="308734" cy="234817"/>
              </a:xfrm>
              <a:solidFill>
                <a:srgbClr val="FFFFFF"/>
              </a:solidFill>
            </p:grpSpPr>
            <p:sp>
              <p:nvSpPr>
                <p:cNvPr id="25" name="Полилиния 24"/>
                <p:cNvSpPr/>
                <p:nvPr/>
              </p:nvSpPr>
              <p:spPr bwMode="auto">
                <a:xfrm>
                  <a:off x="779790" y="568847"/>
                  <a:ext cx="43782" cy="41149"/>
                </a:xfrm>
                <a:custGeom>
                  <a:avLst/>
                  <a:gdLst>
                    <a:gd name="connsiteX0" fmla="*/ 24156 w 43782"/>
                    <a:gd name="connsiteY0" fmla="*/ 33977 h 41149"/>
                    <a:gd name="connsiteX1" fmla="*/ 43782 w 43782"/>
                    <a:gd name="connsiteY1" fmla="*/ 2643 h 41149"/>
                    <a:gd name="connsiteX2" fmla="*/ 24533 w 43782"/>
                    <a:gd name="connsiteY2" fmla="*/ 0 h 41149"/>
                    <a:gd name="connsiteX3" fmla="*/ 0 w 43782"/>
                    <a:gd name="connsiteY3" fmla="*/ 41150 h 41149"/>
                    <a:gd name="connsiteX4" fmla="*/ 24156 w 43782"/>
                    <a:gd name="connsiteY4" fmla="*/ 33977 h 411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3782" h="41149" fill="norm" stroke="1" extrusionOk="0">
                      <a:moveTo>
                        <a:pt x="24156" y="33977"/>
                      </a:moveTo>
                      <a:cubicBezTo>
                        <a:pt x="30572" y="23406"/>
                        <a:pt x="36988" y="12836"/>
                        <a:pt x="43782" y="2643"/>
                      </a:cubicBezTo>
                      <a:cubicBezTo>
                        <a:pt x="37366" y="1510"/>
                        <a:pt x="30950" y="755"/>
                        <a:pt x="24533" y="0"/>
                      </a:cubicBezTo>
                      <a:cubicBezTo>
                        <a:pt x="16230" y="13213"/>
                        <a:pt x="7926" y="26804"/>
                        <a:pt x="0" y="41150"/>
                      </a:cubicBezTo>
                      <a:cubicBezTo>
                        <a:pt x="7926" y="38885"/>
                        <a:pt x="16230" y="36242"/>
                        <a:pt x="24156" y="3397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26" name="Полилиния 25"/>
                <p:cNvSpPr/>
                <p:nvPr/>
              </p:nvSpPr>
              <p:spPr bwMode="auto">
                <a:xfrm>
                  <a:off x="815646" y="375179"/>
                  <a:ext cx="272877" cy="200085"/>
                </a:xfrm>
                <a:custGeom>
                  <a:avLst/>
                  <a:gdLst>
                    <a:gd name="connsiteX0" fmla="*/ 18872 w 272877"/>
                    <a:gd name="connsiteY0" fmla="*/ 180077 h 200085"/>
                    <a:gd name="connsiteX1" fmla="*/ 207588 w 272877"/>
                    <a:gd name="connsiteY1" fmla="*/ 17366 h 200085"/>
                    <a:gd name="connsiteX2" fmla="*/ 226837 w 272877"/>
                    <a:gd name="connsiteY2" fmla="*/ 21896 h 200085"/>
                    <a:gd name="connsiteX3" fmla="*/ 241179 w 272877"/>
                    <a:gd name="connsiteY3" fmla="*/ 198198 h 200085"/>
                    <a:gd name="connsiteX4" fmla="*/ 258541 w 272877"/>
                    <a:gd name="connsiteY4" fmla="*/ 200086 h 200085"/>
                    <a:gd name="connsiteX5" fmla="*/ 235141 w 272877"/>
                    <a:gd name="connsiteY5" fmla="*/ 6418 h 200085"/>
                    <a:gd name="connsiteX6" fmla="*/ 207965 w 272877"/>
                    <a:gd name="connsiteY6" fmla="*/ 0 h 200085"/>
                    <a:gd name="connsiteX7" fmla="*/ 0 w 272877"/>
                    <a:gd name="connsiteY7" fmla="*/ 177057 h 200085"/>
                    <a:gd name="connsiteX8" fmla="*/ 18872 w 272877"/>
                    <a:gd name="connsiteY8" fmla="*/ 180077 h 2000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72877" h="200085" fill="norm" stroke="1" extrusionOk="0">
                      <a:moveTo>
                        <a:pt x="18872" y="180077"/>
                      </a:moveTo>
                      <a:cubicBezTo>
                        <a:pt x="85300" y="83054"/>
                        <a:pt x="159277" y="17366"/>
                        <a:pt x="207588" y="17366"/>
                      </a:cubicBezTo>
                      <a:cubicBezTo>
                        <a:pt x="214759" y="17366"/>
                        <a:pt x="221176" y="18876"/>
                        <a:pt x="226837" y="21896"/>
                      </a:cubicBezTo>
                      <a:cubicBezTo>
                        <a:pt x="258164" y="38507"/>
                        <a:pt x="264958" y="105328"/>
                        <a:pt x="241179" y="198198"/>
                      </a:cubicBezTo>
                      <a:cubicBezTo>
                        <a:pt x="247218" y="198576"/>
                        <a:pt x="252880" y="199331"/>
                        <a:pt x="258541" y="200086"/>
                      </a:cubicBezTo>
                      <a:cubicBezTo>
                        <a:pt x="283075" y="103063"/>
                        <a:pt x="276658" y="28314"/>
                        <a:pt x="235141" y="6418"/>
                      </a:cubicBezTo>
                      <a:cubicBezTo>
                        <a:pt x="226837" y="2265"/>
                        <a:pt x="217779" y="0"/>
                        <a:pt x="207965" y="0"/>
                      </a:cubicBezTo>
                      <a:cubicBezTo>
                        <a:pt x="151351" y="0"/>
                        <a:pt x="71712" y="69464"/>
                        <a:pt x="0" y="177057"/>
                      </a:cubicBezTo>
                      <a:cubicBezTo>
                        <a:pt x="6039" y="177812"/>
                        <a:pt x="12455" y="178945"/>
                        <a:pt x="18872" y="18007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376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27" name="Рисунок 5"/>
            <p:cNvGrpSpPr/>
            <p:nvPr/>
          </p:nvGrpSpPr>
          <p:grpSpPr bwMode="auto">
            <a:xfrm>
              <a:off x="993417" y="883320"/>
              <a:ext cx="1183251" cy="276722"/>
              <a:chOff x="993417" y="883320"/>
              <a:chExt cx="1183251" cy="276722"/>
            </a:xfrm>
            <a:solidFill>
              <a:srgbClr val="FFFFFF"/>
            </a:solidFill>
          </p:grpSpPr>
          <p:sp>
            <p:nvSpPr>
              <p:cNvPr id="28" name="Полилиния 27"/>
              <p:cNvSpPr/>
              <p:nvPr/>
            </p:nvSpPr>
            <p:spPr bwMode="auto">
              <a:xfrm>
                <a:off x="993417" y="883320"/>
                <a:ext cx="271374" cy="276722"/>
              </a:xfrm>
              <a:custGeom>
                <a:avLst/>
                <a:gdLst>
                  <a:gd name="connsiteX0" fmla="*/ 228724 w 271374"/>
                  <a:gd name="connsiteY0" fmla="*/ 276722 h 276722"/>
                  <a:gd name="connsiteX1" fmla="*/ 228724 w 271374"/>
                  <a:gd name="connsiteY1" fmla="*/ 80034 h 276722"/>
                  <a:gd name="connsiteX2" fmla="*/ 135876 w 271374"/>
                  <a:gd name="connsiteY2" fmla="*/ 197066 h 276722"/>
                  <a:gd name="connsiteX3" fmla="*/ 42650 w 271374"/>
                  <a:gd name="connsiteY3" fmla="*/ 80034 h 276722"/>
                  <a:gd name="connsiteX4" fmla="*/ 42650 w 271374"/>
                  <a:gd name="connsiteY4" fmla="*/ 276722 h 276722"/>
                  <a:gd name="connsiteX5" fmla="*/ 0 w 271374"/>
                  <a:gd name="connsiteY5" fmla="*/ 276722 h 276722"/>
                  <a:gd name="connsiteX6" fmla="*/ 0 w 271374"/>
                  <a:gd name="connsiteY6" fmla="*/ 0 h 276722"/>
                  <a:gd name="connsiteX7" fmla="*/ 24911 w 271374"/>
                  <a:gd name="connsiteY7" fmla="*/ 0 h 276722"/>
                  <a:gd name="connsiteX8" fmla="*/ 135876 w 271374"/>
                  <a:gd name="connsiteY8" fmla="*/ 140438 h 276722"/>
                  <a:gd name="connsiteX9" fmla="*/ 246841 w 271374"/>
                  <a:gd name="connsiteY9" fmla="*/ 0 h 276722"/>
                  <a:gd name="connsiteX10" fmla="*/ 271374 w 271374"/>
                  <a:gd name="connsiteY10" fmla="*/ 0 h 276722"/>
                  <a:gd name="connsiteX11" fmla="*/ 271374 w 271374"/>
                  <a:gd name="connsiteY11" fmla="*/ 276722 h 276722"/>
                  <a:gd name="connsiteX12" fmla="*/ 228724 w 271374"/>
                  <a:gd name="connsiteY12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1374" h="276722" fill="norm" stroke="1" extrusionOk="0">
                    <a:moveTo>
                      <a:pt x="228724" y="276722"/>
                    </a:moveTo>
                    <a:lnTo>
                      <a:pt x="228724" y="80034"/>
                    </a:lnTo>
                    <a:lnTo>
                      <a:pt x="135876" y="197066"/>
                    </a:lnTo>
                    <a:lnTo>
                      <a:pt x="42650" y="80034"/>
                    </a:lnTo>
                    <a:lnTo>
                      <a:pt x="4265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24911" y="0"/>
                    </a:lnTo>
                    <a:lnTo>
                      <a:pt x="135876" y="140438"/>
                    </a:lnTo>
                    <a:lnTo>
                      <a:pt x="246841" y="0"/>
                    </a:lnTo>
                    <a:lnTo>
                      <a:pt x="271374" y="0"/>
                    </a:lnTo>
                    <a:lnTo>
                      <a:pt x="271374" y="276722"/>
                    </a:lnTo>
                    <a:lnTo>
                      <a:pt x="228724" y="276722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9" name="Полилиния 28"/>
              <p:cNvSpPr/>
              <p:nvPr/>
            </p:nvSpPr>
            <p:spPr bwMode="auto">
              <a:xfrm>
                <a:off x="1299892" y="883320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1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 fill="norm" stroke="1" extrusionOk="0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1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0" name="Полилиния 29"/>
              <p:cNvSpPr/>
              <p:nvPr/>
            </p:nvSpPr>
            <p:spPr bwMode="auto">
              <a:xfrm>
                <a:off x="1963041" y="883320"/>
                <a:ext cx="213626" cy="276722"/>
              </a:xfrm>
              <a:custGeom>
                <a:avLst/>
                <a:gdLst>
                  <a:gd name="connsiteX0" fmla="*/ 170977 w 213626"/>
                  <a:gd name="connsiteY0" fmla="*/ 276722 h 276722"/>
                  <a:gd name="connsiteX1" fmla="*/ 170977 w 213626"/>
                  <a:gd name="connsiteY1" fmla="*/ 81544 h 276722"/>
                  <a:gd name="connsiteX2" fmla="*/ 24910 w 213626"/>
                  <a:gd name="connsiteY2" fmla="*/ 276722 h 276722"/>
                  <a:gd name="connsiteX3" fmla="*/ 0 w 213626"/>
                  <a:gd name="connsiteY3" fmla="*/ 276722 h 276722"/>
                  <a:gd name="connsiteX4" fmla="*/ 0 w 213626"/>
                  <a:gd name="connsiteY4" fmla="*/ 0 h 276722"/>
                  <a:gd name="connsiteX5" fmla="*/ 42650 w 213626"/>
                  <a:gd name="connsiteY5" fmla="*/ 0 h 276722"/>
                  <a:gd name="connsiteX6" fmla="*/ 42650 w 213626"/>
                  <a:gd name="connsiteY6" fmla="*/ 195178 h 276722"/>
                  <a:gd name="connsiteX7" fmla="*/ 188716 w 213626"/>
                  <a:gd name="connsiteY7" fmla="*/ 0 h 276722"/>
                  <a:gd name="connsiteX8" fmla="*/ 213627 w 213626"/>
                  <a:gd name="connsiteY8" fmla="*/ 0 h 276722"/>
                  <a:gd name="connsiteX9" fmla="*/ 213627 w 213626"/>
                  <a:gd name="connsiteY9" fmla="*/ 276722 h 276722"/>
                  <a:gd name="connsiteX10" fmla="*/ 170977 w 213626"/>
                  <a:gd name="connsiteY10" fmla="*/ 276722 h 27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13626" h="276722" fill="norm" stroke="1" extrusionOk="0">
                    <a:moveTo>
                      <a:pt x="170977" y="276722"/>
                    </a:moveTo>
                    <a:lnTo>
                      <a:pt x="170977" y="81544"/>
                    </a:lnTo>
                    <a:lnTo>
                      <a:pt x="24910" y="276722"/>
                    </a:lnTo>
                    <a:lnTo>
                      <a:pt x="0" y="276722"/>
                    </a:lnTo>
                    <a:lnTo>
                      <a:pt x="0" y="0"/>
                    </a:lnTo>
                    <a:lnTo>
                      <a:pt x="42650" y="0"/>
                    </a:lnTo>
                    <a:lnTo>
                      <a:pt x="42650" y="195178"/>
                    </a:lnTo>
                    <a:lnTo>
                      <a:pt x="188716" y="0"/>
                    </a:lnTo>
                    <a:lnTo>
                      <a:pt x="213627" y="0"/>
                    </a:lnTo>
                    <a:lnTo>
                      <a:pt x="213627" y="276722"/>
                    </a:lnTo>
                    <a:lnTo>
                      <a:pt x="170977" y="276722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31" name="Рисунок 5"/>
            <p:cNvGrpSpPr/>
            <p:nvPr/>
          </p:nvGrpSpPr>
          <p:grpSpPr bwMode="auto">
            <a:xfrm>
              <a:off x="1720729" y="671155"/>
              <a:ext cx="495569" cy="120428"/>
              <a:chOff x="1720729" y="671155"/>
              <a:chExt cx="495569" cy="120428"/>
            </a:xfrm>
            <a:solidFill>
              <a:srgbClr val="FFFFFF"/>
            </a:solidFill>
          </p:grpSpPr>
          <p:sp>
            <p:nvSpPr>
              <p:cNvPr id="32" name="Полилиния 31"/>
              <p:cNvSpPr/>
              <p:nvPr/>
            </p:nvSpPr>
            <p:spPr bwMode="auto">
              <a:xfrm>
                <a:off x="1720729" y="671155"/>
                <a:ext cx="100019" cy="120428"/>
              </a:xfrm>
              <a:custGeom>
                <a:avLst/>
                <a:gdLst>
                  <a:gd name="connsiteX0" fmla="*/ 74732 w 100019"/>
                  <a:gd name="connsiteY0" fmla="*/ 120429 h 120428"/>
                  <a:gd name="connsiteX1" fmla="*/ 74732 w 100019"/>
                  <a:gd name="connsiteY1" fmla="*/ 71351 h 120428"/>
                  <a:gd name="connsiteX2" fmla="*/ 25288 w 100019"/>
                  <a:gd name="connsiteY2" fmla="*/ 71351 h 120428"/>
                  <a:gd name="connsiteX3" fmla="*/ 25288 w 100019"/>
                  <a:gd name="connsiteY3" fmla="*/ 120429 h 120428"/>
                  <a:gd name="connsiteX4" fmla="*/ 0 w 100019"/>
                  <a:gd name="connsiteY4" fmla="*/ 120429 h 120428"/>
                  <a:gd name="connsiteX5" fmla="*/ 0 w 100019"/>
                  <a:gd name="connsiteY5" fmla="*/ 0 h 120428"/>
                  <a:gd name="connsiteX6" fmla="*/ 25288 w 100019"/>
                  <a:gd name="connsiteY6" fmla="*/ 0 h 120428"/>
                  <a:gd name="connsiteX7" fmla="*/ 25288 w 100019"/>
                  <a:gd name="connsiteY7" fmla="*/ 48700 h 120428"/>
                  <a:gd name="connsiteX8" fmla="*/ 74732 w 100019"/>
                  <a:gd name="connsiteY8" fmla="*/ 48700 h 120428"/>
                  <a:gd name="connsiteX9" fmla="*/ 74732 w 100019"/>
                  <a:gd name="connsiteY9" fmla="*/ 0 h 120428"/>
                  <a:gd name="connsiteX10" fmla="*/ 100020 w 100019"/>
                  <a:gd name="connsiteY10" fmla="*/ 0 h 120428"/>
                  <a:gd name="connsiteX11" fmla="*/ 100020 w 100019"/>
                  <a:gd name="connsiteY11" fmla="*/ 120429 h 120428"/>
                  <a:gd name="connsiteX12" fmla="*/ 74732 w 100019"/>
                  <a:gd name="connsiteY12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019" h="120428" fill="norm" stroke="1" extrusionOk="0">
                    <a:moveTo>
                      <a:pt x="74732" y="120429"/>
                    </a:moveTo>
                    <a:lnTo>
                      <a:pt x="74732" y="71351"/>
                    </a:lnTo>
                    <a:lnTo>
                      <a:pt x="25288" y="71351"/>
                    </a:lnTo>
                    <a:lnTo>
                      <a:pt x="25288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48700"/>
                    </a:lnTo>
                    <a:lnTo>
                      <a:pt x="74732" y="48700"/>
                    </a:lnTo>
                    <a:lnTo>
                      <a:pt x="74732" y="0"/>
                    </a:lnTo>
                    <a:lnTo>
                      <a:pt x="100020" y="0"/>
                    </a:lnTo>
                    <a:lnTo>
                      <a:pt x="100020" y="120429"/>
                    </a:lnTo>
                    <a:lnTo>
                      <a:pt x="74732" y="120429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3" name="Полилиния 32"/>
              <p:cNvSpPr/>
              <p:nvPr/>
            </p:nvSpPr>
            <p:spPr bwMode="auto">
              <a:xfrm>
                <a:off x="1849434" y="671155"/>
                <a:ext cx="101151" cy="120428"/>
              </a:xfrm>
              <a:custGeom>
                <a:avLst/>
                <a:gdLst>
                  <a:gd name="connsiteX0" fmla="*/ 75487 w 101151"/>
                  <a:gd name="connsiteY0" fmla="*/ 120429 h 120428"/>
                  <a:gd name="connsiteX1" fmla="*/ 75487 w 101151"/>
                  <a:gd name="connsiteY1" fmla="*/ 44925 h 120428"/>
                  <a:gd name="connsiteX2" fmla="*/ 14720 w 101151"/>
                  <a:gd name="connsiteY2" fmla="*/ 120429 h 120428"/>
                  <a:gd name="connsiteX3" fmla="*/ 0 w 101151"/>
                  <a:gd name="connsiteY3" fmla="*/ 120429 h 120428"/>
                  <a:gd name="connsiteX4" fmla="*/ 0 w 101151"/>
                  <a:gd name="connsiteY4" fmla="*/ 0 h 120428"/>
                  <a:gd name="connsiteX5" fmla="*/ 25288 w 101151"/>
                  <a:gd name="connsiteY5" fmla="*/ 0 h 120428"/>
                  <a:gd name="connsiteX6" fmla="*/ 25288 w 101151"/>
                  <a:gd name="connsiteY6" fmla="*/ 75882 h 120428"/>
                  <a:gd name="connsiteX7" fmla="*/ 86055 w 101151"/>
                  <a:gd name="connsiteY7" fmla="*/ 0 h 120428"/>
                  <a:gd name="connsiteX8" fmla="*/ 101152 w 101151"/>
                  <a:gd name="connsiteY8" fmla="*/ 0 h 120428"/>
                  <a:gd name="connsiteX9" fmla="*/ 101152 w 101151"/>
                  <a:gd name="connsiteY9" fmla="*/ 120429 h 120428"/>
                  <a:gd name="connsiteX10" fmla="*/ 75487 w 101151"/>
                  <a:gd name="connsiteY10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1151" h="120428" fill="norm" stroke="1" extrusionOk="0">
                    <a:moveTo>
                      <a:pt x="75487" y="120429"/>
                    </a:moveTo>
                    <a:lnTo>
                      <a:pt x="75487" y="44925"/>
                    </a:lnTo>
                    <a:lnTo>
                      <a:pt x="14720" y="120429"/>
                    </a:lnTo>
                    <a:lnTo>
                      <a:pt x="0" y="120429"/>
                    </a:lnTo>
                    <a:lnTo>
                      <a:pt x="0" y="0"/>
                    </a:lnTo>
                    <a:lnTo>
                      <a:pt x="25288" y="0"/>
                    </a:lnTo>
                    <a:lnTo>
                      <a:pt x="25288" y="75882"/>
                    </a:lnTo>
                    <a:lnTo>
                      <a:pt x="86055" y="0"/>
                    </a:lnTo>
                    <a:lnTo>
                      <a:pt x="101152" y="0"/>
                    </a:lnTo>
                    <a:lnTo>
                      <a:pt x="101152" y="120429"/>
                    </a:lnTo>
                    <a:lnTo>
                      <a:pt x="75487" y="120429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4" name="Полилиния 33"/>
              <p:cNvSpPr/>
              <p:nvPr/>
            </p:nvSpPr>
            <p:spPr bwMode="auto">
              <a:xfrm>
                <a:off x="1970967" y="671532"/>
                <a:ext cx="101529" cy="120051"/>
              </a:xfrm>
              <a:custGeom>
                <a:avLst/>
                <a:gdLst>
                  <a:gd name="connsiteX0" fmla="*/ 76619 w 101529"/>
                  <a:gd name="connsiteY0" fmla="*/ 120051 h 120051"/>
                  <a:gd name="connsiteX1" fmla="*/ 76619 w 101529"/>
                  <a:gd name="connsiteY1" fmla="*/ 90605 h 120051"/>
                  <a:gd name="connsiteX2" fmla="*/ 62276 w 101529"/>
                  <a:gd name="connsiteY2" fmla="*/ 90605 h 120051"/>
                  <a:gd name="connsiteX3" fmla="*/ 36611 w 101529"/>
                  <a:gd name="connsiteY3" fmla="*/ 107971 h 120051"/>
                  <a:gd name="connsiteX4" fmla="*/ 28307 w 101529"/>
                  <a:gd name="connsiteY4" fmla="*/ 120051 h 120051"/>
                  <a:gd name="connsiteX5" fmla="*/ 0 w 101529"/>
                  <a:gd name="connsiteY5" fmla="*/ 120051 h 120051"/>
                  <a:gd name="connsiteX6" fmla="*/ 10946 w 101529"/>
                  <a:gd name="connsiteY6" fmla="*/ 104195 h 120051"/>
                  <a:gd name="connsiteX7" fmla="*/ 30195 w 101529"/>
                  <a:gd name="connsiteY7" fmla="*/ 83054 h 120051"/>
                  <a:gd name="connsiteX8" fmla="*/ 2642 w 101529"/>
                  <a:gd name="connsiteY8" fmla="*/ 45302 h 120051"/>
                  <a:gd name="connsiteX9" fmla="*/ 58125 w 101529"/>
                  <a:gd name="connsiteY9" fmla="*/ 0 h 120051"/>
                  <a:gd name="connsiteX10" fmla="*/ 101529 w 101529"/>
                  <a:gd name="connsiteY10" fmla="*/ 0 h 120051"/>
                  <a:gd name="connsiteX11" fmla="*/ 101529 w 101529"/>
                  <a:gd name="connsiteY11" fmla="*/ 120051 h 120051"/>
                  <a:gd name="connsiteX12" fmla="*/ 76619 w 101529"/>
                  <a:gd name="connsiteY12" fmla="*/ 120051 h 120051"/>
                  <a:gd name="connsiteX13" fmla="*/ 55860 w 101529"/>
                  <a:gd name="connsiteY13" fmla="*/ 22274 h 120051"/>
                  <a:gd name="connsiteX14" fmla="*/ 26420 w 101529"/>
                  <a:gd name="connsiteY14" fmla="*/ 45302 h 120051"/>
                  <a:gd name="connsiteX15" fmla="*/ 55860 w 101529"/>
                  <a:gd name="connsiteY15" fmla="*/ 68331 h 120051"/>
                  <a:gd name="connsiteX16" fmla="*/ 76619 w 101529"/>
                  <a:gd name="connsiteY16" fmla="*/ 68331 h 120051"/>
                  <a:gd name="connsiteX17" fmla="*/ 76619 w 101529"/>
                  <a:gd name="connsiteY17" fmla="*/ 22274 h 120051"/>
                  <a:gd name="connsiteX18" fmla="*/ 55860 w 101529"/>
                  <a:gd name="connsiteY18" fmla="*/ 22274 h 120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1529" h="120051" fill="norm" stroke="1" extrusionOk="0">
                    <a:moveTo>
                      <a:pt x="76619" y="120051"/>
                    </a:moveTo>
                    <a:lnTo>
                      <a:pt x="76619" y="90605"/>
                    </a:lnTo>
                    <a:lnTo>
                      <a:pt x="62276" y="90605"/>
                    </a:lnTo>
                    <a:cubicBezTo>
                      <a:pt x="49821" y="90982"/>
                      <a:pt x="46424" y="93625"/>
                      <a:pt x="36611" y="107971"/>
                    </a:cubicBezTo>
                    <a:lnTo>
                      <a:pt x="28307" y="120051"/>
                    </a:lnTo>
                    <a:lnTo>
                      <a:pt x="0" y="120051"/>
                    </a:lnTo>
                    <a:lnTo>
                      <a:pt x="10946" y="104195"/>
                    </a:lnTo>
                    <a:cubicBezTo>
                      <a:pt x="18872" y="92492"/>
                      <a:pt x="24533" y="86452"/>
                      <a:pt x="30195" y="83054"/>
                    </a:cubicBezTo>
                    <a:cubicBezTo>
                      <a:pt x="12833" y="76637"/>
                      <a:pt x="2642" y="63046"/>
                      <a:pt x="2642" y="45302"/>
                    </a:cubicBezTo>
                    <a:cubicBezTo>
                      <a:pt x="2642" y="20009"/>
                      <a:pt x="22269" y="0"/>
                      <a:pt x="58125" y="0"/>
                    </a:cubicBezTo>
                    <a:lnTo>
                      <a:pt x="101529" y="0"/>
                    </a:lnTo>
                    <a:lnTo>
                      <a:pt x="101529" y="120051"/>
                    </a:lnTo>
                    <a:lnTo>
                      <a:pt x="76619" y="120051"/>
                    </a:lnTo>
                    <a:close/>
                    <a:moveTo>
                      <a:pt x="55860" y="22274"/>
                    </a:moveTo>
                    <a:cubicBezTo>
                      <a:pt x="39253" y="22274"/>
                      <a:pt x="26420" y="29824"/>
                      <a:pt x="26420" y="45302"/>
                    </a:cubicBezTo>
                    <a:cubicBezTo>
                      <a:pt x="26420" y="61536"/>
                      <a:pt x="39253" y="68331"/>
                      <a:pt x="55860" y="68331"/>
                    </a:cubicBezTo>
                    <a:lnTo>
                      <a:pt x="76619" y="68331"/>
                    </a:lnTo>
                    <a:lnTo>
                      <a:pt x="76619" y="22274"/>
                    </a:lnTo>
                    <a:lnTo>
                      <a:pt x="55860" y="22274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5" name="Полилиния 34"/>
              <p:cNvSpPr/>
              <p:nvPr/>
            </p:nvSpPr>
            <p:spPr bwMode="auto">
              <a:xfrm>
                <a:off x="2094765" y="671155"/>
                <a:ext cx="121532" cy="120428"/>
              </a:xfrm>
              <a:custGeom>
                <a:avLst/>
                <a:gdLst>
                  <a:gd name="connsiteX0" fmla="*/ 20004 w 121533"/>
                  <a:gd name="connsiteY0" fmla="*/ 120429 h 120428"/>
                  <a:gd name="connsiteX1" fmla="*/ 46424 w 121533"/>
                  <a:gd name="connsiteY1" fmla="*/ 77014 h 120428"/>
                  <a:gd name="connsiteX2" fmla="*/ 0 w 121533"/>
                  <a:gd name="connsiteY2" fmla="*/ 0 h 120428"/>
                  <a:gd name="connsiteX3" fmla="*/ 28685 w 121533"/>
                  <a:gd name="connsiteY3" fmla="*/ 0 h 120428"/>
                  <a:gd name="connsiteX4" fmla="*/ 60767 w 121533"/>
                  <a:gd name="connsiteY4" fmla="*/ 52475 h 120428"/>
                  <a:gd name="connsiteX5" fmla="*/ 92848 w 121533"/>
                  <a:gd name="connsiteY5" fmla="*/ 0 h 120428"/>
                  <a:gd name="connsiteX6" fmla="*/ 121533 w 121533"/>
                  <a:gd name="connsiteY6" fmla="*/ 0 h 120428"/>
                  <a:gd name="connsiteX7" fmla="*/ 48689 w 121533"/>
                  <a:gd name="connsiteY7" fmla="*/ 120429 h 120428"/>
                  <a:gd name="connsiteX8" fmla="*/ 20004 w 121533"/>
                  <a:gd name="connsiteY8" fmla="*/ 120429 h 120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1533" h="120428" fill="norm" stroke="1" extrusionOk="0">
                    <a:moveTo>
                      <a:pt x="20004" y="120429"/>
                    </a:moveTo>
                    <a:lnTo>
                      <a:pt x="46424" y="77014"/>
                    </a:lnTo>
                    <a:lnTo>
                      <a:pt x="0" y="0"/>
                    </a:lnTo>
                    <a:lnTo>
                      <a:pt x="28685" y="0"/>
                    </a:lnTo>
                    <a:lnTo>
                      <a:pt x="60767" y="52475"/>
                    </a:lnTo>
                    <a:lnTo>
                      <a:pt x="92848" y="0"/>
                    </a:lnTo>
                    <a:lnTo>
                      <a:pt x="121533" y="0"/>
                    </a:lnTo>
                    <a:lnTo>
                      <a:pt x="48689" y="120429"/>
                    </a:lnTo>
                    <a:lnTo>
                      <a:pt x="20004" y="120429"/>
                    </a:lnTo>
                    <a:close/>
                  </a:path>
                </a:pathLst>
              </a:custGeom>
              <a:solidFill>
                <a:srgbClr val="FFFFFF"/>
              </a:solidFill>
              <a:ln w="376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36" name="Полилиния 35"/>
            <p:cNvSpPr/>
            <p:nvPr/>
          </p:nvSpPr>
          <p:spPr bwMode="auto">
            <a:xfrm>
              <a:off x="1530503" y="883320"/>
              <a:ext cx="416308" cy="275967"/>
            </a:xfrm>
            <a:custGeom>
              <a:avLst/>
              <a:gdLst>
                <a:gd name="connsiteX0" fmla="*/ 305343 w 416308"/>
                <a:gd name="connsiteY0" fmla="*/ 9816 h 275967"/>
                <a:gd name="connsiteX1" fmla="*/ 229102 w 416308"/>
                <a:gd name="connsiteY1" fmla="*/ 50965 h 275967"/>
                <a:gd name="connsiteX2" fmla="*/ 229102 w 416308"/>
                <a:gd name="connsiteY2" fmla="*/ 0 h 275967"/>
                <a:gd name="connsiteX3" fmla="*/ 186452 w 416308"/>
                <a:gd name="connsiteY3" fmla="*/ 0 h 275967"/>
                <a:gd name="connsiteX4" fmla="*/ 186452 w 416308"/>
                <a:gd name="connsiteY4" fmla="*/ 124204 h 275967"/>
                <a:gd name="connsiteX5" fmla="*/ 114740 w 416308"/>
                <a:gd name="connsiteY5" fmla="*/ 197821 h 275967"/>
                <a:gd name="connsiteX6" fmla="*/ 43027 w 416308"/>
                <a:gd name="connsiteY6" fmla="*/ 124204 h 275967"/>
                <a:gd name="connsiteX7" fmla="*/ 114740 w 416308"/>
                <a:gd name="connsiteY7" fmla="*/ 50210 h 275967"/>
                <a:gd name="connsiteX8" fmla="*/ 167958 w 416308"/>
                <a:gd name="connsiteY8" fmla="*/ 73616 h 275967"/>
                <a:gd name="connsiteX9" fmla="*/ 167958 w 416308"/>
                <a:gd name="connsiteY9" fmla="*/ 30202 h 275967"/>
                <a:gd name="connsiteX10" fmla="*/ 110588 w 416308"/>
                <a:gd name="connsiteY10" fmla="*/ 9816 h 275967"/>
                <a:gd name="connsiteX11" fmla="*/ 0 w 416308"/>
                <a:gd name="connsiteY11" fmla="*/ 123827 h 275967"/>
                <a:gd name="connsiteX12" fmla="*/ 110588 w 416308"/>
                <a:gd name="connsiteY12" fmla="*/ 237460 h 275967"/>
                <a:gd name="connsiteX13" fmla="*/ 186829 w 416308"/>
                <a:gd name="connsiteY13" fmla="*/ 196688 h 275967"/>
                <a:gd name="connsiteX14" fmla="*/ 186829 w 416308"/>
                <a:gd name="connsiteY14" fmla="*/ 275967 h 275967"/>
                <a:gd name="connsiteX15" fmla="*/ 230234 w 416308"/>
                <a:gd name="connsiteY15" fmla="*/ 275967 h 275967"/>
                <a:gd name="connsiteX16" fmla="*/ 230234 w 416308"/>
                <a:gd name="connsiteY16" fmla="*/ 117786 h 275967"/>
                <a:gd name="connsiteX17" fmla="*/ 230234 w 416308"/>
                <a:gd name="connsiteY17" fmla="*/ 117786 h 275967"/>
                <a:gd name="connsiteX18" fmla="*/ 301946 w 416308"/>
                <a:gd name="connsiteY18" fmla="*/ 49455 h 275967"/>
                <a:gd name="connsiteX19" fmla="*/ 373658 w 416308"/>
                <a:gd name="connsiteY19" fmla="*/ 123449 h 275967"/>
                <a:gd name="connsiteX20" fmla="*/ 301946 w 416308"/>
                <a:gd name="connsiteY20" fmla="*/ 197066 h 275967"/>
                <a:gd name="connsiteX21" fmla="*/ 249483 w 416308"/>
                <a:gd name="connsiteY21" fmla="*/ 174414 h 275967"/>
                <a:gd name="connsiteX22" fmla="*/ 249483 w 416308"/>
                <a:gd name="connsiteY22" fmla="*/ 218207 h 275967"/>
                <a:gd name="connsiteX23" fmla="*/ 306098 w 416308"/>
                <a:gd name="connsiteY23" fmla="*/ 237460 h 275967"/>
                <a:gd name="connsiteX24" fmla="*/ 416308 w 416308"/>
                <a:gd name="connsiteY24" fmla="*/ 123827 h 275967"/>
                <a:gd name="connsiteX25" fmla="*/ 305343 w 416308"/>
                <a:gd name="connsiteY25" fmla="*/ 9816 h 275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16308" h="275967" fill="norm" stroke="1" extrusionOk="0">
                  <a:moveTo>
                    <a:pt x="305343" y="9816"/>
                  </a:moveTo>
                  <a:cubicBezTo>
                    <a:pt x="272506" y="9816"/>
                    <a:pt x="244199" y="26804"/>
                    <a:pt x="229102" y="50965"/>
                  </a:cubicBezTo>
                  <a:lnTo>
                    <a:pt x="229102" y="0"/>
                  </a:lnTo>
                  <a:lnTo>
                    <a:pt x="186452" y="0"/>
                  </a:lnTo>
                  <a:lnTo>
                    <a:pt x="186452" y="124204"/>
                  </a:lnTo>
                  <a:cubicBezTo>
                    <a:pt x="186452" y="166864"/>
                    <a:pt x="154747" y="197821"/>
                    <a:pt x="114740" y="197821"/>
                  </a:cubicBezTo>
                  <a:cubicBezTo>
                    <a:pt x="74354" y="197821"/>
                    <a:pt x="43027" y="166864"/>
                    <a:pt x="43027" y="124204"/>
                  </a:cubicBezTo>
                  <a:cubicBezTo>
                    <a:pt x="43027" y="81544"/>
                    <a:pt x="74732" y="50210"/>
                    <a:pt x="114740" y="50210"/>
                  </a:cubicBezTo>
                  <a:cubicBezTo>
                    <a:pt x="135876" y="50210"/>
                    <a:pt x="154747" y="58893"/>
                    <a:pt x="167958" y="73616"/>
                  </a:cubicBezTo>
                  <a:lnTo>
                    <a:pt x="167958" y="30202"/>
                  </a:lnTo>
                  <a:cubicBezTo>
                    <a:pt x="152483" y="17743"/>
                    <a:pt x="132479" y="9816"/>
                    <a:pt x="110588" y="9816"/>
                  </a:cubicBezTo>
                  <a:cubicBezTo>
                    <a:pt x="44537" y="9816"/>
                    <a:pt x="0" y="60403"/>
                    <a:pt x="0" y="123827"/>
                  </a:cubicBezTo>
                  <a:cubicBezTo>
                    <a:pt x="0" y="187250"/>
                    <a:pt x="44537" y="237460"/>
                    <a:pt x="110588" y="237460"/>
                  </a:cubicBezTo>
                  <a:cubicBezTo>
                    <a:pt x="143424" y="237460"/>
                    <a:pt x="171732" y="220849"/>
                    <a:pt x="186829" y="196688"/>
                  </a:cubicBezTo>
                  <a:lnTo>
                    <a:pt x="186829" y="275967"/>
                  </a:lnTo>
                  <a:lnTo>
                    <a:pt x="230234" y="275967"/>
                  </a:lnTo>
                  <a:lnTo>
                    <a:pt x="230234" y="117786"/>
                  </a:lnTo>
                  <a:lnTo>
                    <a:pt x="230234" y="117786"/>
                  </a:lnTo>
                  <a:cubicBezTo>
                    <a:pt x="232876" y="78147"/>
                    <a:pt x="263448" y="49455"/>
                    <a:pt x="301946" y="49455"/>
                  </a:cubicBezTo>
                  <a:cubicBezTo>
                    <a:pt x="342331" y="49455"/>
                    <a:pt x="373658" y="80789"/>
                    <a:pt x="373658" y="123449"/>
                  </a:cubicBezTo>
                  <a:cubicBezTo>
                    <a:pt x="373658" y="166109"/>
                    <a:pt x="341954" y="197066"/>
                    <a:pt x="301946" y="197066"/>
                  </a:cubicBezTo>
                  <a:cubicBezTo>
                    <a:pt x="280810" y="197066"/>
                    <a:pt x="262316" y="188383"/>
                    <a:pt x="249483" y="174414"/>
                  </a:cubicBezTo>
                  <a:lnTo>
                    <a:pt x="249483" y="218207"/>
                  </a:lnTo>
                  <a:cubicBezTo>
                    <a:pt x="264580" y="229910"/>
                    <a:pt x="284207" y="237460"/>
                    <a:pt x="306098" y="237460"/>
                  </a:cubicBezTo>
                  <a:cubicBezTo>
                    <a:pt x="371771" y="237460"/>
                    <a:pt x="416308" y="187250"/>
                    <a:pt x="416308" y="123827"/>
                  </a:cubicBezTo>
                  <a:cubicBezTo>
                    <a:pt x="415553" y="60403"/>
                    <a:pt x="370639" y="9816"/>
                    <a:pt x="305343" y="9816"/>
                  </a:cubicBezTo>
                  <a:close/>
                </a:path>
              </a:pathLst>
            </a:custGeom>
            <a:solidFill>
              <a:srgbClr val="FFFFFF"/>
            </a:solidFill>
            <a:ln w="3767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Шапка с атом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auto"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fld id="{14D38384-7A71-42FD-A8FA-E9EF1AAD0FA2}" type="slidenum">
              <a:rPr lang="ru-RU" sz="1400">
                <a:solidFill>
                  <a:srgbClr val="8F9092"/>
                </a:solidFill>
                <a:latin typeface="Montserrat"/>
              </a:rPr>
              <a:t/>
            </a:fld>
            <a:endParaRPr lang="ru-RU" sz="1400">
              <a:solidFill>
                <a:srgbClr val="8F9092"/>
              </a:solidFill>
              <a:latin typeface="Montserrat"/>
            </a:endParaRPr>
          </a:p>
        </p:txBody>
      </p:sp>
      <p:sp>
        <p:nvSpPr>
          <p:cNvPr id="6" name="Прямоугольник 5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srgbClr val="0055BB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/>
          <a:srcRect l="0" t="23654" r="0" b="46857"/>
          <a:stretch/>
        </p:blipFill>
        <p:spPr bwMode="auto">
          <a:xfrm>
            <a:off x="8040340" y="-1"/>
            <a:ext cx="4151660" cy="1223998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 bwMode="auto">
          <a:xfrm>
            <a:off x="559572" y="359101"/>
            <a:ext cx="11081566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/>
              </a:defRPr>
            </a:lvl2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7" name="Текст 2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Основной текст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Шапка с логотипом без коня (синяя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schemeClr val="bg1"/>
              </a:solidFill>
            </a:endParaRPr>
          </a:p>
        </p:txBody>
      </p:sp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 bwMode="auto">
          <a:xfrm>
            <a:off x="559572" y="359101"/>
            <a:ext cx="9173513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1" name="Прямоугольник 10"/>
          <p:cNvSpPr/>
          <p:nvPr userDrawn="1"/>
        </p:nvSpPr>
        <p:spPr bwMode="auto"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fld id="{14D38384-7A71-42FD-A8FA-E9EF1AAD0FA2}" type="slidenum">
              <a:rPr lang="ru-RU" sz="1400">
                <a:solidFill>
                  <a:srgbClr val="8F9092"/>
                </a:solidFill>
                <a:latin typeface="Montserrat"/>
              </a:rPr>
              <a:t/>
            </a:fld>
            <a:endParaRPr lang="ru-RU" sz="1400">
              <a:solidFill>
                <a:srgbClr val="8F9092"/>
              </a:solidFill>
              <a:latin typeface="Montserrat"/>
            </a:endParaRPr>
          </a:p>
        </p:txBody>
      </p:sp>
      <p:sp>
        <p:nvSpPr>
          <p:cNvPr id="13" name="Текст 1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/>
              </a:defRPr>
            </a:lvl2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8" name="Текст 2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Основной текст</a:t>
            </a:r>
            <a:endParaRPr/>
          </a:p>
        </p:txBody>
      </p:sp>
      <p:grpSp>
        <p:nvGrpSpPr>
          <p:cNvPr id="2" name="Рисунок 7"/>
          <p:cNvGrpSpPr/>
          <p:nvPr/>
        </p:nvGrpSpPr>
        <p:grpSpPr bwMode="auto">
          <a:xfrm>
            <a:off x="9790188" y="-282498"/>
            <a:ext cx="1842699" cy="1159097"/>
            <a:chOff x="9790188" y="-282498"/>
            <a:chExt cx="1842699" cy="1159097"/>
          </a:xfrm>
          <a:solidFill>
            <a:srgbClr val="FFFFFF"/>
          </a:solidFill>
        </p:grpSpPr>
        <p:grpSp>
          <p:nvGrpSpPr>
            <p:cNvPr id="3" name="Рисунок 7"/>
            <p:cNvGrpSpPr/>
            <p:nvPr/>
          </p:nvGrpSpPr>
          <p:grpSpPr bwMode="auto">
            <a:xfrm>
              <a:off x="9790188" y="-282498"/>
              <a:ext cx="1058812" cy="1055771"/>
              <a:chOff x="9790188" y="-282498"/>
              <a:chExt cx="1058812" cy="1055771"/>
            </a:xfrm>
            <a:solidFill>
              <a:srgbClr val="FFFFFF"/>
            </a:solidFill>
          </p:grpSpPr>
          <p:grpSp>
            <p:nvGrpSpPr>
              <p:cNvPr id="4" name="Рисунок 7"/>
              <p:cNvGrpSpPr/>
              <p:nvPr/>
            </p:nvGrpSpPr>
            <p:grpSpPr bwMode="auto">
              <a:xfrm>
                <a:off x="9790188" y="-282498"/>
                <a:ext cx="1058812" cy="1055771"/>
                <a:chOff x="9790188" y="-282498"/>
                <a:chExt cx="1058812" cy="1055771"/>
              </a:xfrm>
              <a:solidFill>
                <a:srgbClr val="FFFFFF"/>
              </a:solidFill>
            </p:grpSpPr>
            <p:grpSp>
              <p:nvGrpSpPr>
                <p:cNvPr id="5" name="Рисунок 7"/>
                <p:cNvGrpSpPr/>
                <p:nvPr/>
              </p:nvGrpSpPr>
              <p:grpSpPr bwMode="auto">
                <a:xfrm>
                  <a:off x="9790188" y="-282498"/>
                  <a:ext cx="1058812" cy="1055771"/>
                  <a:chOff x="9790188" y="-282498"/>
                  <a:chExt cx="1058812" cy="1055771"/>
                </a:xfrm>
                <a:solidFill>
                  <a:srgbClr val="FFFFFF"/>
                </a:solidFill>
              </p:grpSpPr>
              <p:sp>
                <p:nvSpPr>
                  <p:cNvPr id="6" name="Полилиния 5"/>
                  <p:cNvSpPr/>
                  <p:nvPr/>
                </p:nvSpPr>
                <p:spPr bwMode="auto">
                  <a:xfrm>
                    <a:off x="9790188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 fill="norm" stroke="1" extrusionOk="0"/>
                    </a:pathLst>
                  </a:custGeom>
                  <a:solidFill>
                    <a:srgbClr val="FFFFF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7" name="Рисунок 7"/>
                  <p:cNvGrpSpPr/>
                  <p:nvPr/>
                </p:nvGrpSpPr>
                <p:grpSpPr bwMode="auto">
                  <a:xfrm>
                    <a:off x="10376968" y="413364"/>
                    <a:ext cx="472032" cy="359908"/>
                    <a:chOff x="10376968" y="413364"/>
                    <a:chExt cx="472032" cy="359908"/>
                  </a:xfrm>
                  <a:solidFill>
                    <a:srgbClr val="FFFFFF"/>
                  </a:solidFill>
                </p:grpSpPr>
                <p:grpSp>
                  <p:nvGrpSpPr>
                    <p:cNvPr id="9" name="Рисунок 7"/>
                    <p:cNvGrpSpPr/>
                    <p:nvPr/>
                  </p:nvGrpSpPr>
                  <p:grpSpPr bwMode="auto">
                    <a:xfrm>
                      <a:off x="10452558" y="413364"/>
                      <a:ext cx="320302" cy="359908"/>
                      <a:chOff x="10452558" y="413364"/>
                      <a:chExt cx="320302" cy="359908"/>
                    </a:xfrm>
                    <a:solidFill>
                      <a:srgbClr val="FFFFFF"/>
                    </a:solidFill>
                  </p:grpSpPr>
                  <p:sp>
                    <p:nvSpPr>
                      <p:cNvPr id="10" name="Полилиния 9"/>
                      <p:cNvSpPr/>
                      <p:nvPr/>
                    </p:nvSpPr>
                    <p:spPr bwMode="auto">
                      <a:xfrm>
                        <a:off x="10677776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3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 fill="norm" stroke="1" extrusionOk="0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3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4" name="Полилиния 13"/>
                      <p:cNvSpPr/>
                      <p:nvPr/>
                    </p:nvSpPr>
                    <p:spPr bwMode="auto">
                      <a:xfrm>
                        <a:off x="10466267" y="467913"/>
                        <a:ext cx="77042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 fill="norm" stroke="1" extrusionOk="0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3" y="8370"/>
                              <a:pt x="56556" y="9813"/>
                            </a:cubicBezTo>
                            <a:cubicBezTo>
                              <a:pt x="30009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16" name="Рисунок 7"/>
                      <p:cNvGrpSpPr/>
                      <p:nvPr/>
                    </p:nvGrpSpPr>
                    <p:grpSpPr bwMode="auto">
                      <a:xfrm>
                        <a:off x="10452558" y="413364"/>
                        <a:ext cx="320302" cy="223391"/>
                        <a:chOff x="10452558" y="413364"/>
                        <a:chExt cx="320302" cy="223391"/>
                      </a:xfrm>
                      <a:solidFill>
                        <a:srgbClr val="FFFFFF"/>
                      </a:solidFill>
                    </p:grpSpPr>
                    <p:sp>
                      <p:nvSpPr>
                        <p:cNvPr id="17" name="Полилиния 16"/>
                        <p:cNvSpPr/>
                        <p:nvPr/>
                      </p:nvSpPr>
                      <p:spPr bwMode="auto">
                        <a:xfrm>
                          <a:off x="10503202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 fill="norm" stroke="1" extrusionOk="0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19" name="Полилиния 18"/>
                        <p:cNvSpPr/>
                        <p:nvPr/>
                      </p:nvSpPr>
                      <p:spPr bwMode="auto">
                        <a:xfrm>
                          <a:off x="10452558" y="413364"/>
                          <a:ext cx="320302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5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69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 fill="norm" stroke="1" extrusionOk="0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5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69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20" name="Полилиния 19"/>
                      <p:cNvSpPr/>
                      <p:nvPr/>
                    </p:nvSpPr>
                    <p:spPr bwMode="auto">
                      <a:xfrm>
                        <a:off x="10454914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 fill="norm" stroke="1" extrusionOk="0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1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21" name="Рисунок 7"/>
                    <p:cNvGrpSpPr/>
                    <p:nvPr/>
                  </p:nvGrpSpPr>
                  <p:grpSpPr bwMode="auto">
                    <a:xfrm>
                      <a:off x="10376968" y="420579"/>
                      <a:ext cx="472032" cy="208672"/>
                      <a:chOff x="10376968" y="420579"/>
                      <a:chExt cx="472032" cy="208672"/>
                    </a:xfrm>
                    <a:solidFill>
                      <a:srgbClr val="FFFFFF"/>
                    </a:solidFill>
                  </p:grpSpPr>
                  <p:sp>
                    <p:nvSpPr>
                      <p:cNvPr id="22" name="Полилиния 21"/>
                      <p:cNvSpPr/>
                      <p:nvPr/>
                    </p:nvSpPr>
                    <p:spPr bwMode="auto">
                      <a:xfrm>
                        <a:off x="10598136" y="557962"/>
                        <a:ext cx="157548" cy="57723"/>
                      </a:xfrm>
                      <a:custGeom>
                        <a:avLst/>
                        <a:gdLst>
                          <a:gd name="connsiteX0" fmla="*/ 32029 w 157549"/>
                          <a:gd name="connsiteY0" fmla="*/ 42138 h 57723"/>
                          <a:gd name="connsiteX1" fmla="*/ 0 w 157549"/>
                          <a:gd name="connsiteY1" fmla="*/ 48777 h 57723"/>
                          <a:gd name="connsiteX2" fmla="*/ 25393 w 157549"/>
                          <a:gd name="connsiteY2" fmla="*/ 57724 h 57723"/>
                          <a:gd name="connsiteX3" fmla="*/ 34915 w 157549"/>
                          <a:gd name="connsiteY3" fmla="*/ 55704 h 57723"/>
                          <a:gd name="connsiteX4" fmla="*/ 157550 w 157549"/>
                          <a:gd name="connsiteY4" fmla="*/ 13276 h 57723"/>
                          <a:gd name="connsiteX5" fmla="*/ 153799 w 157549"/>
                          <a:gd name="connsiteY5" fmla="*/ 0 h 57723"/>
                          <a:gd name="connsiteX6" fmla="*/ 32029 w 157549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49" h="57723" fill="norm" stroke="1" extrusionOk="0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3" name="Полилиния 22"/>
                      <p:cNvSpPr/>
                      <p:nvPr/>
                    </p:nvSpPr>
                    <p:spPr bwMode="auto">
                      <a:xfrm>
                        <a:off x="10464536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 fill="norm" stroke="1" extrusionOk="0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4" name="Полилиния 23"/>
                      <p:cNvSpPr/>
                      <p:nvPr/>
                    </p:nvSpPr>
                    <p:spPr bwMode="auto">
                      <a:xfrm>
                        <a:off x="10376968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5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2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 fill="norm" stroke="1" extrusionOk="0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5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2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5" name="Полилиния 24"/>
                      <p:cNvSpPr/>
                      <p:nvPr/>
                    </p:nvSpPr>
                    <p:spPr bwMode="auto">
                      <a:xfrm>
                        <a:off x="10615160" y="420579"/>
                        <a:ext cx="233838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3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 fill="norm" stroke="1" extrusionOk="0">
                            <a:moveTo>
                              <a:pt x="232862" y="49931"/>
                            </a:moveTo>
                            <a:cubicBezTo>
                              <a:pt x="225648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3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7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6" name="Полилиния 25"/>
                <p:cNvSpPr/>
                <p:nvPr/>
              </p:nvSpPr>
              <p:spPr bwMode="auto">
                <a:xfrm>
                  <a:off x="10571589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 fill="norm" stroke="1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27" name="Рисунок 7"/>
              <p:cNvGrpSpPr/>
              <p:nvPr/>
            </p:nvGrpSpPr>
            <p:grpSpPr bwMode="auto">
              <a:xfrm>
                <a:off x="10534654" y="276558"/>
                <a:ext cx="236031" cy="179521"/>
                <a:chOff x="10534654" y="276558"/>
                <a:chExt cx="236031" cy="179521"/>
              </a:xfrm>
              <a:solidFill>
                <a:srgbClr val="FFFFFF"/>
              </a:solidFill>
            </p:grpSpPr>
            <p:sp>
              <p:nvSpPr>
                <p:cNvPr id="28" name="Полилиния 27"/>
                <p:cNvSpPr/>
                <p:nvPr/>
              </p:nvSpPr>
              <p:spPr bwMode="auto">
                <a:xfrm>
                  <a:off x="10534654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 fill="norm" stroke="1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29" name="Полилиния 28"/>
                <p:cNvSpPr/>
                <p:nvPr/>
              </p:nvSpPr>
              <p:spPr bwMode="auto">
                <a:xfrm>
                  <a:off x="10562067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8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 fill="norm" stroke="1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0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8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30" name="Рисунок 7"/>
            <p:cNvGrpSpPr/>
            <p:nvPr/>
          </p:nvGrpSpPr>
          <p:grpSpPr bwMode="auto"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FFFFFF"/>
            </a:solidFill>
          </p:grpSpPr>
          <p:sp>
            <p:nvSpPr>
              <p:cNvPr id="31" name="Полилиния 30"/>
              <p:cNvSpPr/>
              <p:nvPr/>
            </p:nvSpPr>
            <p:spPr bwMode="auto"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 fill="norm" stroke="1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2" name="Полилиния 31"/>
              <p:cNvSpPr/>
              <p:nvPr/>
            </p:nvSpPr>
            <p:spPr bwMode="auto">
              <a:xfrm>
                <a:off x="10932279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5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7 w 163320"/>
                  <a:gd name="connsiteY5" fmla="*/ 0 h 211558"/>
                  <a:gd name="connsiteX6" fmla="*/ 32607 w 163320"/>
                  <a:gd name="connsiteY6" fmla="*/ 149216 h 211558"/>
                  <a:gd name="connsiteX7" fmla="*/ 144276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6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3" name="Полилиния 32"/>
              <p:cNvSpPr/>
              <p:nvPr/>
            </p:nvSpPr>
            <p:spPr bwMode="auto">
              <a:xfrm>
                <a:off x="11439268" y="665040"/>
                <a:ext cx="163320" cy="211558"/>
              </a:xfrm>
              <a:custGeom>
                <a:avLst/>
                <a:gdLst>
                  <a:gd name="connsiteX0" fmla="*/ 130714 w 163320"/>
                  <a:gd name="connsiteY0" fmla="*/ 211558 h 211558"/>
                  <a:gd name="connsiteX1" fmla="*/ 130714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6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4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 fill="norm" stroke="1" extrusionOk="0">
                    <a:moveTo>
                      <a:pt x="130714" y="211558"/>
                    </a:moveTo>
                    <a:lnTo>
                      <a:pt x="130714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6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4" y="211558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34" name="Рисунок 7"/>
            <p:cNvGrpSpPr/>
            <p:nvPr/>
          </p:nvGrpSpPr>
          <p:grpSpPr bwMode="auto">
            <a:xfrm>
              <a:off x="11254017" y="502836"/>
              <a:ext cx="378870" cy="92069"/>
              <a:chOff x="11254017" y="502836"/>
              <a:chExt cx="378870" cy="92069"/>
            </a:xfrm>
            <a:solidFill>
              <a:srgbClr val="FFFFFF"/>
            </a:solidFill>
          </p:grpSpPr>
          <p:sp>
            <p:nvSpPr>
              <p:cNvPr id="35" name="Полилиния 34"/>
              <p:cNvSpPr/>
              <p:nvPr/>
            </p:nvSpPr>
            <p:spPr bwMode="auto">
              <a:xfrm>
                <a:off x="11254017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 fill="norm" stroke="1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6" name="Полилиния 35"/>
              <p:cNvSpPr/>
              <p:nvPr/>
            </p:nvSpPr>
            <p:spPr bwMode="auto">
              <a:xfrm>
                <a:off x="11352413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 fill="norm" stroke="1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7" name="Полилиния 36"/>
              <p:cNvSpPr/>
              <p:nvPr/>
            </p:nvSpPr>
            <p:spPr bwMode="auto">
              <a:xfrm>
                <a:off x="11445327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 fill="norm" stroke="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8" name="Полилиния 37"/>
              <p:cNvSpPr/>
              <p:nvPr/>
            </p:nvSpPr>
            <p:spPr bwMode="auto">
              <a:xfrm>
                <a:off x="11539973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 fill="norm" stroke="1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39" name="Полилиния 38"/>
            <p:cNvSpPr/>
            <p:nvPr/>
          </p:nvSpPr>
          <p:spPr bwMode="auto">
            <a:xfrm>
              <a:off x="11108586" y="665040"/>
              <a:ext cx="318273" cy="210981"/>
            </a:xfrm>
            <a:custGeom>
              <a:avLst/>
              <a:gdLst>
                <a:gd name="connsiteX0" fmla="*/ 233439 w 318273"/>
                <a:gd name="connsiteY0" fmla="*/ 7504 h 210981"/>
                <a:gd name="connsiteX1" fmla="*/ 175152 w 318273"/>
                <a:gd name="connsiteY1" fmla="*/ 38964 h 210981"/>
                <a:gd name="connsiteX2" fmla="*/ 175152 w 318273"/>
                <a:gd name="connsiteY2" fmla="*/ 0 h 210981"/>
                <a:gd name="connsiteX3" fmla="*/ 142545 w 318273"/>
                <a:gd name="connsiteY3" fmla="*/ 0 h 210981"/>
                <a:gd name="connsiteX4" fmla="*/ 142545 w 318273"/>
                <a:gd name="connsiteY4" fmla="*/ 94956 h 210981"/>
                <a:gd name="connsiteX5" fmla="*/ 87720 w 318273"/>
                <a:gd name="connsiteY5" fmla="*/ 151237 h 210981"/>
                <a:gd name="connsiteX6" fmla="*/ 32895 w 318273"/>
                <a:gd name="connsiteY6" fmla="*/ 94956 h 210981"/>
                <a:gd name="connsiteX7" fmla="*/ 87720 w 318273"/>
                <a:gd name="connsiteY7" fmla="*/ 38386 h 210981"/>
                <a:gd name="connsiteX8" fmla="*/ 128406 w 318273"/>
                <a:gd name="connsiteY8" fmla="*/ 56281 h 210981"/>
                <a:gd name="connsiteX9" fmla="*/ 128406 w 318273"/>
                <a:gd name="connsiteY9" fmla="*/ 23090 h 210981"/>
                <a:gd name="connsiteX10" fmla="*/ 84546 w 318273"/>
                <a:gd name="connsiteY10" fmla="*/ 7504 h 210981"/>
                <a:gd name="connsiteX11" fmla="*/ 0 w 318273"/>
                <a:gd name="connsiteY11" fmla="*/ 94667 h 210981"/>
                <a:gd name="connsiteX12" fmla="*/ 84546 w 318273"/>
                <a:gd name="connsiteY12" fmla="*/ 181542 h 210981"/>
                <a:gd name="connsiteX13" fmla="*/ 142834 w 318273"/>
                <a:gd name="connsiteY13" fmla="*/ 150371 h 210981"/>
                <a:gd name="connsiteX14" fmla="*/ 142834 w 318273"/>
                <a:gd name="connsiteY14" fmla="*/ 210981 h 210981"/>
                <a:gd name="connsiteX15" fmla="*/ 176017 w 318273"/>
                <a:gd name="connsiteY15" fmla="*/ 210981 h 210981"/>
                <a:gd name="connsiteX16" fmla="*/ 176017 w 318273"/>
                <a:gd name="connsiteY16" fmla="*/ 90049 h 210981"/>
                <a:gd name="connsiteX17" fmla="*/ 176017 w 318273"/>
                <a:gd name="connsiteY17" fmla="*/ 90049 h 210981"/>
                <a:gd name="connsiteX18" fmla="*/ 230842 w 318273"/>
                <a:gd name="connsiteY18" fmla="*/ 37809 h 210981"/>
                <a:gd name="connsiteX19" fmla="*/ 285668 w 318273"/>
                <a:gd name="connsiteY19" fmla="*/ 94379 h 210981"/>
                <a:gd name="connsiteX20" fmla="*/ 230842 w 318273"/>
                <a:gd name="connsiteY20" fmla="*/ 150660 h 210981"/>
                <a:gd name="connsiteX21" fmla="*/ 190734 w 318273"/>
                <a:gd name="connsiteY21" fmla="*/ 133342 h 210981"/>
                <a:gd name="connsiteX22" fmla="*/ 190734 w 318273"/>
                <a:gd name="connsiteY22" fmla="*/ 166822 h 210981"/>
                <a:gd name="connsiteX23" fmla="*/ 234016 w 318273"/>
                <a:gd name="connsiteY23" fmla="*/ 181542 h 210981"/>
                <a:gd name="connsiteX24" fmla="*/ 318274 w 318273"/>
                <a:gd name="connsiteY24" fmla="*/ 94667 h 210981"/>
                <a:gd name="connsiteX25" fmla="*/ 233439 w 318273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3" h="210981" fill="norm" stroke="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2" y="37809"/>
                  </a:cubicBezTo>
                  <a:cubicBezTo>
                    <a:pt x="261717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2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0" y="181542"/>
                    <a:pt x="234016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FFFFF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0_Основ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schemeClr val="bg1"/>
              </a:solidFill>
            </a:endParaRPr>
          </a:p>
        </p:txBody>
      </p:sp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 bwMode="auto">
          <a:xfrm>
            <a:off x="559572" y="359101"/>
            <a:ext cx="9173513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1" name="Прямоугольник 10"/>
          <p:cNvSpPr/>
          <p:nvPr userDrawn="1"/>
        </p:nvSpPr>
        <p:spPr bwMode="auto"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fld id="{14D38384-7A71-42FD-A8FA-E9EF1AAD0FA2}" type="slidenum">
              <a:rPr lang="ru-RU" sz="1400">
                <a:solidFill>
                  <a:srgbClr val="8F9092"/>
                </a:solidFill>
                <a:latin typeface="Montserrat"/>
              </a:rPr>
              <a:t/>
            </a:fld>
            <a:endParaRPr lang="ru-RU" sz="1400">
              <a:solidFill>
                <a:srgbClr val="8F9092"/>
              </a:solidFill>
              <a:latin typeface="Montserrat"/>
            </a:endParaRPr>
          </a:p>
        </p:txBody>
      </p:sp>
      <p:grpSp>
        <p:nvGrpSpPr>
          <p:cNvPr id="2" name="Рисунок 7"/>
          <p:cNvGrpSpPr/>
          <p:nvPr/>
        </p:nvGrpSpPr>
        <p:grpSpPr bwMode="auto">
          <a:xfrm>
            <a:off x="9790188" y="-282498"/>
            <a:ext cx="1842699" cy="1159097"/>
            <a:chOff x="9790188" y="-282498"/>
            <a:chExt cx="1842699" cy="1159097"/>
          </a:xfrm>
          <a:solidFill>
            <a:srgbClr val="FFFFFF"/>
          </a:solidFill>
        </p:grpSpPr>
        <p:grpSp>
          <p:nvGrpSpPr>
            <p:cNvPr id="3" name="Рисунок 7"/>
            <p:cNvGrpSpPr/>
            <p:nvPr/>
          </p:nvGrpSpPr>
          <p:grpSpPr bwMode="auto">
            <a:xfrm>
              <a:off x="9790188" y="-282498"/>
              <a:ext cx="1058812" cy="1055771"/>
              <a:chOff x="9790188" y="-282498"/>
              <a:chExt cx="1058812" cy="1055771"/>
            </a:xfrm>
            <a:solidFill>
              <a:srgbClr val="FFFFFF"/>
            </a:solidFill>
          </p:grpSpPr>
          <p:grpSp>
            <p:nvGrpSpPr>
              <p:cNvPr id="4" name="Рисунок 7"/>
              <p:cNvGrpSpPr/>
              <p:nvPr/>
            </p:nvGrpSpPr>
            <p:grpSpPr bwMode="auto">
              <a:xfrm>
                <a:off x="9790188" y="-282498"/>
                <a:ext cx="1058812" cy="1055771"/>
                <a:chOff x="9790188" y="-282498"/>
                <a:chExt cx="1058812" cy="1055771"/>
              </a:xfrm>
              <a:solidFill>
                <a:srgbClr val="FFFFFF"/>
              </a:solidFill>
            </p:grpSpPr>
            <p:grpSp>
              <p:nvGrpSpPr>
                <p:cNvPr id="5" name="Рисунок 7"/>
                <p:cNvGrpSpPr/>
                <p:nvPr/>
              </p:nvGrpSpPr>
              <p:grpSpPr bwMode="auto">
                <a:xfrm>
                  <a:off x="9790188" y="-282498"/>
                  <a:ext cx="1058812" cy="1055771"/>
                  <a:chOff x="9790188" y="-282498"/>
                  <a:chExt cx="1058812" cy="1055771"/>
                </a:xfrm>
                <a:solidFill>
                  <a:srgbClr val="FFFFFF"/>
                </a:solidFill>
              </p:grpSpPr>
              <p:sp>
                <p:nvSpPr>
                  <p:cNvPr id="6" name="Полилиния 5"/>
                  <p:cNvSpPr/>
                  <p:nvPr/>
                </p:nvSpPr>
                <p:spPr bwMode="auto">
                  <a:xfrm>
                    <a:off x="9790188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 fill="norm" stroke="1" extrusionOk="0"/>
                    </a:pathLst>
                  </a:custGeom>
                  <a:solidFill>
                    <a:srgbClr val="FFFFF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7" name="Рисунок 7"/>
                  <p:cNvGrpSpPr/>
                  <p:nvPr/>
                </p:nvGrpSpPr>
                <p:grpSpPr bwMode="auto">
                  <a:xfrm>
                    <a:off x="10376968" y="413364"/>
                    <a:ext cx="472032" cy="359908"/>
                    <a:chOff x="10376968" y="413364"/>
                    <a:chExt cx="472032" cy="359908"/>
                  </a:xfrm>
                  <a:solidFill>
                    <a:srgbClr val="FFFFFF"/>
                  </a:solidFill>
                </p:grpSpPr>
                <p:grpSp>
                  <p:nvGrpSpPr>
                    <p:cNvPr id="9" name="Рисунок 7"/>
                    <p:cNvGrpSpPr/>
                    <p:nvPr/>
                  </p:nvGrpSpPr>
                  <p:grpSpPr bwMode="auto">
                    <a:xfrm>
                      <a:off x="10452558" y="413364"/>
                      <a:ext cx="320302" cy="359908"/>
                      <a:chOff x="10452558" y="413364"/>
                      <a:chExt cx="320302" cy="359908"/>
                    </a:xfrm>
                    <a:solidFill>
                      <a:srgbClr val="FFFFFF"/>
                    </a:solidFill>
                  </p:grpSpPr>
                  <p:sp>
                    <p:nvSpPr>
                      <p:cNvPr id="10" name="Полилиния 9"/>
                      <p:cNvSpPr/>
                      <p:nvPr/>
                    </p:nvSpPr>
                    <p:spPr bwMode="auto">
                      <a:xfrm>
                        <a:off x="10677776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3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 fill="norm" stroke="1" extrusionOk="0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3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4" name="Полилиния 13"/>
                      <p:cNvSpPr/>
                      <p:nvPr/>
                    </p:nvSpPr>
                    <p:spPr bwMode="auto">
                      <a:xfrm>
                        <a:off x="10466267" y="467913"/>
                        <a:ext cx="77042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 fill="norm" stroke="1" extrusionOk="0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3" y="8370"/>
                              <a:pt x="56556" y="9813"/>
                            </a:cubicBezTo>
                            <a:cubicBezTo>
                              <a:pt x="30009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16" name="Рисунок 7"/>
                      <p:cNvGrpSpPr/>
                      <p:nvPr/>
                    </p:nvGrpSpPr>
                    <p:grpSpPr bwMode="auto">
                      <a:xfrm>
                        <a:off x="10452558" y="413364"/>
                        <a:ext cx="320302" cy="223391"/>
                        <a:chOff x="10452558" y="413364"/>
                        <a:chExt cx="320302" cy="223391"/>
                      </a:xfrm>
                      <a:solidFill>
                        <a:srgbClr val="FFFFFF"/>
                      </a:solidFill>
                    </p:grpSpPr>
                    <p:sp>
                      <p:nvSpPr>
                        <p:cNvPr id="17" name="Полилиния 16"/>
                        <p:cNvSpPr/>
                        <p:nvPr/>
                      </p:nvSpPr>
                      <p:spPr bwMode="auto">
                        <a:xfrm>
                          <a:off x="10503202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 fill="norm" stroke="1" extrusionOk="0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19" name="Полилиния 18"/>
                        <p:cNvSpPr/>
                        <p:nvPr/>
                      </p:nvSpPr>
                      <p:spPr bwMode="auto">
                        <a:xfrm>
                          <a:off x="10452558" y="413364"/>
                          <a:ext cx="320302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5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69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 fill="norm" stroke="1" extrusionOk="0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5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69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FFFFF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20" name="Полилиния 19"/>
                      <p:cNvSpPr/>
                      <p:nvPr/>
                    </p:nvSpPr>
                    <p:spPr bwMode="auto">
                      <a:xfrm>
                        <a:off x="10454914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 fill="norm" stroke="1" extrusionOk="0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1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21" name="Рисунок 7"/>
                    <p:cNvGrpSpPr/>
                    <p:nvPr/>
                  </p:nvGrpSpPr>
                  <p:grpSpPr bwMode="auto">
                    <a:xfrm>
                      <a:off x="10376968" y="420579"/>
                      <a:ext cx="472032" cy="208672"/>
                      <a:chOff x="10376968" y="420579"/>
                      <a:chExt cx="472032" cy="208672"/>
                    </a:xfrm>
                    <a:solidFill>
                      <a:srgbClr val="FFFFFF"/>
                    </a:solidFill>
                  </p:grpSpPr>
                  <p:sp>
                    <p:nvSpPr>
                      <p:cNvPr id="22" name="Полилиния 21"/>
                      <p:cNvSpPr/>
                      <p:nvPr/>
                    </p:nvSpPr>
                    <p:spPr bwMode="auto">
                      <a:xfrm>
                        <a:off x="10598136" y="557962"/>
                        <a:ext cx="157548" cy="57723"/>
                      </a:xfrm>
                      <a:custGeom>
                        <a:avLst/>
                        <a:gdLst>
                          <a:gd name="connsiteX0" fmla="*/ 32029 w 157549"/>
                          <a:gd name="connsiteY0" fmla="*/ 42138 h 57723"/>
                          <a:gd name="connsiteX1" fmla="*/ 0 w 157549"/>
                          <a:gd name="connsiteY1" fmla="*/ 48777 h 57723"/>
                          <a:gd name="connsiteX2" fmla="*/ 25393 w 157549"/>
                          <a:gd name="connsiteY2" fmla="*/ 57724 h 57723"/>
                          <a:gd name="connsiteX3" fmla="*/ 34915 w 157549"/>
                          <a:gd name="connsiteY3" fmla="*/ 55704 h 57723"/>
                          <a:gd name="connsiteX4" fmla="*/ 157550 w 157549"/>
                          <a:gd name="connsiteY4" fmla="*/ 13276 h 57723"/>
                          <a:gd name="connsiteX5" fmla="*/ 153799 w 157549"/>
                          <a:gd name="connsiteY5" fmla="*/ 0 h 57723"/>
                          <a:gd name="connsiteX6" fmla="*/ 32029 w 157549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49" h="57723" fill="norm" stroke="1" extrusionOk="0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3" name="Полилиния 22"/>
                      <p:cNvSpPr/>
                      <p:nvPr/>
                    </p:nvSpPr>
                    <p:spPr bwMode="auto">
                      <a:xfrm>
                        <a:off x="10464536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 fill="norm" stroke="1" extrusionOk="0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4" name="Полилиния 23"/>
                      <p:cNvSpPr/>
                      <p:nvPr/>
                    </p:nvSpPr>
                    <p:spPr bwMode="auto">
                      <a:xfrm>
                        <a:off x="10376968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5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2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 fill="norm" stroke="1" extrusionOk="0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5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2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5" name="Полилиния 24"/>
                      <p:cNvSpPr/>
                      <p:nvPr/>
                    </p:nvSpPr>
                    <p:spPr bwMode="auto">
                      <a:xfrm>
                        <a:off x="10615160" y="420579"/>
                        <a:ext cx="233838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3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 fill="norm" stroke="1" extrusionOk="0">
                            <a:moveTo>
                              <a:pt x="232862" y="49931"/>
                            </a:moveTo>
                            <a:cubicBezTo>
                              <a:pt x="225648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3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7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FFFFF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6" name="Полилиния 25"/>
                <p:cNvSpPr/>
                <p:nvPr/>
              </p:nvSpPr>
              <p:spPr bwMode="auto">
                <a:xfrm>
                  <a:off x="10571589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 fill="norm" stroke="1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27" name="Рисунок 7"/>
              <p:cNvGrpSpPr/>
              <p:nvPr/>
            </p:nvGrpSpPr>
            <p:grpSpPr bwMode="auto">
              <a:xfrm>
                <a:off x="10534654" y="276558"/>
                <a:ext cx="236031" cy="179521"/>
                <a:chOff x="10534654" y="276558"/>
                <a:chExt cx="236031" cy="179521"/>
              </a:xfrm>
              <a:solidFill>
                <a:srgbClr val="FFFFFF"/>
              </a:solidFill>
            </p:grpSpPr>
            <p:sp>
              <p:nvSpPr>
                <p:cNvPr id="28" name="Полилиния 27"/>
                <p:cNvSpPr/>
                <p:nvPr/>
              </p:nvSpPr>
              <p:spPr bwMode="auto">
                <a:xfrm>
                  <a:off x="10534654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 fill="norm" stroke="1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29" name="Полилиния 28"/>
                <p:cNvSpPr/>
                <p:nvPr/>
              </p:nvSpPr>
              <p:spPr bwMode="auto">
                <a:xfrm>
                  <a:off x="10562067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8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 fill="norm" stroke="1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0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8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30" name="Рисунок 7"/>
            <p:cNvGrpSpPr/>
            <p:nvPr/>
          </p:nvGrpSpPr>
          <p:grpSpPr bwMode="auto"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FFFFFF"/>
            </a:solidFill>
          </p:grpSpPr>
          <p:sp>
            <p:nvSpPr>
              <p:cNvPr id="31" name="Полилиния 30"/>
              <p:cNvSpPr/>
              <p:nvPr/>
            </p:nvSpPr>
            <p:spPr bwMode="auto"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 fill="norm" stroke="1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2" name="Полилиния 31"/>
              <p:cNvSpPr/>
              <p:nvPr/>
            </p:nvSpPr>
            <p:spPr bwMode="auto">
              <a:xfrm>
                <a:off x="10932279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5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7 w 163320"/>
                  <a:gd name="connsiteY5" fmla="*/ 0 h 211558"/>
                  <a:gd name="connsiteX6" fmla="*/ 32607 w 163320"/>
                  <a:gd name="connsiteY6" fmla="*/ 149216 h 211558"/>
                  <a:gd name="connsiteX7" fmla="*/ 144276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6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3" name="Полилиния 32"/>
              <p:cNvSpPr/>
              <p:nvPr/>
            </p:nvSpPr>
            <p:spPr bwMode="auto">
              <a:xfrm>
                <a:off x="11439268" y="665040"/>
                <a:ext cx="163320" cy="211558"/>
              </a:xfrm>
              <a:custGeom>
                <a:avLst/>
                <a:gdLst>
                  <a:gd name="connsiteX0" fmla="*/ 130714 w 163320"/>
                  <a:gd name="connsiteY0" fmla="*/ 211558 h 211558"/>
                  <a:gd name="connsiteX1" fmla="*/ 130714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6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4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 fill="norm" stroke="1" extrusionOk="0">
                    <a:moveTo>
                      <a:pt x="130714" y="211558"/>
                    </a:moveTo>
                    <a:lnTo>
                      <a:pt x="130714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6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4" y="211558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34" name="Рисунок 7"/>
            <p:cNvGrpSpPr/>
            <p:nvPr/>
          </p:nvGrpSpPr>
          <p:grpSpPr bwMode="auto">
            <a:xfrm>
              <a:off x="11254017" y="502836"/>
              <a:ext cx="378870" cy="92069"/>
              <a:chOff x="11254017" y="502836"/>
              <a:chExt cx="378870" cy="92069"/>
            </a:xfrm>
            <a:solidFill>
              <a:srgbClr val="FFFFFF"/>
            </a:solidFill>
          </p:grpSpPr>
          <p:sp>
            <p:nvSpPr>
              <p:cNvPr id="35" name="Полилиния 34"/>
              <p:cNvSpPr/>
              <p:nvPr/>
            </p:nvSpPr>
            <p:spPr bwMode="auto">
              <a:xfrm>
                <a:off x="11254017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 fill="norm" stroke="1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6" name="Полилиния 35"/>
              <p:cNvSpPr/>
              <p:nvPr/>
            </p:nvSpPr>
            <p:spPr bwMode="auto">
              <a:xfrm>
                <a:off x="11352413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 fill="norm" stroke="1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7" name="Полилиния 36"/>
              <p:cNvSpPr/>
              <p:nvPr/>
            </p:nvSpPr>
            <p:spPr bwMode="auto">
              <a:xfrm>
                <a:off x="11445327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 fill="norm" stroke="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8" name="Полилиния 37"/>
              <p:cNvSpPr/>
              <p:nvPr/>
            </p:nvSpPr>
            <p:spPr bwMode="auto">
              <a:xfrm>
                <a:off x="11539973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 fill="norm" stroke="1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FFFFF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39" name="Полилиния 38"/>
            <p:cNvSpPr/>
            <p:nvPr/>
          </p:nvSpPr>
          <p:spPr bwMode="auto">
            <a:xfrm>
              <a:off x="11108586" y="665040"/>
              <a:ext cx="318273" cy="210981"/>
            </a:xfrm>
            <a:custGeom>
              <a:avLst/>
              <a:gdLst>
                <a:gd name="connsiteX0" fmla="*/ 233439 w 318273"/>
                <a:gd name="connsiteY0" fmla="*/ 7504 h 210981"/>
                <a:gd name="connsiteX1" fmla="*/ 175152 w 318273"/>
                <a:gd name="connsiteY1" fmla="*/ 38964 h 210981"/>
                <a:gd name="connsiteX2" fmla="*/ 175152 w 318273"/>
                <a:gd name="connsiteY2" fmla="*/ 0 h 210981"/>
                <a:gd name="connsiteX3" fmla="*/ 142545 w 318273"/>
                <a:gd name="connsiteY3" fmla="*/ 0 h 210981"/>
                <a:gd name="connsiteX4" fmla="*/ 142545 w 318273"/>
                <a:gd name="connsiteY4" fmla="*/ 94956 h 210981"/>
                <a:gd name="connsiteX5" fmla="*/ 87720 w 318273"/>
                <a:gd name="connsiteY5" fmla="*/ 151237 h 210981"/>
                <a:gd name="connsiteX6" fmla="*/ 32895 w 318273"/>
                <a:gd name="connsiteY6" fmla="*/ 94956 h 210981"/>
                <a:gd name="connsiteX7" fmla="*/ 87720 w 318273"/>
                <a:gd name="connsiteY7" fmla="*/ 38386 h 210981"/>
                <a:gd name="connsiteX8" fmla="*/ 128406 w 318273"/>
                <a:gd name="connsiteY8" fmla="*/ 56281 h 210981"/>
                <a:gd name="connsiteX9" fmla="*/ 128406 w 318273"/>
                <a:gd name="connsiteY9" fmla="*/ 23090 h 210981"/>
                <a:gd name="connsiteX10" fmla="*/ 84546 w 318273"/>
                <a:gd name="connsiteY10" fmla="*/ 7504 h 210981"/>
                <a:gd name="connsiteX11" fmla="*/ 0 w 318273"/>
                <a:gd name="connsiteY11" fmla="*/ 94667 h 210981"/>
                <a:gd name="connsiteX12" fmla="*/ 84546 w 318273"/>
                <a:gd name="connsiteY12" fmla="*/ 181542 h 210981"/>
                <a:gd name="connsiteX13" fmla="*/ 142834 w 318273"/>
                <a:gd name="connsiteY13" fmla="*/ 150371 h 210981"/>
                <a:gd name="connsiteX14" fmla="*/ 142834 w 318273"/>
                <a:gd name="connsiteY14" fmla="*/ 210981 h 210981"/>
                <a:gd name="connsiteX15" fmla="*/ 176017 w 318273"/>
                <a:gd name="connsiteY15" fmla="*/ 210981 h 210981"/>
                <a:gd name="connsiteX16" fmla="*/ 176017 w 318273"/>
                <a:gd name="connsiteY16" fmla="*/ 90049 h 210981"/>
                <a:gd name="connsiteX17" fmla="*/ 176017 w 318273"/>
                <a:gd name="connsiteY17" fmla="*/ 90049 h 210981"/>
                <a:gd name="connsiteX18" fmla="*/ 230842 w 318273"/>
                <a:gd name="connsiteY18" fmla="*/ 37809 h 210981"/>
                <a:gd name="connsiteX19" fmla="*/ 285668 w 318273"/>
                <a:gd name="connsiteY19" fmla="*/ 94379 h 210981"/>
                <a:gd name="connsiteX20" fmla="*/ 230842 w 318273"/>
                <a:gd name="connsiteY20" fmla="*/ 150660 h 210981"/>
                <a:gd name="connsiteX21" fmla="*/ 190734 w 318273"/>
                <a:gd name="connsiteY21" fmla="*/ 133342 h 210981"/>
                <a:gd name="connsiteX22" fmla="*/ 190734 w 318273"/>
                <a:gd name="connsiteY22" fmla="*/ 166822 h 210981"/>
                <a:gd name="connsiteX23" fmla="*/ 234016 w 318273"/>
                <a:gd name="connsiteY23" fmla="*/ 181542 h 210981"/>
                <a:gd name="connsiteX24" fmla="*/ 318274 w 318273"/>
                <a:gd name="connsiteY24" fmla="*/ 94667 h 210981"/>
                <a:gd name="connsiteX25" fmla="*/ 233439 w 318273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3" h="210981" fill="norm" stroke="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2" y="37809"/>
                  </a:cubicBezTo>
                  <a:cubicBezTo>
                    <a:pt x="261717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2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0" y="181542"/>
                    <a:pt x="234016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FFFFF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40" name="Текст 39"/>
          <p:cNvSpPr>
            <a:spLocks noGrp="1"/>
          </p:cNvSpPr>
          <p:nvPr>
            <p:ph type="body" sz="quarter" idx="10"/>
          </p:nvPr>
        </p:nvSpPr>
        <p:spPr bwMode="auto">
          <a:xfrm>
            <a:off x="559572" y="1438313"/>
            <a:ext cx="11169684" cy="506058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Шапка с логотипом без коня (белая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 bwMode="hidden">
          <a:xfrm>
            <a:off x="-1" y="-2"/>
            <a:ext cx="417299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schemeClr val="bg1"/>
              </a:solidFill>
            </a:endParaRPr>
          </a:p>
        </p:txBody>
      </p:sp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 bwMode="auto">
          <a:xfrm>
            <a:off x="559572" y="359101"/>
            <a:ext cx="2549388" cy="95410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fld id="{14D38384-7A71-42FD-A8FA-E9EF1AAD0FA2}" type="slidenum">
              <a:rPr lang="ru-RU" sz="1400">
                <a:solidFill>
                  <a:srgbClr val="8F9092"/>
                </a:solidFill>
                <a:latin typeface="Montserrat"/>
              </a:rPr>
              <a:t/>
            </a:fld>
            <a:endParaRPr lang="ru-RU" sz="1400">
              <a:solidFill>
                <a:srgbClr val="8F9092"/>
              </a:solidFill>
              <a:latin typeface="Montserrat"/>
            </a:endParaRPr>
          </a:p>
        </p:txBody>
      </p:sp>
      <p:sp>
        <p:nvSpPr>
          <p:cNvPr id="13" name="Текст 1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1"/>
                </a:solidFill>
                <a:latin typeface="Montserra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/>
              </a:defRPr>
            </a:lvl2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7" name="Текст 2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Основной текст</a:t>
            </a:r>
            <a:endParaRPr/>
          </a:p>
        </p:txBody>
      </p:sp>
      <p:grpSp>
        <p:nvGrpSpPr>
          <p:cNvPr id="2" name="Рисунок 8"/>
          <p:cNvGrpSpPr/>
          <p:nvPr/>
        </p:nvGrpSpPr>
        <p:grpSpPr bwMode="auto"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8"/>
            <p:cNvGrpSpPr/>
            <p:nvPr/>
          </p:nvGrpSpPr>
          <p:grpSpPr bwMode="auto"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8"/>
              <p:cNvGrpSpPr/>
              <p:nvPr/>
            </p:nvGrpSpPr>
            <p:grpSpPr bwMode="auto"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8"/>
                <p:cNvGrpSpPr/>
                <p:nvPr/>
              </p:nvGrpSpPr>
              <p:grpSpPr bwMode="auto"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/>
                  <p:cNvSpPr/>
                  <p:nvPr/>
                </p:nvSpPr>
                <p:spPr bwMode="auto"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 fill="norm" stroke="1" extrusionOk="0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8" name="Рисунок 8"/>
                  <p:cNvGrpSpPr/>
                  <p:nvPr/>
                </p:nvGrpSpPr>
                <p:grpSpPr bwMode="auto"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10" name="Рисунок 8"/>
                    <p:cNvGrpSpPr/>
                    <p:nvPr/>
                  </p:nvGrpSpPr>
                  <p:grpSpPr bwMode="auto">
                    <a:xfrm>
                      <a:off x="10452557" y="413364"/>
                      <a:ext cx="320302" cy="359908"/>
                      <a:chOff x="10452557" y="413364"/>
                      <a:chExt cx="320302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1" name="Полилиния 10"/>
                      <p:cNvSpPr/>
                      <p:nvPr/>
                    </p:nvSpPr>
                    <p:spPr bwMode="auto"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 fill="norm" stroke="1" extrusionOk="0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4" name="Полилиния 13"/>
                      <p:cNvSpPr/>
                      <p:nvPr/>
                    </p:nvSpPr>
                    <p:spPr bwMode="auto">
                      <a:xfrm>
                        <a:off x="10466265" y="467913"/>
                        <a:ext cx="77042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 fill="norm" stroke="1" extrusionOk="0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16" name="Рисунок 8"/>
                      <p:cNvGrpSpPr/>
                      <p:nvPr/>
                    </p:nvGrpSpPr>
                    <p:grpSpPr bwMode="auto">
                      <a:xfrm>
                        <a:off x="10452557" y="413364"/>
                        <a:ext cx="320302" cy="223391"/>
                        <a:chOff x="10452557" y="413364"/>
                        <a:chExt cx="320302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8" name="Полилиния 17"/>
                        <p:cNvSpPr/>
                        <p:nvPr/>
                      </p:nvSpPr>
                      <p:spPr bwMode="auto"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 fill="norm" stroke="1" extrusionOk="0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19" name="Полилиния 18"/>
                        <p:cNvSpPr/>
                        <p:nvPr/>
                      </p:nvSpPr>
                      <p:spPr bwMode="auto">
                        <a:xfrm>
                          <a:off x="10452557" y="413364"/>
                          <a:ext cx="320302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 fill="norm" stroke="1" extrusionOk="0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20" name="Полилиния 19"/>
                      <p:cNvSpPr/>
                      <p:nvPr/>
                    </p:nvSpPr>
                    <p:spPr bwMode="auto"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 fill="norm" stroke="1" extrusionOk="0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21" name="Рисунок 8"/>
                    <p:cNvGrpSpPr/>
                    <p:nvPr/>
                  </p:nvGrpSpPr>
                  <p:grpSpPr bwMode="auto"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2" name="Полилиния 21"/>
                      <p:cNvSpPr/>
                      <p:nvPr/>
                    </p:nvSpPr>
                    <p:spPr bwMode="auto"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 fill="norm" stroke="1" extrusionOk="0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3" name="Полилиния 22"/>
                      <p:cNvSpPr/>
                      <p:nvPr/>
                    </p:nvSpPr>
                    <p:spPr bwMode="auto"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 fill="norm" stroke="1" extrusionOk="0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4" name="Полилиния 23"/>
                      <p:cNvSpPr/>
                      <p:nvPr/>
                    </p:nvSpPr>
                    <p:spPr bwMode="auto"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 fill="norm" stroke="1" extrusionOk="0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5" name="Полилиния 24"/>
                      <p:cNvSpPr/>
                      <p:nvPr/>
                    </p:nvSpPr>
                    <p:spPr bwMode="auto">
                      <a:xfrm>
                        <a:off x="10615159" y="420579"/>
                        <a:ext cx="233838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 fill="norm" stroke="1" extrusionOk="0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6" name="Полилиния 25"/>
                <p:cNvSpPr/>
                <p:nvPr/>
              </p:nvSpPr>
              <p:spPr bwMode="auto"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 fill="norm" stroke="1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27" name="Рисунок 8"/>
              <p:cNvGrpSpPr/>
              <p:nvPr/>
            </p:nvGrpSpPr>
            <p:grpSpPr bwMode="auto"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8" name="Полилиния 27"/>
                <p:cNvSpPr/>
                <p:nvPr/>
              </p:nvSpPr>
              <p:spPr bwMode="auto"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 fill="norm" stroke="1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29" name="Полилиния 28"/>
                <p:cNvSpPr/>
                <p:nvPr/>
              </p:nvSpPr>
              <p:spPr bwMode="auto"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 fill="norm" stroke="1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30" name="Рисунок 8"/>
            <p:cNvGrpSpPr/>
            <p:nvPr/>
          </p:nvGrpSpPr>
          <p:grpSpPr bwMode="auto"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1" name="Полилиния 30"/>
              <p:cNvSpPr/>
              <p:nvPr/>
            </p:nvSpPr>
            <p:spPr bwMode="auto"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 fill="norm" stroke="1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2" name="Полилиния 31"/>
              <p:cNvSpPr/>
              <p:nvPr/>
            </p:nvSpPr>
            <p:spPr bwMode="auto"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3" name="Полилиния 32"/>
              <p:cNvSpPr/>
              <p:nvPr/>
            </p:nvSpPr>
            <p:spPr bwMode="auto"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34" name="Рисунок 8"/>
            <p:cNvGrpSpPr/>
            <p:nvPr/>
          </p:nvGrpSpPr>
          <p:grpSpPr bwMode="auto"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5" name="Полилиния 34"/>
              <p:cNvSpPr/>
              <p:nvPr/>
            </p:nvSpPr>
            <p:spPr bwMode="auto"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 fill="norm" stroke="1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6" name="Полилиния 35"/>
              <p:cNvSpPr/>
              <p:nvPr/>
            </p:nvSpPr>
            <p:spPr bwMode="auto"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 fill="norm" stroke="1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7" name="Полилиния 36"/>
              <p:cNvSpPr/>
              <p:nvPr/>
            </p:nvSpPr>
            <p:spPr bwMode="auto"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 fill="norm" stroke="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8" name="Полилиния 37"/>
              <p:cNvSpPr/>
              <p:nvPr/>
            </p:nvSpPr>
            <p:spPr bwMode="auto"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 fill="norm" stroke="1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39" name="Полилиния 38"/>
            <p:cNvSpPr/>
            <p:nvPr/>
          </p:nvSpPr>
          <p:spPr bwMode="auto"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 fill="norm" stroke="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Шапка с логотипом без коня (белая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 bwMode="auto"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fld id="{14D38384-7A71-42FD-A8FA-E9EF1AAD0FA2}" type="slidenum">
              <a:rPr lang="ru-RU" sz="1400">
                <a:solidFill>
                  <a:srgbClr val="8F9092"/>
                </a:solidFill>
                <a:latin typeface="Montserrat"/>
              </a:rPr>
              <a:t/>
            </a:fld>
            <a:endParaRPr lang="ru-RU" sz="1400">
              <a:solidFill>
                <a:srgbClr val="8F9092"/>
              </a:solidFill>
              <a:latin typeface="Montserrat"/>
            </a:endParaRPr>
          </a:p>
        </p:txBody>
      </p:sp>
      <p:sp>
        <p:nvSpPr>
          <p:cNvPr id="13" name="Текст 1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/>
              </a:defRPr>
            </a:lvl2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7" name="Текст 2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Основной текст</a:t>
            </a:r>
            <a:endParaRPr/>
          </a:p>
        </p:txBody>
      </p:sp>
      <p:grpSp>
        <p:nvGrpSpPr>
          <p:cNvPr id="2" name="Рисунок 6"/>
          <p:cNvGrpSpPr/>
          <p:nvPr/>
        </p:nvGrpSpPr>
        <p:grpSpPr bwMode="auto"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6"/>
            <p:cNvGrpSpPr/>
            <p:nvPr/>
          </p:nvGrpSpPr>
          <p:grpSpPr bwMode="auto"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6"/>
              <p:cNvGrpSpPr/>
              <p:nvPr/>
            </p:nvGrpSpPr>
            <p:grpSpPr bwMode="auto"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6"/>
                <p:cNvGrpSpPr/>
                <p:nvPr/>
              </p:nvGrpSpPr>
              <p:grpSpPr bwMode="auto"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/>
                  <p:cNvSpPr/>
                  <p:nvPr/>
                </p:nvSpPr>
                <p:spPr bwMode="auto"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 fill="norm" stroke="1" extrusionOk="0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8" name="Рисунок 6"/>
                  <p:cNvGrpSpPr/>
                  <p:nvPr/>
                </p:nvGrpSpPr>
                <p:grpSpPr bwMode="auto"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9" name="Рисунок 6"/>
                    <p:cNvGrpSpPr/>
                    <p:nvPr/>
                  </p:nvGrpSpPr>
                  <p:grpSpPr bwMode="auto">
                    <a:xfrm>
                      <a:off x="10452557" y="413364"/>
                      <a:ext cx="320302" cy="359908"/>
                      <a:chOff x="10452557" y="413364"/>
                      <a:chExt cx="320302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0" name="Полилиния 9"/>
                      <p:cNvSpPr/>
                      <p:nvPr/>
                    </p:nvSpPr>
                    <p:spPr bwMode="auto"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 fill="norm" stroke="1" extrusionOk="0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1" name="Полилиния 10"/>
                      <p:cNvSpPr/>
                      <p:nvPr/>
                    </p:nvSpPr>
                    <p:spPr bwMode="auto">
                      <a:xfrm>
                        <a:off x="10466265" y="467913"/>
                        <a:ext cx="77042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 fill="norm" stroke="1" extrusionOk="0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14" name="Рисунок 6"/>
                      <p:cNvGrpSpPr/>
                      <p:nvPr/>
                    </p:nvGrpSpPr>
                    <p:grpSpPr bwMode="auto">
                      <a:xfrm>
                        <a:off x="10452557" y="413364"/>
                        <a:ext cx="320302" cy="223391"/>
                        <a:chOff x="10452557" y="413364"/>
                        <a:chExt cx="320302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6" name="Полилиния 15"/>
                        <p:cNvSpPr/>
                        <p:nvPr/>
                      </p:nvSpPr>
                      <p:spPr bwMode="auto"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 fill="norm" stroke="1" extrusionOk="0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18" name="Полилиния 17"/>
                        <p:cNvSpPr/>
                        <p:nvPr/>
                      </p:nvSpPr>
                      <p:spPr bwMode="auto">
                        <a:xfrm>
                          <a:off x="10452557" y="413364"/>
                          <a:ext cx="320302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 fill="norm" stroke="1" extrusionOk="0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19" name="Полилиния 18"/>
                      <p:cNvSpPr/>
                      <p:nvPr/>
                    </p:nvSpPr>
                    <p:spPr bwMode="auto"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 fill="norm" stroke="1" extrusionOk="0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20" name="Рисунок 6"/>
                    <p:cNvGrpSpPr/>
                    <p:nvPr/>
                  </p:nvGrpSpPr>
                  <p:grpSpPr bwMode="auto"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1" name="Полилиния 20"/>
                      <p:cNvSpPr/>
                      <p:nvPr/>
                    </p:nvSpPr>
                    <p:spPr bwMode="auto"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 fill="norm" stroke="1" extrusionOk="0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2" name="Полилиния 21"/>
                      <p:cNvSpPr/>
                      <p:nvPr/>
                    </p:nvSpPr>
                    <p:spPr bwMode="auto"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 fill="norm" stroke="1" extrusionOk="0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3" name="Полилиния 22"/>
                      <p:cNvSpPr/>
                      <p:nvPr/>
                    </p:nvSpPr>
                    <p:spPr bwMode="auto"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 fill="norm" stroke="1" extrusionOk="0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4" name="Полилиния 23"/>
                      <p:cNvSpPr/>
                      <p:nvPr/>
                    </p:nvSpPr>
                    <p:spPr bwMode="auto">
                      <a:xfrm>
                        <a:off x="10615159" y="420579"/>
                        <a:ext cx="233838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 fill="norm" stroke="1" extrusionOk="0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5" name="Полилиния 24"/>
                <p:cNvSpPr/>
                <p:nvPr/>
              </p:nvSpPr>
              <p:spPr bwMode="auto"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 fill="norm" stroke="1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26" name="Рисунок 6"/>
              <p:cNvGrpSpPr/>
              <p:nvPr/>
            </p:nvGrpSpPr>
            <p:grpSpPr bwMode="auto"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7" name="Полилиния 26"/>
                <p:cNvSpPr/>
                <p:nvPr/>
              </p:nvSpPr>
              <p:spPr bwMode="auto"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 fill="norm" stroke="1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28" name="Полилиния 27"/>
                <p:cNvSpPr/>
                <p:nvPr/>
              </p:nvSpPr>
              <p:spPr bwMode="auto"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 fill="norm" stroke="1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29" name="Рисунок 6"/>
            <p:cNvGrpSpPr/>
            <p:nvPr/>
          </p:nvGrpSpPr>
          <p:grpSpPr bwMode="auto"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0" name="Полилиния 29"/>
              <p:cNvSpPr/>
              <p:nvPr/>
            </p:nvSpPr>
            <p:spPr bwMode="auto"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 fill="norm" stroke="1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1" name="Полилиния 30"/>
              <p:cNvSpPr/>
              <p:nvPr/>
            </p:nvSpPr>
            <p:spPr bwMode="auto"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2" name="Полилиния 31"/>
              <p:cNvSpPr/>
              <p:nvPr/>
            </p:nvSpPr>
            <p:spPr bwMode="auto"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33" name="Рисунок 6"/>
            <p:cNvGrpSpPr/>
            <p:nvPr/>
          </p:nvGrpSpPr>
          <p:grpSpPr bwMode="auto"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4" name="Полилиния 33"/>
              <p:cNvSpPr/>
              <p:nvPr/>
            </p:nvSpPr>
            <p:spPr bwMode="auto"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 fill="norm" stroke="1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5" name="Полилиния 34"/>
              <p:cNvSpPr/>
              <p:nvPr/>
            </p:nvSpPr>
            <p:spPr bwMode="auto"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 fill="norm" stroke="1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6" name="Полилиния 35"/>
              <p:cNvSpPr/>
              <p:nvPr/>
            </p:nvSpPr>
            <p:spPr bwMode="auto"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 fill="norm" stroke="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7" name="Полилиния 36"/>
              <p:cNvSpPr/>
              <p:nvPr/>
            </p:nvSpPr>
            <p:spPr bwMode="auto"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 fill="norm" stroke="1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38" name="Полилиния 37"/>
            <p:cNvSpPr/>
            <p:nvPr/>
          </p:nvSpPr>
          <p:spPr bwMode="auto"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 fill="norm" stroke="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Содержа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 bwMode="auto"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2"/>
                </a:solidFill>
                <a:latin typeface="Montserrat"/>
              </a:defRPr>
            </a:lvl1pPr>
          </a:lstStyle>
          <a:p>
            <a:pPr>
              <a:defRPr/>
            </a:pPr>
            <a:r>
              <a:rPr lang="ru-RU"/>
              <a:t>Содержание</a:t>
            </a:r>
            <a:endParaRPr/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fld id="{14D38384-7A71-42FD-A8FA-E9EF1AAD0FA2}" type="slidenum">
              <a:rPr lang="ru-RU" sz="1400">
                <a:solidFill>
                  <a:srgbClr val="8F9092"/>
                </a:solidFill>
                <a:latin typeface="Montserrat"/>
              </a:rPr>
              <a:t/>
            </a:fld>
            <a:endParaRPr lang="ru-RU" sz="1400">
              <a:solidFill>
                <a:srgbClr val="8F9092"/>
              </a:solidFill>
              <a:latin typeface="Montserrat"/>
            </a:endParaRPr>
          </a:p>
        </p:txBody>
      </p:sp>
      <p:sp>
        <p:nvSpPr>
          <p:cNvPr id="13" name="Текст 1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531227" y="1477455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4"/>
                </a:solidFill>
                <a:latin typeface="Montserra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/>
              </a:defRPr>
            </a:lvl2pPr>
          </a:lstStyle>
          <a:p>
            <a:pPr lvl="0"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7" name="Текст 2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531226" y="1845935"/>
            <a:ext cx="3893159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accent4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Дополнительная информация</a:t>
            </a:r>
            <a:endParaRPr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621710" y="1425441"/>
            <a:ext cx="2914142" cy="4922091"/>
          </a:xfrm>
          <a:prstGeom prst="roundRect">
            <a:avLst>
              <a:gd name="adj" fmla="val 5977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6" name="Текст 19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857099" y="1539565"/>
            <a:ext cx="674127" cy="523220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800" b="1">
                <a:solidFill>
                  <a:schemeClr val="accent2"/>
                </a:solidFill>
                <a:latin typeface="Montserra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/>
              </a:defRPr>
            </a:lvl2pPr>
          </a:lstStyle>
          <a:p>
            <a:pPr lvl="0">
              <a:defRPr/>
            </a:pPr>
            <a:r>
              <a:rPr lang="ru-RU"/>
              <a:t>00</a:t>
            </a:r>
            <a:endParaRPr/>
          </a:p>
        </p:txBody>
      </p:sp>
      <p:grpSp>
        <p:nvGrpSpPr>
          <p:cNvPr id="2" name="Рисунок 8"/>
          <p:cNvGrpSpPr/>
          <p:nvPr/>
        </p:nvGrpSpPr>
        <p:grpSpPr bwMode="auto"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8"/>
            <p:cNvGrpSpPr/>
            <p:nvPr/>
          </p:nvGrpSpPr>
          <p:grpSpPr bwMode="auto"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8"/>
              <p:cNvGrpSpPr/>
              <p:nvPr/>
            </p:nvGrpSpPr>
            <p:grpSpPr bwMode="auto"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8"/>
                <p:cNvGrpSpPr/>
                <p:nvPr/>
              </p:nvGrpSpPr>
              <p:grpSpPr bwMode="auto"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/>
                  <p:cNvSpPr/>
                  <p:nvPr/>
                </p:nvSpPr>
                <p:spPr bwMode="auto"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 fill="norm" stroke="1" extrusionOk="0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7" name="Рисунок 8"/>
                  <p:cNvGrpSpPr/>
                  <p:nvPr/>
                </p:nvGrpSpPr>
                <p:grpSpPr bwMode="auto"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8"/>
                    <p:cNvGrpSpPr/>
                    <p:nvPr/>
                  </p:nvGrpSpPr>
                  <p:grpSpPr bwMode="auto">
                    <a:xfrm>
                      <a:off x="10452557" y="413364"/>
                      <a:ext cx="320302" cy="359908"/>
                      <a:chOff x="10452557" y="413364"/>
                      <a:chExt cx="320302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1" name="Полилиния 10"/>
                      <p:cNvSpPr/>
                      <p:nvPr/>
                    </p:nvSpPr>
                    <p:spPr bwMode="auto"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 fill="norm" stroke="1" extrusionOk="0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4" name="Полилиния 13"/>
                      <p:cNvSpPr/>
                      <p:nvPr/>
                    </p:nvSpPr>
                    <p:spPr bwMode="auto">
                      <a:xfrm>
                        <a:off x="10466265" y="467913"/>
                        <a:ext cx="77042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 fill="norm" stroke="1" extrusionOk="0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18" name="Рисунок 8"/>
                      <p:cNvGrpSpPr/>
                      <p:nvPr/>
                    </p:nvGrpSpPr>
                    <p:grpSpPr bwMode="auto">
                      <a:xfrm>
                        <a:off x="10452557" y="413364"/>
                        <a:ext cx="320302" cy="223391"/>
                        <a:chOff x="10452557" y="413364"/>
                        <a:chExt cx="320302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9" name="Полилиния 18"/>
                        <p:cNvSpPr/>
                        <p:nvPr/>
                      </p:nvSpPr>
                      <p:spPr bwMode="auto"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 fill="norm" stroke="1" extrusionOk="0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20" name="Полилиния 19"/>
                        <p:cNvSpPr/>
                        <p:nvPr/>
                      </p:nvSpPr>
                      <p:spPr bwMode="auto">
                        <a:xfrm>
                          <a:off x="10452557" y="413364"/>
                          <a:ext cx="320302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 fill="norm" stroke="1" extrusionOk="0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21" name="Полилиния 20"/>
                      <p:cNvSpPr/>
                      <p:nvPr/>
                    </p:nvSpPr>
                    <p:spPr bwMode="auto"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 fill="norm" stroke="1" extrusionOk="0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22" name="Рисунок 8"/>
                    <p:cNvGrpSpPr/>
                    <p:nvPr/>
                  </p:nvGrpSpPr>
                  <p:grpSpPr bwMode="auto"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3" name="Полилиния 22"/>
                      <p:cNvSpPr/>
                      <p:nvPr/>
                    </p:nvSpPr>
                    <p:spPr bwMode="auto"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 fill="norm" stroke="1" extrusionOk="0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4" name="Полилиния 23"/>
                      <p:cNvSpPr/>
                      <p:nvPr/>
                    </p:nvSpPr>
                    <p:spPr bwMode="auto"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 fill="norm" stroke="1" extrusionOk="0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5" name="Полилиния 24"/>
                      <p:cNvSpPr/>
                      <p:nvPr/>
                    </p:nvSpPr>
                    <p:spPr bwMode="auto"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 fill="norm" stroke="1" extrusionOk="0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6" name="Полилиния 25"/>
                      <p:cNvSpPr/>
                      <p:nvPr/>
                    </p:nvSpPr>
                    <p:spPr bwMode="auto">
                      <a:xfrm>
                        <a:off x="10615159" y="420579"/>
                        <a:ext cx="233838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 fill="norm" stroke="1" extrusionOk="0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7" name="Полилиния 26"/>
                <p:cNvSpPr/>
                <p:nvPr/>
              </p:nvSpPr>
              <p:spPr bwMode="auto"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 fill="norm" stroke="1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28" name="Рисунок 8"/>
              <p:cNvGrpSpPr/>
              <p:nvPr/>
            </p:nvGrpSpPr>
            <p:grpSpPr bwMode="auto"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9" name="Полилиния 28"/>
                <p:cNvSpPr/>
                <p:nvPr/>
              </p:nvSpPr>
              <p:spPr bwMode="auto"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 fill="norm" stroke="1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30" name="Полилиния 29"/>
                <p:cNvSpPr/>
                <p:nvPr/>
              </p:nvSpPr>
              <p:spPr bwMode="auto"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 fill="norm" stroke="1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31" name="Рисунок 8"/>
            <p:cNvGrpSpPr/>
            <p:nvPr/>
          </p:nvGrpSpPr>
          <p:grpSpPr bwMode="auto"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2" name="Полилиния 31"/>
              <p:cNvSpPr/>
              <p:nvPr/>
            </p:nvSpPr>
            <p:spPr bwMode="auto"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 fill="norm" stroke="1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3" name="Полилиния 32"/>
              <p:cNvSpPr/>
              <p:nvPr/>
            </p:nvSpPr>
            <p:spPr bwMode="auto"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4" name="Полилиния 33"/>
              <p:cNvSpPr/>
              <p:nvPr/>
            </p:nvSpPr>
            <p:spPr bwMode="auto"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35" name="Рисунок 8"/>
            <p:cNvGrpSpPr/>
            <p:nvPr/>
          </p:nvGrpSpPr>
          <p:grpSpPr bwMode="auto"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6" name="Полилиния 35"/>
              <p:cNvSpPr/>
              <p:nvPr/>
            </p:nvSpPr>
            <p:spPr bwMode="auto"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 fill="norm" stroke="1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7" name="Полилиния 36"/>
              <p:cNvSpPr/>
              <p:nvPr/>
            </p:nvSpPr>
            <p:spPr bwMode="auto"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 fill="norm" stroke="1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8" name="Полилиния 37"/>
              <p:cNvSpPr/>
              <p:nvPr/>
            </p:nvSpPr>
            <p:spPr bwMode="auto"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 fill="norm" stroke="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9" name="Полилиния 38"/>
              <p:cNvSpPr/>
              <p:nvPr/>
            </p:nvSpPr>
            <p:spPr bwMode="auto"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 fill="norm" stroke="1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40" name="Полилиния 39"/>
            <p:cNvSpPr/>
            <p:nvPr/>
          </p:nvSpPr>
          <p:spPr bwMode="auto"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 fill="norm" stroke="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то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 bwMode="auto"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fld id="{14D38384-7A71-42FD-A8FA-E9EF1AAD0FA2}" type="slidenum">
              <a:rPr lang="ru-RU" sz="1400">
                <a:solidFill>
                  <a:srgbClr val="8F9092"/>
                </a:solidFill>
                <a:latin typeface="Montserrat"/>
              </a:rPr>
              <a:t/>
            </a:fld>
            <a:endParaRPr lang="ru-RU" sz="1400">
              <a:solidFill>
                <a:srgbClr val="8F9092"/>
              </a:solidFill>
              <a:latin typeface="Montserrat"/>
            </a:endParaRPr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0" y="4000884"/>
            <a:ext cx="12192000" cy="28571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6" name="Текст 1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/>
              </a:defRPr>
            </a:lvl2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Основной текст</a:t>
            </a:r>
            <a:endParaRPr/>
          </a:p>
        </p:txBody>
      </p:sp>
      <p:grpSp>
        <p:nvGrpSpPr>
          <p:cNvPr id="2" name="Рисунок 9"/>
          <p:cNvGrpSpPr/>
          <p:nvPr/>
        </p:nvGrpSpPr>
        <p:grpSpPr bwMode="auto"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9"/>
            <p:cNvGrpSpPr/>
            <p:nvPr/>
          </p:nvGrpSpPr>
          <p:grpSpPr bwMode="auto"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9"/>
              <p:cNvGrpSpPr/>
              <p:nvPr/>
            </p:nvGrpSpPr>
            <p:grpSpPr bwMode="auto"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7" name="Рисунок 9"/>
                <p:cNvGrpSpPr/>
                <p:nvPr/>
              </p:nvGrpSpPr>
              <p:grpSpPr bwMode="auto"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9" name="Полилиния 8"/>
                  <p:cNvSpPr/>
                  <p:nvPr/>
                </p:nvSpPr>
                <p:spPr bwMode="auto"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 fill="norm" stroke="1" extrusionOk="0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11" name="Рисунок 9"/>
                  <p:cNvGrpSpPr/>
                  <p:nvPr/>
                </p:nvGrpSpPr>
                <p:grpSpPr bwMode="auto"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13" name="Рисунок 9"/>
                    <p:cNvGrpSpPr/>
                    <p:nvPr/>
                  </p:nvGrpSpPr>
                  <p:grpSpPr bwMode="auto">
                    <a:xfrm>
                      <a:off x="10452557" y="413364"/>
                      <a:ext cx="320302" cy="359908"/>
                      <a:chOff x="10452557" y="413364"/>
                      <a:chExt cx="320302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4" name="Полилиния 13"/>
                      <p:cNvSpPr/>
                      <p:nvPr/>
                    </p:nvSpPr>
                    <p:spPr bwMode="auto"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 fill="norm" stroke="1" extrusionOk="0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6" name="Полилиния 15"/>
                      <p:cNvSpPr/>
                      <p:nvPr/>
                    </p:nvSpPr>
                    <p:spPr bwMode="auto">
                      <a:xfrm>
                        <a:off x="10466265" y="467913"/>
                        <a:ext cx="77042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 fill="norm" stroke="1" extrusionOk="0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17" name="Рисунок 9"/>
                      <p:cNvGrpSpPr/>
                      <p:nvPr/>
                    </p:nvGrpSpPr>
                    <p:grpSpPr bwMode="auto">
                      <a:xfrm>
                        <a:off x="10452557" y="413364"/>
                        <a:ext cx="320302" cy="223391"/>
                        <a:chOff x="10452557" y="413364"/>
                        <a:chExt cx="320302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8" name="Полилиния 17"/>
                        <p:cNvSpPr/>
                        <p:nvPr/>
                      </p:nvSpPr>
                      <p:spPr bwMode="auto"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 fill="norm" stroke="1" extrusionOk="0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19" name="Полилиния 18"/>
                        <p:cNvSpPr/>
                        <p:nvPr/>
                      </p:nvSpPr>
                      <p:spPr bwMode="auto">
                        <a:xfrm>
                          <a:off x="10452557" y="413364"/>
                          <a:ext cx="320302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 fill="norm" stroke="1" extrusionOk="0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20" name="Полилиния 19"/>
                      <p:cNvSpPr/>
                      <p:nvPr/>
                    </p:nvSpPr>
                    <p:spPr bwMode="auto"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 fill="norm" stroke="1" extrusionOk="0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21" name="Рисунок 9"/>
                    <p:cNvGrpSpPr/>
                    <p:nvPr/>
                  </p:nvGrpSpPr>
                  <p:grpSpPr bwMode="auto"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2" name="Полилиния 21"/>
                      <p:cNvSpPr/>
                      <p:nvPr/>
                    </p:nvSpPr>
                    <p:spPr bwMode="auto"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 fill="norm" stroke="1" extrusionOk="0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3" name="Полилиния 22"/>
                      <p:cNvSpPr/>
                      <p:nvPr/>
                    </p:nvSpPr>
                    <p:spPr bwMode="auto"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 fill="norm" stroke="1" extrusionOk="0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4" name="Полилиния 23"/>
                      <p:cNvSpPr/>
                      <p:nvPr/>
                    </p:nvSpPr>
                    <p:spPr bwMode="auto"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 fill="norm" stroke="1" extrusionOk="0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5" name="Полилиния 24"/>
                      <p:cNvSpPr/>
                      <p:nvPr/>
                    </p:nvSpPr>
                    <p:spPr bwMode="auto">
                      <a:xfrm>
                        <a:off x="10615159" y="420579"/>
                        <a:ext cx="233838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 fill="norm" stroke="1" extrusionOk="0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6" name="Полилиния 25"/>
                <p:cNvSpPr/>
                <p:nvPr/>
              </p:nvSpPr>
              <p:spPr bwMode="auto"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 fill="norm" stroke="1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27" name="Рисунок 9"/>
              <p:cNvGrpSpPr/>
              <p:nvPr/>
            </p:nvGrpSpPr>
            <p:grpSpPr bwMode="auto"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8" name="Полилиния 27"/>
                <p:cNvSpPr/>
                <p:nvPr/>
              </p:nvSpPr>
              <p:spPr bwMode="auto"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 fill="norm" stroke="1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29" name="Полилиния 28"/>
                <p:cNvSpPr/>
                <p:nvPr/>
              </p:nvSpPr>
              <p:spPr bwMode="auto"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 fill="norm" stroke="1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30" name="Рисунок 9"/>
            <p:cNvGrpSpPr/>
            <p:nvPr/>
          </p:nvGrpSpPr>
          <p:grpSpPr bwMode="auto"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1" name="Полилиния 30"/>
              <p:cNvSpPr/>
              <p:nvPr/>
            </p:nvSpPr>
            <p:spPr bwMode="auto"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 fill="norm" stroke="1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2" name="Полилиния 31"/>
              <p:cNvSpPr/>
              <p:nvPr/>
            </p:nvSpPr>
            <p:spPr bwMode="auto"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3" name="Полилиния 32"/>
              <p:cNvSpPr/>
              <p:nvPr/>
            </p:nvSpPr>
            <p:spPr bwMode="auto"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34" name="Рисунок 9"/>
            <p:cNvGrpSpPr/>
            <p:nvPr/>
          </p:nvGrpSpPr>
          <p:grpSpPr bwMode="auto"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5" name="Полилиния 34"/>
              <p:cNvSpPr/>
              <p:nvPr/>
            </p:nvSpPr>
            <p:spPr bwMode="auto"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 fill="norm" stroke="1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6" name="Полилиния 35"/>
              <p:cNvSpPr/>
              <p:nvPr/>
            </p:nvSpPr>
            <p:spPr bwMode="auto"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 fill="norm" stroke="1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7" name="Полилиния 36"/>
              <p:cNvSpPr/>
              <p:nvPr/>
            </p:nvSpPr>
            <p:spPr bwMode="auto"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 fill="norm" stroke="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8" name="Полилиния 37"/>
              <p:cNvSpPr/>
              <p:nvPr/>
            </p:nvSpPr>
            <p:spPr bwMode="auto"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 fill="norm" stroke="1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39" name="Полилиния 38"/>
            <p:cNvSpPr/>
            <p:nvPr/>
          </p:nvSpPr>
          <p:spPr bwMode="auto"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 fill="norm" stroke="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то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 bwMode="auto"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4"/>
                </a:solidFill>
                <a:latin typeface="Montserrat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fld id="{14D38384-7A71-42FD-A8FA-E9EF1AAD0FA2}" type="slidenum">
              <a:rPr lang="ru-RU" sz="1400">
                <a:solidFill>
                  <a:srgbClr val="8F9092"/>
                </a:solidFill>
                <a:latin typeface="Montserrat"/>
              </a:rPr>
              <a:t/>
            </a:fld>
            <a:endParaRPr lang="ru-RU" sz="1400">
              <a:solidFill>
                <a:srgbClr val="8F9092"/>
              </a:solidFill>
              <a:latin typeface="Montserrat"/>
            </a:endParaRPr>
          </a:p>
        </p:txBody>
      </p:sp>
      <p:sp>
        <p:nvSpPr>
          <p:cNvPr id="10" name="Рисунок 4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559572" y="3429000"/>
            <a:ext cx="3461412" cy="3024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1" name="Текст 1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4"/>
                </a:solidFill>
                <a:latin typeface="Montserra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/>
              </a:defRPr>
            </a:lvl2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3" name="Текст 2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Основной текст</a:t>
            </a:r>
            <a:endParaRPr/>
          </a:p>
        </p:txBody>
      </p:sp>
      <p:sp>
        <p:nvSpPr>
          <p:cNvPr id="14" name="Рисунок 4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4365294" y="3428999"/>
            <a:ext cx="3461412" cy="3024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6" name="Рисунок 4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8171015" y="3428999"/>
            <a:ext cx="3461412" cy="3024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grpSp>
        <p:nvGrpSpPr>
          <p:cNvPr id="2" name="Рисунок 17"/>
          <p:cNvGrpSpPr/>
          <p:nvPr/>
        </p:nvGrpSpPr>
        <p:grpSpPr bwMode="auto">
          <a:xfrm>
            <a:off x="9784686" y="-282498"/>
            <a:ext cx="1842699" cy="1159097"/>
            <a:chOff x="9784686" y="-282498"/>
            <a:chExt cx="1842699" cy="1159097"/>
          </a:xfrm>
          <a:solidFill>
            <a:srgbClr val="797D82"/>
          </a:solidFill>
        </p:grpSpPr>
        <p:grpSp>
          <p:nvGrpSpPr>
            <p:cNvPr id="3" name="Рисунок 17"/>
            <p:cNvGrpSpPr/>
            <p:nvPr/>
          </p:nvGrpSpPr>
          <p:grpSpPr bwMode="auto">
            <a:xfrm>
              <a:off x="9784686" y="-282498"/>
              <a:ext cx="1058812" cy="1055771"/>
              <a:chOff x="9784686" y="-282498"/>
              <a:chExt cx="1058812" cy="1055771"/>
            </a:xfrm>
            <a:solidFill>
              <a:srgbClr val="797D82"/>
            </a:solidFill>
          </p:grpSpPr>
          <p:grpSp>
            <p:nvGrpSpPr>
              <p:cNvPr id="4" name="Рисунок 17"/>
              <p:cNvGrpSpPr/>
              <p:nvPr/>
            </p:nvGrpSpPr>
            <p:grpSpPr bwMode="auto">
              <a:xfrm>
                <a:off x="9784686" y="-282498"/>
                <a:ext cx="1058812" cy="1055771"/>
                <a:chOff x="9784686" y="-282498"/>
                <a:chExt cx="1058812" cy="1055771"/>
              </a:xfrm>
              <a:solidFill>
                <a:srgbClr val="797D82"/>
              </a:solidFill>
            </p:grpSpPr>
            <p:grpSp>
              <p:nvGrpSpPr>
                <p:cNvPr id="5" name="Рисунок 17"/>
                <p:cNvGrpSpPr/>
                <p:nvPr/>
              </p:nvGrpSpPr>
              <p:grpSpPr bwMode="auto">
                <a:xfrm>
                  <a:off x="9784686" y="-282498"/>
                  <a:ext cx="1058812" cy="1055771"/>
                  <a:chOff x="9784686" y="-282498"/>
                  <a:chExt cx="1058812" cy="1055771"/>
                </a:xfrm>
                <a:solidFill>
                  <a:srgbClr val="797D82"/>
                </a:solidFill>
              </p:grpSpPr>
              <p:sp>
                <p:nvSpPr>
                  <p:cNvPr id="6" name="Полилиния 5"/>
                  <p:cNvSpPr/>
                  <p:nvPr/>
                </p:nvSpPr>
                <p:spPr bwMode="auto">
                  <a:xfrm>
                    <a:off x="97846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 fill="norm" stroke="1" extrusionOk="0"/>
                    </a:pathLst>
                  </a:custGeom>
                  <a:solidFill>
                    <a:srgbClr val="797D82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7" name="Рисунок 17"/>
                  <p:cNvGrpSpPr/>
                  <p:nvPr/>
                </p:nvGrpSpPr>
                <p:grpSpPr bwMode="auto">
                  <a:xfrm>
                    <a:off x="10371466" y="413364"/>
                    <a:ext cx="472032" cy="359908"/>
                    <a:chOff x="10371466" y="413364"/>
                    <a:chExt cx="472032" cy="359908"/>
                  </a:xfrm>
                  <a:solidFill>
                    <a:srgbClr val="797D82"/>
                  </a:solidFill>
                </p:grpSpPr>
                <p:grpSp>
                  <p:nvGrpSpPr>
                    <p:cNvPr id="8" name="Рисунок 17"/>
                    <p:cNvGrpSpPr/>
                    <p:nvPr/>
                  </p:nvGrpSpPr>
                  <p:grpSpPr bwMode="auto">
                    <a:xfrm>
                      <a:off x="10447056" y="413364"/>
                      <a:ext cx="320302" cy="359908"/>
                      <a:chOff x="10447056" y="413364"/>
                      <a:chExt cx="320302" cy="359908"/>
                    </a:xfrm>
                    <a:solidFill>
                      <a:srgbClr val="797D82"/>
                    </a:solidFill>
                  </p:grpSpPr>
                  <p:sp>
                    <p:nvSpPr>
                      <p:cNvPr id="9" name="Полилиния 8"/>
                      <p:cNvSpPr/>
                      <p:nvPr/>
                    </p:nvSpPr>
                    <p:spPr bwMode="auto">
                      <a:xfrm>
                        <a:off x="10672274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3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 fill="norm" stroke="1" extrusionOk="0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3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7" name="Полилиния 16"/>
                      <p:cNvSpPr/>
                      <p:nvPr/>
                    </p:nvSpPr>
                    <p:spPr bwMode="auto">
                      <a:xfrm>
                        <a:off x="10460765" y="467913"/>
                        <a:ext cx="77042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 fill="norm" stroke="1" extrusionOk="0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3" y="8370"/>
                              <a:pt x="56556" y="9813"/>
                            </a:cubicBezTo>
                            <a:cubicBezTo>
                              <a:pt x="30009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19" name="Рисунок 17"/>
                      <p:cNvGrpSpPr/>
                      <p:nvPr/>
                    </p:nvGrpSpPr>
                    <p:grpSpPr bwMode="auto">
                      <a:xfrm>
                        <a:off x="10447056" y="413364"/>
                        <a:ext cx="320302" cy="223391"/>
                        <a:chOff x="10447056" y="413364"/>
                        <a:chExt cx="320302" cy="223391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20" name="Полилиния 19"/>
                        <p:cNvSpPr/>
                        <p:nvPr/>
                      </p:nvSpPr>
                      <p:spPr bwMode="auto">
                        <a:xfrm>
                          <a:off x="104977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 fill="norm" stroke="1" extrusionOk="0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21" name="Полилиния 20"/>
                        <p:cNvSpPr/>
                        <p:nvPr/>
                      </p:nvSpPr>
                      <p:spPr bwMode="auto">
                        <a:xfrm>
                          <a:off x="10447056" y="413364"/>
                          <a:ext cx="320302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5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69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 fill="norm" stroke="1" extrusionOk="0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5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69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22" name="Полилиния 21"/>
                      <p:cNvSpPr/>
                      <p:nvPr/>
                    </p:nvSpPr>
                    <p:spPr bwMode="auto">
                      <a:xfrm>
                        <a:off x="104494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 fill="norm" stroke="1" extrusionOk="0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1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23" name="Рисунок 17"/>
                    <p:cNvGrpSpPr/>
                    <p:nvPr/>
                  </p:nvGrpSpPr>
                  <p:grpSpPr bwMode="auto">
                    <a:xfrm>
                      <a:off x="10371466" y="420579"/>
                      <a:ext cx="472032" cy="208672"/>
                      <a:chOff x="10371466" y="420579"/>
                      <a:chExt cx="472032" cy="208672"/>
                    </a:xfrm>
                    <a:solidFill>
                      <a:srgbClr val="797D82"/>
                    </a:solidFill>
                  </p:grpSpPr>
                  <p:sp>
                    <p:nvSpPr>
                      <p:cNvPr id="24" name="Полилиния 23"/>
                      <p:cNvSpPr/>
                      <p:nvPr/>
                    </p:nvSpPr>
                    <p:spPr bwMode="auto">
                      <a:xfrm>
                        <a:off x="10592634" y="557962"/>
                        <a:ext cx="157548" cy="57723"/>
                      </a:xfrm>
                      <a:custGeom>
                        <a:avLst/>
                        <a:gdLst>
                          <a:gd name="connsiteX0" fmla="*/ 32029 w 157549"/>
                          <a:gd name="connsiteY0" fmla="*/ 42138 h 57723"/>
                          <a:gd name="connsiteX1" fmla="*/ 0 w 157549"/>
                          <a:gd name="connsiteY1" fmla="*/ 48777 h 57723"/>
                          <a:gd name="connsiteX2" fmla="*/ 25393 w 157549"/>
                          <a:gd name="connsiteY2" fmla="*/ 57724 h 57723"/>
                          <a:gd name="connsiteX3" fmla="*/ 34915 w 157549"/>
                          <a:gd name="connsiteY3" fmla="*/ 55704 h 57723"/>
                          <a:gd name="connsiteX4" fmla="*/ 157550 w 157549"/>
                          <a:gd name="connsiteY4" fmla="*/ 13276 h 57723"/>
                          <a:gd name="connsiteX5" fmla="*/ 153799 w 157549"/>
                          <a:gd name="connsiteY5" fmla="*/ 0 h 57723"/>
                          <a:gd name="connsiteX6" fmla="*/ 32029 w 157549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49" h="57723" fill="norm" stroke="1" extrusionOk="0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5" name="Полилиния 24"/>
                      <p:cNvSpPr/>
                      <p:nvPr/>
                    </p:nvSpPr>
                    <p:spPr bwMode="auto">
                      <a:xfrm>
                        <a:off x="104590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 fill="norm" stroke="1" extrusionOk="0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6" name="Полилиния 25"/>
                      <p:cNvSpPr/>
                      <p:nvPr/>
                    </p:nvSpPr>
                    <p:spPr bwMode="auto">
                      <a:xfrm>
                        <a:off x="103714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5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2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 fill="norm" stroke="1" extrusionOk="0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5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2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7" name="Полилиния 26"/>
                      <p:cNvSpPr/>
                      <p:nvPr/>
                    </p:nvSpPr>
                    <p:spPr bwMode="auto">
                      <a:xfrm>
                        <a:off x="10609658" y="420579"/>
                        <a:ext cx="233838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3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 fill="norm" stroke="1" extrusionOk="0">
                            <a:moveTo>
                              <a:pt x="232862" y="49931"/>
                            </a:moveTo>
                            <a:cubicBezTo>
                              <a:pt x="225648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3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7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8" name="Полилиния 27"/>
                <p:cNvSpPr/>
                <p:nvPr/>
              </p:nvSpPr>
              <p:spPr bwMode="auto">
                <a:xfrm>
                  <a:off x="105660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 fill="norm" stroke="1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29" name="Рисунок 17"/>
              <p:cNvGrpSpPr/>
              <p:nvPr/>
            </p:nvGrpSpPr>
            <p:grpSpPr bwMode="auto">
              <a:xfrm>
                <a:off x="10529152" y="276558"/>
                <a:ext cx="236031" cy="179521"/>
                <a:chOff x="10529152" y="276558"/>
                <a:chExt cx="236031" cy="179521"/>
              </a:xfrm>
              <a:solidFill>
                <a:srgbClr val="797D82"/>
              </a:solidFill>
            </p:grpSpPr>
            <p:sp>
              <p:nvSpPr>
                <p:cNvPr id="30" name="Полилиния 29"/>
                <p:cNvSpPr/>
                <p:nvPr/>
              </p:nvSpPr>
              <p:spPr bwMode="auto">
                <a:xfrm>
                  <a:off x="105291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 fill="norm" stroke="1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31" name="Полилиния 30"/>
                <p:cNvSpPr/>
                <p:nvPr/>
              </p:nvSpPr>
              <p:spPr bwMode="auto">
                <a:xfrm>
                  <a:off x="105565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8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 fill="norm" stroke="1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0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8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32" name="Рисунок 17"/>
            <p:cNvGrpSpPr/>
            <p:nvPr/>
          </p:nvGrpSpPr>
          <p:grpSpPr bwMode="auto">
            <a:xfrm>
              <a:off x="10692473" y="665040"/>
              <a:ext cx="904613" cy="211558"/>
              <a:chOff x="10692473" y="665040"/>
              <a:chExt cx="904613" cy="211558"/>
            </a:xfrm>
            <a:solidFill>
              <a:srgbClr val="797D82"/>
            </a:solidFill>
          </p:grpSpPr>
          <p:sp>
            <p:nvSpPr>
              <p:cNvPr id="33" name="Полилиния 32"/>
              <p:cNvSpPr/>
              <p:nvPr/>
            </p:nvSpPr>
            <p:spPr bwMode="auto">
              <a:xfrm>
                <a:off x="10692473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 fill="norm" stroke="1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4" name="Полилиния 33"/>
              <p:cNvSpPr/>
              <p:nvPr/>
            </p:nvSpPr>
            <p:spPr bwMode="auto">
              <a:xfrm>
                <a:off x="10926778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5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7 w 163320"/>
                  <a:gd name="connsiteY5" fmla="*/ 0 h 211558"/>
                  <a:gd name="connsiteX6" fmla="*/ 32607 w 163320"/>
                  <a:gd name="connsiteY6" fmla="*/ 149216 h 211558"/>
                  <a:gd name="connsiteX7" fmla="*/ 144276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6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5" name="Полилиния 34"/>
              <p:cNvSpPr/>
              <p:nvPr/>
            </p:nvSpPr>
            <p:spPr bwMode="auto">
              <a:xfrm>
                <a:off x="11433766" y="665040"/>
                <a:ext cx="163320" cy="211558"/>
              </a:xfrm>
              <a:custGeom>
                <a:avLst/>
                <a:gdLst>
                  <a:gd name="connsiteX0" fmla="*/ 130714 w 163320"/>
                  <a:gd name="connsiteY0" fmla="*/ 211558 h 211558"/>
                  <a:gd name="connsiteX1" fmla="*/ 130714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6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4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 fill="norm" stroke="1" extrusionOk="0">
                    <a:moveTo>
                      <a:pt x="130714" y="211558"/>
                    </a:moveTo>
                    <a:lnTo>
                      <a:pt x="130714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6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4" y="211558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36" name="Рисунок 17"/>
            <p:cNvGrpSpPr/>
            <p:nvPr/>
          </p:nvGrpSpPr>
          <p:grpSpPr bwMode="auto">
            <a:xfrm>
              <a:off x="11248515" y="502836"/>
              <a:ext cx="378870" cy="92069"/>
              <a:chOff x="11248515" y="502836"/>
              <a:chExt cx="378870" cy="92069"/>
            </a:xfrm>
            <a:solidFill>
              <a:srgbClr val="797D82"/>
            </a:solidFill>
          </p:grpSpPr>
          <p:sp>
            <p:nvSpPr>
              <p:cNvPr id="37" name="Полилиния 36"/>
              <p:cNvSpPr/>
              <p:nvPr/>
            </p:nvSpPr>
            <p:spPr bwMode="auto">
              <a:xfrm>
                <a:off x="112485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 fill="norm" stroke="1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8" name="Полилиния 37"/>
              <p:cNvSpPr/>
              <p:nvPr/>
            </p:nvSpPr>
            <p:spPr bwMode="auto">
              <a:xfrm>
                <a:off x="11346911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 fill="norm" stroke="1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9" name="Полилиния 38"/>
              <p:cNvSpPr/>
              <p:nvPr/>
            </p:nvSpPr>
            <p:spPr bwMode="auto">
              <a:xfrm>
                <a:off x="11439825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 fill="norm" stroke="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0" name="Полилиния 39"/>
              <p:cNvSpPr/>
              <p:nvPr/>
            </p:nvSpPr>
            <p:spPr bwMode="auto">
              <a:xfrm>
                <a:off x="115344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 fill="norm" stroke="1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797D82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41" name="Полилиния 40"/>
            <p:cNvSpPr/>
            <p:nvPr/>
          </p:nvSpPr>
          <p:spPr bwMode="auto">
            <a:xfrm>
              <a:off x="11103084" y="665040"/>
              <a:ext cx="318273" cy="210981"/>
            </a:xfrm>
            <a:custGeom>
              <a:avLst/>
              <a:gdLst>
                <a:gd name="connsiteX0" fmla="*/ 233439 w 318273"/>
                <a:gd name="connsiteY0" fmla="*/ 7504 h 210981"/>
                <a:gd name="connsiteX1" fmla="*/ 175152 w 318273"/>
                <a:gd name="connsiteY1" fmla="*/ 38964 h 210981"/>
                <a:gd name="connsiteX2" fmla="*/ 175152 w 318273"/>
                <a:gd name="connsiteY2" fmla="*/ 0 h 210981"/>
                <a:gd name="connsiteX3" fmla="*/ 142545 w 318273"/>
                <a:gd name="connsiteY3" fmla="*/ 0 h 210981"/>
                <a:gd name="connsiteX4" fmla="*/ 142545 w 318273"/>
                <a:gd name="connsiteY4" fmla="*/ 94956 h 210981"/>
                <a:gd name="connsiteX5" fmla="*/ 87720 w 318273"/>
                <a:gd name="connsiteY5" fmla="*/ 151237 h 210981"/>
                <a:gd name="connsiteX6" fmla="*/ 32895 w 318273"/>
                <a:gd name="connsiteY6" fmla="*/ 94956 h 210981"/>
                <a:gd name="connsiteX7" fmla="*/ 87720 w 318273"/>
                <a:gd name="connsiteY7" fmla="*/ 38386 h 210981"/>
                <a:gd name="connsiteX8" fmla="*/ 128406 w 318273"/>
                <a:gd name="connsiteY8" fmla="*/ 56281 h 210981"/>
                <a:gd name="connsiteX9" fmla="*/ 128406 w 318273"/>
                <a:gd name="connsiteY9" fmla="*/ 23090 h 210981"/>
                <a:gd name="connsiteX10" fmla="*/ 84546 w 318273"/>
                <a:gd name="connsiteY10" fmla="*/ 7504 h 210981"/>
                <a:gd name="connsiteX11" fmla="*/ 0 w 318273"/>
                <a:gd name="connsiteY11" fmla="*/ 94667 h 210981"/>
                <a:gd name="connsiteX12" fmla="*/ 84546 w 318273"/>
                <a:gd name="connsiteY12" fmla="*/ 181542 h 210981"/>
                <a:gd name="connsiteX13" fmla="*/ 142834 w 318273"/>
                <a:gd name="connsiteY13" fmla="*/ 150371 h 210981"/>
                <a:gd name="connsiteX14" fmla="*/ 142834 w 318273"/>
                <a:gd name="connsiteY14" fmla="*/ 210981 h 210981"/>
                <a:gd name="connsiteX15" fmla="*/ 176017 w 318273"/>
                <a:gd name="connsiteY15" fmla="*/ 210981 h 210981"/>
                <a:gd name="connsiteX16" fmla="*/ 176017 w 318273"/>
                <a:gd name="connsiteY16" fmla="*/ 90049 h 210981"/>
                <a:gd name="connsiteX17" fmla="*/ 176017 w 318273"/>
                <a:gd name="connsiteY17" fmla="*/ 90049 h 210981"/>
                <a:gd name="connsiteX18" fmla="*/ 230842 w 318273"/>
                <a:gd name="connsiteY18" fmla="*/ 37809 h 210981"/>
                <a:gd name="connsiteX19" fmla="*/ 285668 w 318273"/>
                <a:gd name="connsiteY19" fmla="*/ 94379 h 210981"/>
                <a:gd name="connsiteX20" fmla="*/ 230842 w 318273"/>
                <a:gd name="connsiteY20" fmla="*/ 150660 h 210981"/>
                <a:gd name="connsiteX21" fmla="*/ 190734 w 318273"/>
                <a:gd name="connsiteY21" fmla="*/ 133342 h 210981"/>
                <a:gd name="connsiteX22" fmla="*/ 190734 w 318273"/>
                <a:gd name="connsiteY22" fmla="*/ 166822 h 210981"/>
                <a:gd name="connsiteX23" fmla="*/ 234016 w 318273"/>
                <a:gd name="connsiteY23" fmla="*/ 181542 h 210981"/>
                <a:gd name="connsiteX24" fmla="*/ 318274 w 318273"/>
                <a:gd name="connsiteY24" fmla="*/ 94667 h 210981"/>
                <a:gd name="connsiteX25" fmla="*/ 233439 w 318273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3" h="210981" fill="norm" stroke="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2" y="37809"/>
                  </a:cubicBezTo>
                  <a:cubicBezTo>
                    <a:pt x="261717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2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0" y="181542"/>
                    <a:pt x="234016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797D82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то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 bwMode="auto"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fld id="{14D38384-7A71-42FD-A8FA-E9EF1AAD0FA2}" type="slidenum">
              <a:rPr lang="ru-RU" sz="1400">
                <a:solidFill>
                  <a:srgbClr val="8F9092"/>
                </a:solidFill>
                <a:latin typeface="Montserrat"/>
              </a:rPr>
              <a:t/>
            </a:fld>
            <a:endParaRPr lang="ru-RU" sz="1400">
              <a:solidFill>
                <a:srgbClr val="8F9092"/>
              </a:solidFill>
              <a:latin typeface="Montserrat"/>
            </a:endParaRP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558800" y="1655071"/>
            <a:ext cx="3442670" cy="1425600"/>
          </a:xfrm>
          <a:prstGeom prst="roundRect">
            <a:avLst>
              <a:gd name="adj" fmla="val 5977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6" name="Текст 19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9572" y="3429000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/>
              </a:defRPr>
            </a:lvl2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59572" y="4108740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Основной текст</a:t>
            </a:r>
            <a:endParaRPr/>
          </a:p>
        </p:txBody>
      </p:sp>
      <p:grpSp>
        <p:nvGrpSpPr>
          <p:cNvPr id="2" name="Рисунок 9"/>
          <p:cNvGrpSpPr/>
          <p:nvPr/>
        </p:nvGrpSpPr>
        <p:grpSpPr bwMode="auto"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4" name="Рисунок 9"/>
            <p:cNvGrpSpPr/>
            <p:nvPr/>
          </p:nvGrpSpPr>
          <p:grpSpPr bwMode="auto"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5" name="Рисунок 9"/>
              <p:cNvGrpSpPr/>
              <p:nvPr/>
            </p:nvGrpSpPr>
            <p:grpSpPr bwMode="auto"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7" name="Рисунок 9"/>
                <p:cNvGrpSpPr/>
                <p:nvPr/>
              </p:nvGrpSpPr>
              <p:grpSpPr bwMode="auto"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9" name="Полилиния 8"/>
                  <p:cNvSpPr/>
                  <p:nvPr/>
                </p:nvSpPr>
                <p:spPr bwMode="auto"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 fill="norm" stroke="1" extrusionOk="0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11" name="Рисунок 9"/>
                  <p:cNvGrpSpPr/>
                  <p:nvPr/>
                </p:nvGrpSpPr>
                <p:grpSpPr bwMode="auto"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13" name="Рисунок 9"/>
                    <p:cNvGrpSpPr/>
                    <p:nvPr/>
                  </p:nvGrpSpPr>
                  <p:grpSpPr bwMode="auto">
                    <a:xfrm>
                      <a:off x="10452557" y="413364"/>
                      <a:ext cx="320302" cy="359908"/>
                      <a:chOff x="10452557" y="413364"/>
                      <a:chExt cx="320302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4" name="Полилиния 13"/>
                      <p:cNvSpPr/>
                      <p:nvPr/>
                    </p:nvSpPr>
                    <p:spPr bwMode="auto"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 fill="norm" stroke="1" extrusionOk="0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6" name="Полилиния 15"/>
                      <p:cNvSpPr/>
                      <p:nvPr/>
                    </p:nvSpPr>
                    <p:spPr bwMode="auto">
                      <a:xfrm>
                        <a:off x="10466265" y="467913"/>
                        <a:ext cx="77042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 fill="norm" stroke="1" extrusionOk="0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17" name="Рисунок 9"/>
                      <p:cNvGrpSpPr/>
                      <p:nvPr/>
                    </p:nvGrpSpPr>
                    <p:grpSpPr bwMode="auto">
                      <a:xfrm>
                        <a:off x="10452557" y="413364"/>
                        <a:ext cx="320302" cy="223391"/>
                        <a:chOff x="10452557" y="413364"/>
                        <a:chExt cx="320302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8" name="Полилиния 17"/>
                        <p:cNvSpPr/>
                        <p:nvPr/>
                      </p:nvSpPr>
                      <p:spPr bwMode="auto"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 fill="norm" stroke="1" extrusionOk="0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19" name="Полилиния 18"/>
                        <p:cNvSpPr/>
                        <p:nvPr/>
                      </p:nvSpPr>
                      <p:spPr bwMode="auto">
                        <a:xfrm>
                          <a:off x="10452557" y="413364"/>
                          <a:ext cx="320302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 fill="norm" stroke="1" extrusionOk="0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20" name="Полилиния 19"/>
                      <p:cNvSpPr/>
                      <p:nvPr/>
                    </p:nvSpPr>
                    <p:spPr bwMode="auto"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 fill="norm" stroke="1" extrusionOk="0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21" name="Рисунок 9"/>
                    <p:cNvGrpSpPr/>
                    <p:nvPr/>
                  </p:nvGrpSpPr>
                  <p:grpSpPr bwMode="auto"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2" name="Полилиния 21"/>
                      <p:cNvSpPr/>
                      <p:nvPr/>
                    </p:nvSpPr>
                    <p:spPr bwMode="auto"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 fill="norm" stroke="1" extrusionOk="0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3" name="Полилиния 22"/>
                      <p:cNvSpPr/>
                      <p:nvPr/>
                    </p:nvSpPr>
                    <p:spPr bwMode="auto"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 fill="norm" stroke="1" extrusionOk="0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4" name="Полилиния 23"/>
                      <p:cNvSpPr/>
                      <p:nvPr/>
                    </p:nvSpPr>
                    <p:spPr bwMode="auto"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 fill="norm" stroke="1" extrusionOk="0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5" name="Полилиния 24"/>
                      <p:cNvSpPr/>
                      <p:nvPr/>
                    </p:nvSpPr>
                    <p:spPr bwMode="auto">
                      <a:xfrm>
                        <a:off x="10615159" y="420579"/>
                        <a:ext cx="233838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 fill="norm" stroke="1" extrusionOk="0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6" name="Полилиния 25"/>
                <p:cNvSpPr/>
                <p:nvPr/>
              </p:nvSpPr>
              <p:spPr bwMode="auto"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 fill="norm" stroke="1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27" name="Рисунок 9"/>
              <p:cNvGrpSpPr/>
              <p:nvPr/>
            </p:nvGrpSpPr>
            <p:grpSpPr bwMode="auto"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8" name="Полилиния 27"/>
                <p:cNvSpPr/>
                <p:nvPr/>
              </p:nvSpPr>
              <p:spPr bwMode="auto"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 fill="norm" stroke="1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29" name="Полилиния 28"/>
                <p:cNvSpPr/>
                <p:nvPr/>
              </p:nvSpPr>
              <p:spPr bwMode="auto"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 fill="norm" stroke="1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30" name="Рисунок 9"/>
            <p:cNvGrpSpPr/>
            <p:nvPr/>
          </p:nvGrpSpPr>
          <p:grpSpPr bwMode="auto"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1" name="Полилиния 30"/>
              <p:cNvSpPr/>
              <p:nvPr/>
            </p:nvSpPr>
            <p:spPr bwMode="auto"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 fill="norm" stroke="1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2" name="Полилиния 31"/>
              <p:cNvSpPr/>
              <p:nvPr/>
            </p:nvSpPr>
            <p:spPr bwMode="auto"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3" name="Полилиния 32"/>
              <p:cNvSpPr/>
              <p:nvPr/>
            </p:nvSpPr>
            <p:spPr bwMode="auto"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34" name="Рисунок 9"/>
            <p:cNvGrpSpPr/>
            <p:nvPr/>
          </p:nvGrpSpPr>
          <p:grpSpPr bwMode="auto"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5" name="Полилиния 34"/>
              <p:cNvSpPr/>
              <p:nvPr/>
            </p:nvSpPr>
            <p:spPr bwMode="auto"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 fill="norm" stroke="1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6" name="Полилиния 35"/>
              <p:cNvSpPr/>
              <p:nvPr/>
            </p:nvSpPr>
            <p:spPr bwMode="auto"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 fill="norm" stroke="1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7" name="Полилиния 36"/>
              <p:cNvSpPr/>
              <p:nvPr/>
            </p:nvSpPr>
            <p:spPr bwMode="auto"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 fill="norm" stroke="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8" name="Полилиния 37"/>
              <p:cNvSpPr/>
              <p:nvPr/>
            </p:nvSpPr>
            <p:spPr bwMode="auto"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 fill="norm" stroke="1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39" name="Полилиния 38"/>
            <p:cNvSpPr/>
            <p:nvPr/>
          </p:nvSpPr>
          <p:spPr bwMode="auto"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 fill="norm" stroke="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то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 bwMode="auto">
          <a:xfrm>
            <a:off x="559572" y="359101"/>
            <a:ext cx="6977301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fld id="{14D38384-7A71-42FD-A8FA-E9EF1AAD0FA2}" type="slidenum">
              <a:rPr lang="ru-RU" sz="1400">
                <a:solidFill>
                  <a:srgbClr val="8F9092"/>
                </a:solidFill>
                <a:latin typeface="Montserrat"/>
              </a:rPr>
              <a:t/>
            </a:fld>
            <a:endParaRPr lang="ru-RU" sz="1400">
              <a:solidFill>
                <a:srgbClr val="8F9092"/>
              </a:solidFill>
              <a:latin typeface="Montserrat"/>
            </a:endParaRPr>
          </a:p>
        </p:txBody>
      </p:sp>
      <p:sp>
        <p:nvSpPr>
          <p:cNvPr id="13" name="Текст 1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/>
              </a:defRPr>
            </a:lvl2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7" name="Текст 2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Основной текст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8947150" y="1"/>
            <a:ext cx="3244850" cy="68531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то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auto"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fld id="{14D38384-7A71-42FD-A8FA-E9EF1AAD0FA2}" type="slidenum">
              <a:rPr lang="ru-RU" sz="1400">
                <a:solidFill>
                  <a:srgbClr val="8F9092"/>
                </a:solidFill>
                <a:latin typeface="Montserrat"/>
              </a:rPr>
              <a:t/>
            </a:fld>
            <a:endParaRPr lang="ru-RU" sz="1400">
              <a:solidFill>
                <a:srgbClr val="8F9092"/>
              </a:solidFill>
              <a:latin typeface="Montserrat"/>
            </a:endParaRPr>
          </a:p>
        </p:txBody>
      </p:sp>
      <p:sp>
        <p:nvSpPr>
          <p:cNvPr id="13" name="Текст 1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/>
              </a:defRPr>
            </a:lvl2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7" name="Текст 2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Основной текст</a:t>
            </a:r>
            <a:endParaRPr/>
          </a:p>
        </p:txBody>
      </p:sp>
      <p:sp>
        <p:nvSpPr>
          <p:cNvPr id="11" name="Заголовок 14"/>
          <p:cNvSpPr>
            <a:spLocks noGrp="1"/>
          </p:cNvSpPr>
          <p:nvPr>
            <p:ph type="title" hasCustomPrompt="1"/>
          </p:nvPr>
        </p:nvSpPr>
        <p:spPr bwMode="auto">
          <a:xfrm>
            <a:off x="559572" y="359101"/>
            <a:ext cx="6977301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8568631" y="0"/>
            <a:ext cx="3621087" cy="2224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8" name="Рисунок 2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8568628" y="2224088"/>
            <a:ext cx="3621087" cy="24098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9" name="Рисунок 2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8568629" y="4633912"/>
            <a:ext cx="3621087" cy="2224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то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 bwMode="auto">
          <a:xfrm>
            <a:off x="559572" y="359101"/>
            <a:ext cx="3599069" cy="95410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fld id="{14D38384-7A71-42FD-A8FA-E9EF1AAD0FA2}" type="slidenum">
              <a:rPr lang="ru-RU" sz="1400">
                <a:solidFill>
                  <a:srgbClr val="8F9092"/>
                </a:solidFill>
                <a:latin typeface="Montserrat"/>
              </a:rPr>
              <a:t/>
            </a:fld>
            <a:endParaRPr lang="ru-RU" sz="1400">
              <a:solidFill>
                <a:srgbClr val="8F9092"/>
              </a:solidFill>
              <a:latin typeface="Montserrat"/>
            </a:endParaRPr>
          </a:p>
        </p:txBody>
      </p:sp>
      <p:sp>
        <p:nvSpPr>
          <p:cNvPr id="13" name="Текст 1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/>
              </a:defRPr>
            </a:lvl2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7" name="Текст 2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Основной текст</a:t>
            </a:r>
            <a:endParaRPr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0" y="3428999"/>
            <a:ext cx="4681413" cy="3428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4681413" y="14794"/>
            <a:ext cx="4681413" cy="34142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grpSp>
        <p:nvGrpSpPr>
          <p:cNvPr id="2" name="Рисунок 13"/>
          <p:cNvGrpSpPr/>
          <p:nvPr/>
        </p:nvGrpSpPr>
        <p:grpSpPr bwMode="auto"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3"/>
            <p:cNvGrpSpPr/>
            <p:nvPr/>
          </p:nvGrpSpPr>
          <p:grpSpPr bwMode="auto"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3"/>
              <p:cNvGrpSpPr/>
              <p:nvPr/>
            </p:nvGrpSpPr>
            <p:grpSpPr bwMode="auto"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3"/>
                <p:cNvGrpSpPr/>
                <p:nvPr/>
              </p:nvGrpSpPr>
              <p:grpSpPr bwMode="auto"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/>
                  <p:cNvSpPr/>
                  <p:nvPr/>
                </p:nvSpPr>
                <p:spPr bwMode="auto"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 fill="norm" stroke="1" extrusionOk="0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7" name="Рисунок 13"/>
                  <p:cNvGrpSpPr/>
                  <p:nvPr/>
                </p:nvGrpSpPr>
                <p:grpSpPr bwMode="auto"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3"/>
                    <p:cNvGrpSpPr/>
                    <p:nvPr/>
                  </p:nvGrpSpPr>
                  <p:grpSpPr bwMode="auto">
                    <a:xfrm>
                      <a:off x="10452557" y="413364"/>
                      <a:ext cx="320302" cy="359908"/>
                      <a:chOff x="10452557" y="413364"/>
                      <a:chExt cx="320302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/>
                      <p:cNvSpPr/>
                      <p:nvPr/>
                    </p:nvSpPr>
                    <p:spPr bwMode="auto"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 fill="norm" stroke="1" extrusionOk="0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6" name="Полилиния 15"/>
                      <p:cNvSpPr/>
                      <p:nvPr/>
                    </p:nvSpPr>
                    <p:spPr bwMode="auto">
                      <a:xfrm>
                        <a:off x="10466265" y="467913"/>
                        <a:ext cx="77042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 fill="norm" stroke="1" extrusionOk="0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18" name="Рисунок 13"/>
                      <p:cNvGrpSpPr/>
                      <p:nvPr/>
                    </p:nvGrpSpPr>
                    <p:grpSpPr bwMode="auto">
                      <a:xfrm>
                        <a:off x="10452557" y="413364"/>
                        <a:ext cx="320302" cy="223391"/>
                        <a:chOff x="10452557" y="413364"/>
                        <a:chExt cx="320302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9" name="Полилиния 18"/>
                        <p:cNvSpPr/>
                        <p:nvPr/>
                      </p:nvSpPr>
                      <p:spPr bwMode="auto"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 fill="norm" stroke="1" extrusionOk="0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20" name="Полилиния 19"/>
                        <p:cNvSpPr/>
                        <p:nvPr/>
                      </p:nvSpPr>
                      <p:spPr bwMode="auto">
                        <a:xfrm>
                          <a:off x="10452557" y="413364"/>
                          <a:ext cx="320302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 fill="norm" stroke="1" extrusionOk="0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21" name="Полилиния 20"/>
                      <p:cNvSpPr/>
                      <p:nvPr/>
                    </p:nvSpPr>
                    <p:spPr bwMode="auto"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 fill="norm" stroke="1" extrusionOk="0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22" name="Рисунок 13"/>
                    <p:cNvGrpSpPr/>
                    <p:nvPr/>
                  </p:nvGrpSpPr>
                  <p:grpSpPr bwMode="auto"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3" name="Полилиния 22"/>
                      <p:cNvSpPr/>
                      <p:nvPr/>
                    </p:nvSpPr>
                    <p:spPr bwMode="auto"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 fill="norm" stroke="1" extrusionOk="0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4" name="Полилиния 23"/>
                      <p:cNvSpPr/>
                      <p:nvPr/>
                    </p:nvSpPr>
                    <p:spPr bwMode="auto"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 fill="norm" stroke="1" extrusionOk="0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5" name="Полилиния 24"/>
                      <p:cNvSpPr/>
                      <p:nvPr/>
                    </p:nvSpPr>
                    <p:spPr bwMode="auto"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 fill="norm" stroke="1" extrusionOk="0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6" name="Полилиния 25"/>
                      <p:cNvSpPr/>
                      <p:nvPr/>
                    </p:nvSpPr>
                    <p:spPr bwMode="auto">
                      <a:xfrm>
                        <a:off x="10615159" y="420579"/>
                        <a:ext cx="233838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 fill="norm" stroke="1" extrusionOk="0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7" name="Полилиния 26"/>
                <p:cNvSpPr/>
                <p:nvPr/>
              </p:nvSpPr>
              <p:spPr bwMode="auto"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 fill="norm" stroke="1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28" name="Рисунок 13"/>
              <p:cNvGrpSpPr/>
              <p:nvPr/>
            </p:nvGrpSpPr>
            <p:grpSpPr bwMode="auto"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9" name="Полилиния 28"/>
                <p:cNvSpPr/>
                <p:nvPr/>
              </p:nvSpPr>
              <p:spPr bwMode="auto"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 fill="norm" stroke="1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30" name="Полилиния 29"/>
                <p:cNvSpPr/>
                <p:nvPr/>
              </p:nvSpPr>
              <p:spPr bwMode="auto"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 fill="norm" stroke="1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31" name="Рисунок 13"/>
            <p:cNvGrpSpPr/>
            <p:nvPr/>
          </p:nvGrpSpPr>
          <p:grpSpPr bwMode="auto"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2" name="Полилиния 31"/>
              <p:cNvSpPr/>
              <p:nvPr/>
            </p:nvSpPr>
            <p:spPr bwMode="auto"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 fill="norm" stroke="1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3" name="Полилиния 32"/>
              <p:cNvSpPr/>
              <p:nvPr/>
            </p:nvSpPr>
            <p:spPr bwMode="auto"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4" name="Полилиния 33"/>
              <p:cNvSpPr/>
              <p:nvPr/>
            </p:nvSpPr>
            <p:spPr bwMode="auto"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35" name="Рисунок 13"/>
            <p:cNvGrpSpPr/>
            <p:nvPr/>
          </p:nvGrpSpPr>
          <p:grpSpPr bwMode="auto"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6" name="Полилиния 35"/>
              <p:cNvSpPr/>
              <p:nvPr/>
            </p:nvSpPr>
            <p:spPr bwMode="auto"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 fill="norm" stroke="1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7" name="Полилиния 36"/>
              <p:cNvSpPr/>
              <p:nvPr/>
            </p:nvSpPr>
            <p:spPr bwMode="auto"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 fill="norm" stroke="1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8" name="Полилиния 37"/>
              <p:cNvSpPr/>
              <p:nvPr/>
            </p:nvSpPr>
            <p:spPr bwMode="auto"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 fill="norm" stroke="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9" name="Полилиния 38"/>
              <p:cNvSpPr/>
              <p:nvPr/>
            </p:nvSpPr>
            <p:spPr bwMode="auto"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 fill="norm" stroke="1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40" name="Полилиния 39"/>
            <p:cNvSpPr/>
            <p:nvPr/>
          </p:nvSpPr>
          <p:spPr bwMode="auto"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 fill="norm" stroke="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то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 bwMode="auto"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fld id="{14D38384-7A71-42FD-A8FA-E9EF1AAD0FA2}" type="slidenum">
              <a:rPr lang="ru-RU" sz="1400">
                <a:solidFill>
                  <a:srgbClr val="8F9092"/>
                </a:solidFill>
                <a:latin typeface="Montserrat"/>
              </a:rPr>
              <a:t/>
            </a:fld>
            <a:endParaRPr lang="ru-RU" sz="1400">
              <a:solidFill>
                <a:srgbClr val="8F9092"/>
              </a:solidFill>
              <a:latin typeface="Montserrat"/>
            </a:endParaRPr>
          </a:p>
        </p:txBody>
      </p:sp>
      <p:sp>
        <p:nvSpPr>
          <p:cNvPr id="13" name="Текст 1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/>
              </a:defRPr>
            </a:lvl2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7" name="Текст 2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Основной текст</a:t>
            </a:r>
            <a:endParaRPr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2" hasCustomPrompt="1"/>
          </p:nvPr>
        </p:nvSpPr>
        <p:spPr bwMode="auto">
          <a:xfrm>
            <a:off x="559573" y="3429000"/>
            <a:ext cx="3461412" cy="3428999"/>
          </a:xfrm>
          <a:prstGeom prst="round2SameRect">
            <a:avLst>
              <a:gd name="adj1" fmla="val 3516"/>
              <a:gd name="adj2" fmla="val 0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4" name="Рисунок 2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4365294" y="3429000"/>
            <a:ext cx="3461412" cy="3428999"/>
          </a:xfrm>
          <a:prstGeom prst="round2SameRect">
            <a:avLst>
              <a:gd name="adj1" fmla="val 3516"/>
              <a:gd name="adj2" fmla="val 0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6" name="Рисунок 2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8171015" y="3429000"/>
            <a:ext cx="3461412" cy="3428999"/>
          </a:xfrm>
          <a:prstGeom prst="round2SameRect">
            <a:avLst>
              <a:gd name="adj1" fmla="val 3516"/>
              <a:gd name="adj2" fmla="val 0"/>
            </a:avLst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grpSp>
        <p:nvGrpSpPr>
          <p:cNvPr id="2" name="Рисунок 17"/>
          <p:cNvGrpSpPr/>
          <p:nvPr/>
        </p:nvGrpSpPr>
        <p:grpSpPr bwMode="auto"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7"/>
            <p:cNvGrpSpPr/>
            <p:nvPr/>
          </p:nvGrpSpPr>
          <p:grpSpPr bwMode="auto"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7"/>
              <p:cNvGrpSpPr/>
              <p:nvPr/>
            </p:nvGrpSpPr>
            <p:grpSpPr bwMode="auto"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7"/>
                <p:cNvGrpSpPr/>
                <p:nvPr/>
              </p:nvGrpSpPr>
              <p:grpSpPr bwMode="auto"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/>
                  <p:cNvSpPr/>
                  <p:nvPr/>
                </p:nvSpPr>
                <p:spPr bwMode="auto"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 fill="norm" stroke="1" extrusionOk="0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7" name="Рисунок 17"/>
                  <p:cNvGrpSpPr/>
                  <p:nvPr/>
                </p:nvGrpSpPr>
                <p:grpSpPr bwMode="auto"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7"/>
                    <p:cNvGrpSpPr/>
                    <p:nvPr/>
                  </p:nvGrpSpPr>
                  <p:grpSpPr bwMode="auto">
                    <a:xfrm>
                      <a:off x="10452557" y="413364"/>
                      <a:ext cx="320302" cy="359908"/>
                      <a:chOff x="10452557" y="413364"/>
                      <a:chExt cx="320302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/>
                      <p:cNvSpPr/>
                      <p:nvPr/>
                    </p:nvSpPr>
                    <p:spPr bwMode="auto"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 fill="norm" stroke="1" extrusionOk="0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0" name="Полилиния 9"/>
                      <p:cNvSpPr/>
                      <p:nvPr/>
                    </p:nvSpPr>
                    <p:spPr bwMode="auto">
                      <a:xfrm>
                        <a:off x="10466265" y="467913"/>
                        <a:ext cx="77042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 fill="norm" stroke="1" extrusionOk="0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19" name="Рисунок 17"/>
                      <p:cNvGrpSpPr/>
                      <p:nvPr/>
                    </p:nvGrpSpPr>
                    <p:grpSpPr bwMode="auto">
                      <a:xfrm>
                        <a:off x="10452557" y="413364"/>
                        <a:ext cx="320302" cy="223391"/>
                        <a:chOff x="10452557" y="413364"/>
                        <a:chExt cx="320302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0" name="Полилиния 19"/>
                        <p:cNvSpPr/>
                        <p:nvPr/>
                      </p:nvSpPr>
                      <p:spPr bwMode="auto"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 fill="norm" stroke="1" extrusionOk="0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21" name="Полилиния 20"/>
                        <p:cNvSpPr/>
                        <p:nvPr/>
                      </p:nvSpPr>
                      <p:spPr bwMode="auto">
                        <a:xfrm>
                          <a:off x="10452557" y="413364"/>
                          <a:ext cx="320302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 fill="norm" stroke="1" extrusionOk="0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22" name="Полилиния 21"/>
                      <p:cNvSpPr/>
                      <p:nvPr/>
                    </p:nvSpPr>
                    <p:spPr bwMode="auto"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 fill="norm" stroke="1" extrusionOk="0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23" name="Рисунок 17"/>
                    <p:cNvGrpSpPr/>
                    <p:nvPr/>
                  </p:nvGrpSpPr>
                  <p:grpSpPr bwMode="auto"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4" name="Полилиния 23"/>
                      <p:cNvSpPr/>
                      <p:nvPr/>
                    </p:nvSpPr>
                    <p:spPr bwMode="auto"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 fill="norm" stroke="1" extrusionOk="0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5" name="Полилиния 24"/>
                      <p:cNvSpPr/>
                      <p:nvPr/>
                    </p:nvSpPr>
                    <p:spPr bwMode="auto"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 fill="norm" stroke="1" extrusionOk="0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6" name="Полилиния 25"/>
                      <p:cNvSpPr/>
                      <p:nvPr/>
                    </p:nvSpPr>
                    <p:spPr bwMode="auto"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 fill="norm" stroke="1" extrusionOk="0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7" name="Полилиния 26"/>
                      <p:cNvSpPr/>
                      <p:nvPr/>
                    </p:nvSpPr>
                    <p:spPr bwMode="auto">
                      <a:xfrm>
                        <a:off x="10615159" y="420579"/>
                        <a:ext cx="233838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 fill="norm" stroke="1" extrusionOk="0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8" name="Полилиния 27"/>
                <p:cNvSpPr/>
                <p:nvPr/>
              </p:nvSpPr>
              <p:spPr bwMode="auto"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 fill="norm" stroke="1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29" name="Рисунок 17"/>
              <p:cNvGrpSpPr/>
              <p:nvPr/>
            </p:nvGrpSpPr>
            <p:grpSpPr bwMode="auto"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0" name="Полилиния 29"/>
                <p:cNvSpPr/>
                <p:nvPr/>
              </p:nvSpPr>
              <p:spPr bwMode="auto"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 fill="norm" stroke="1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31" name="Полилиния 30"/>
                <p:cNvSpPr/>
                <p:nvPr/>
              </p:nvSpPr>
              <p:spPr bwMode="auto"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 fill="norm" stroke="1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32" name="Рисунок 17"/>
            <p:cNvGrpSpPr/>
            <p:nvPr/>
          </p:nvGrpSpPr>
          <p:grpSpPr bwMode="auto"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3" name="Полилиния 32"/>
              <p:cNvSpPr/>
              <p:nvPr/>
            </p:nvSpPr>
            <p:spPr bwMode="auto"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 fill="norm" stroke="1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4" name="Полилиния 33"/>
              <p:cNvSpPr/>
              <p:nvPr/>
            </p:nvSpPr>
            <p:spPr bwMode="auto"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5" name="Полилиния 34"/>
              <p:cNvSpPr/>
              <p:nvPr/>
            </p:nvSpPr>
            <p:spPr bwMode="auto"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36" name="Рисунок 17"/>
            <p:cNvGrpSpPr/>
            <p:nvPr/>
          </p:nvGrpSpPr>
          <p:grpSpPr bwMode="auto"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7" name="Полилиния 36"/>
              <p:cNvSpPr/>
              <p:nvPr/>
            </p:nvSpPr>
            <p:spPr bwMode="auto"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 fill="norm" stroke="1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8" name="Полилиния 37"/>
              <p:cNvSpPr/>
              <p:nvPr/>
            </p:nvSpPr>
            <p:spPr bwMode="auto"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 fill="norm" stroke="1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9" name="Полилиния 38"/>
              <p:cNvSpPr/>
              <p:nvPr/>
            </p:nvSpPr>
            <p:spPr bwMode="auto"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 fill="norm" stroke="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0" name="Полилиния 39"/>
              <p:cNvSpPr/>
              <p:nvPr/>
            </p:nvSpPr>
            <p:spPr bwMode="auto"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 fill="norm" stroke="1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41" name="Полилиния 40"/>
            <p:cNvSpPr/>
            <p:nvPr/>
          </p:nvSpPr>
          <p:spPr bwMode="auto"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 fill="norm" stroke="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то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 bwMode="auto"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fld id="{14D38384-7A71-42FD-A8FA-E9EF1AAD0FA2}" type="slidenum">
              <a:rPr lang="ru-RU" sz="1400">
                <a:solidFill>
                  <a:srgbClr val="8F9092"/>
                </a:solidFill>
                <a:latin typeface="Montserrat"/>
              </a:rPr>
              <a:t/>
            </a:fld>
            <a:endParaRPr lang="ru-RU" sz="1400">
              <a:solidFill>
                <a:srgbClr val="8F9092"/>
              </a:solidFill>
              <a:latin typeface="Montserrat"/>
            </a:endParaRPr>
          </a:p>
        </p:txBody>
      </p:sp>
      <p:sp>
        <p:nvSpPr>
          <p:cNvPr id="13" name="Текст 1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/>
              </a:defRPr>
            </a:lvl2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7" name="Текст 2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Основной текст</a:t>
            </a:r>
            <a:endParaRPr/>
          </a:p>
        </p:txBody>
      </p:sp>
      <p:sp>
        <p:nvSpPr>
          <p:cNvPr id="16" name="Рисунок 2"/>
          <p:cNvSpPr>
            <a:spLocks noGrp="1"/>
          </p:cNvSpPr>
          <p:nvPr>
            <p:ph type="pic" sz="quarter" idx="13" hasCustomPrompt="1"/>
          </p:nvPr>
        </p:nvSpPr>
        <p:spPr bwMode="auto">
          <a:xfrm>
            <a:off x="5798895" y="1541828"/>
            <a:ext cx="2389946" cy="23876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8" name="Рисунок 2"/>
          <p:cNvSpPr>
            <a:spLocks noGrp="1"/>
          </p:cNvSpPr>
          <p:nvPr>
            <p:ph type="pic" sz="quarter" idx="14" hasCustomPrompt="1"/>
          </p:nvPr>
        </p:nvSpPr>
        <p:spPr bwMode="auto">
          <a:xfrm>
            <a:off x="8348282" y="1555226"/>
            <a:ext cx="2389946" cy="23876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20" name="Рисунок 2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5798895" y="4108954"/>
            <a:ext cx="2389946" cy="23876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21" name="Рисунок 2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8348282" y="4122351"/>
            <a:ext cx="2389946" cy="23876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grpSp>
        <p:nvGrpSpPr>
          <p:cNvPr id="2" name="Рисунок 13"/>
          <p:cNvGrpSpPr/>
          <p:nvPr/>
        </p:nvGrpSpPr>
        <p:grpSpPr bwMode="auto"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3"/>
            <p:cNvGrpSpPr/>
            <p:nvPr/>
          </p:nvGrpSpPr>
          <p:grpSpPr bwMode="auto"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3"/>
              <p:cNvGrpSpPr/>
              <p:nvPr/>
            </p:nvGrpSpPr>
            <p:grpSpPr bwMode="auto"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3"/>
                <p:cNvGrpSpPr/>
                <p:nvPr/>
              </p:nvGrpSpPr>
              <p:grpSpPr bwMode="auto"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/>
                  <p:cNvSpPr/>
                  <p:nvPr/>
                </p:nvSpPr>
                <p:spPr bwMode="auto"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 fill="norm" stroke="1" extrusionOk="0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7" name="Рисунок 13"/>
                  <p:cNvGrpSpPr/>
                  <p:nvPr/>
                </p:nvGrpSpPr>
                <p:grpSpPr bwMode="auto"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3"/>
                    <p:cNvGrpSpPr/>
                    <p:nvPr/>
                  </p:nvGrpSpPr>
                  <p:grpSpPr bwMode="auto">
                    <a:xfrm>
                      <a:off x="10452557" y="413364"/>
                      <a:ext cx="320302" cy="359908"/>
                      <a:chOff x="10452557" y="413364"/>
                      <a:chExt cx="320302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/>
                      <p:cNvSpPr/>
                      <p:nvPr/>
                    </p:nvSpPr>
                    <p:spPr bwMode="auto"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 fill="norm" stroke="1" extrusionOk="0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0" name="Полилиния 9"/>
                      <p:cNvSpPr/>
                      <p:nvPr/>
                    </p:nvSpPr>
                    <p:spPr bwMode="auto">
                      <a:xfrm>
                        <a:off x="10466265" y="467913"/>
                        <a:ext cx="77042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 fill="norm" stroke="1" extrusionOk="0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11" name="Рисунок 13"/>
                      <p:cNvGrpSpPr/>
                      <p:nvPr/>
                    </p:nvGrpSpPr>
                    <p:grpSpPr bwMode="auto">
                      <a:xfrm>
                        <a:off x="10452557" y="413364"/>
                        <a:ext cx="320302" cy="223391"/>
                        <a:chOff x="10452557" y="413364"/>
                        <a:chExt cx="320302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9" name="Полилиния 18"/>
                        <p:cNvSpPr/>
                        <p:nvPr/>
                      </p:nvSpPr>
                      <p:spPr bwMode="auto"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 fill="norm" stroke="1" extrusionOk="0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22" name="Полилиния 21"/>
                        <p:cNvSpPr/>
                        <p:nvPr/>
                      </p:nvSpPr>
                      <p:spPr bwMode="auto">
                        <a:xfrm>
                          <a:off x="10452557" y="413364"/>
                          <a:ext cx="320302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 fill="norm" stroke="1" extrusionOk="0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23" name="Полилиния 22"/>
                      <p:cNvSpPr/>
                      <p:nvPr/>
                    </p:nvSpPr>
                    <p:spPr bwMode="auto"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 fill="norm" stroke="1" extrusionOk="0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24" name="Рисунок 13"/>
                    <p:cNvGrpSpPr/>
                    <p:nvPr/>
                  </p:nvGrpSpPr>
                  <p:grpSpPr bwMode="auto"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5" name="Полилиния 24"/>
                      <p:cNvSpPr/>
                      <p:nvPr/>
                    </p:nvSpPr>
                    <p:spPr bwMode="auto"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 fill="norm" stroke="1" extrusionOk="0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6" name="Полилиния 25"/>
                      <p:cNvSpPr/>
                      <p:nvPr/>
                    </p:nvSpPr>
                    <p:spPr bwMode="auto"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 fill="norm" stroke="1" extrusionOk="0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7" name="Полилиния 26"/>
                      <p:cNvSpPr/>
                      <p:nvPr/>
                    </p:nvSpPr>
                    <p:spPr bwMode="auto"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 fill="norm" stroke="1" extrusionOk="0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8" name="Полилиния 27"/>
                      <p:cNvSpPr/>
                      <p:nvPr/>
                    </p:nvSpPr>
                    <p:spPr bwMode="auto">
                      <a:xfrm>
                        <a:off x="10615159" y="420579"/>
                        <a:ext cx="233838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 fill="norm" stroke="1" extrusionOk="0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9" name="Полилиния 28"/>
                <p:cNvSpPr/>
                <p:nvPr/>
              </p:nvSpPr>
              <p:spPr bwMode="auto"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 fill="norm" stroke="1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30" name="Рисунок 13"/>
              <p:cNvGrpSpPr/>
              <p:nvPr/>
            </p:nvGrpSpPr>
            <p:grpSpPr bwMode="auto"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1" name="Полилиния 30"/>
                <p:cNvSpPr/>
                <p:nvPr/>
              </p:nvSpPr>
              <p:spPr bwMode="auto"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 fill="norm" stroke="1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32" name="Полилиния 31"/>
                <p:cNvSpPr/>
                <p:nvPr/>
              </p:nvSpPr>
              <p:spPr bwMode="auto"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 fill="norm" stroke="1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33" name="Рисунок 13"/>
            <p:cNvGrpSpPr/>
            <p:nvPr/>
          </p:nvGrpSpPr>
          <p:grpSpPr bwMode="auto"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4" name="Полилиния 33"/>
              <p:cNvSpPr/>
              <p:nvPr/>
            </p:nvSpPr>
            <p:spPr bwMode="auto"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 fill="norm" stroke="1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5" name="Полилиния 34"/>
              <p:cNvSpPr/>
              <p:nvPr/>
            </p:nvSpPr>
            <p:spPr bwMode="auto"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6" name="Полилиния 35"/>
              <p:cNvSpPr/>
              <p:nvPr/>
            </p:nvSpPr>
            <p:spPr bwMode="auto"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37" name="Рисунок 13"/>
            <p:cNvGrpSpPr/>
            <p:nvPr/>
          </p:nvGrpSpPr>
          <p:grpSpPr bwMode="auto"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8" name="Полилиния 37"/>
              <p:cNvSpPr/>
              <p:nvPr/>
            </p:nvSpPr>
            <p:spPr bwMode="auto"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 fill="norm" stroke="1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9" name="Полилиния 38"/>
              <p:cNvSpPr/>
              <p:nvPr/>
            </p:nvSpPr>
            <p:spPr bwMode="auto"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 fill="norm" stroke="1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0" name="Полилиния 39"/>
              <p:cNvSpPr/>
              <p:nvPr/>
            </p:nvSpPr>
            <p:spPr bwMode="auto"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 fill="norm" stroke="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1" name="Полилиния 40"/>
              <p:cNvSpPr/>
              <p:nvPr/>
            </p:nvSpPr>
            <p:spPr bwMode="auto"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 fill="norm" stroke="1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42" name="Полилиния 41"/>
            <p:cNvSpPr/>
            <p:nvPr/>
          </p:nvSpPr>
          <p:spPr bwMode="auto"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 fill="norm" stroke="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то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 bwMode="auto"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fld id="{14D38384-7A71-42FD-A8FA-E9EF1AAD0FA2}" type="slidenum">
              <a:rPr lang="ru-RU" sz="1400">
                <a:solidFill>
                  <a:srgbClr val="8F9092"/>
                </a:solidFill>
                <a:latin typeface="Montserrat"/>
              </a:rPr>
              <a:t/>
            </a:fld>
            <a:endParaRPr lang="ru-RU" sz="1400">
              <a:solidFill>
                <a:srgbClr val="8F9092"/>
              </a:solidFill>
              <a:latin typeface="Montserrat"/>
            </a:endParaRPr>
          </a:p>
        </p:txBody>
      </p:sp>
      <p:sp>
        <p:nvSpPr>
          <p:cNvPr id="13" name="Текст 1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/>
              </a:defRPr>
            </a:lvl2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7" name="Текст 2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Основной текст</a:t>
            </a:r>
            <a:endParaRPr/>
          </a:p>
        </p:txBody>
      </p:sp>
      <p:sp>
        <p:nvSpPr>
          <p:cNvPr id="14" name="Рисунок 2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568201" y="3819092"/>
            <a:ext cx="2389946" cy="30389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6" name="Рисунок 2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3415392" y="3819092"/>
            <a:ext cx="2389946" cy="30389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8" name="Рисунок 2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6250056" y="3819092"/>
            <a:ext cx="2389946" cy="30389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9" name="Рисунок 2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9116455" y="3819092"/>
            <a:ext cx="2389946" cy="30389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grpSp>
        <p:nvGrpSpPr>
          <p:cNvPr id="2" name="Рисунок 19"/>
          <p:cNvGrpSpPr/>
          <p:nvPr/>
        </p:nvGrpSpPr>
        <p:grpSpPr bwMode="auto"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9"/>
            <p:cNvGrpSpPr/>
            <p:nvPr/>
          </p:nvGrpSpPr>
          <p:grpSpPr bwMode="auto"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9"/>
              <p:cNvGrpSpPr/>
              <p:nvPr/>
            </p:nvGrpSpPr>
            <p:grpSpPr bwMode="auto"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9"/>
                <p:cNvGrpSpPr/>
                <p:nvPr/>
              </p:nvGrpSpPr>
              <p:grpSpPr bwMode="auto"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/>
                  <p:cNvSpPr/>
                  <p:nvPr/>
                </p:nvSpPr>
                <p:spPr bwMode="auto"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 fill="norm" stroke="1" extrusionOk="0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7" name="Рисунок 19"/>
                  <p:cNvGrpSpPr/>
                  <p:nvPr/>
                </p:nvGrpSpPr>
                <p:grpSpPr bwMode="auto"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9"/>
                    <p:cNvGrpSpPr/>
                    <p:nvPr/>
                  </p:nvGrpSpPr>
                  <p:grpSpPr bwMode="auto">
                    <a:xfrm>
                      <a:off x="10452557" y="413364"/>
                      <a:ext cx="320302" cy="359908"/>
                      <a:chOff x="10452557" y="413364"/>
                      <a:chExt cx="320302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/>
                      <p:cNvSpPr/>
                      <p:nvPr/>
                    </p:nvSpPr>
                    <p:spPr bwMode="auto"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 fill="norm" stroke="1" extrusionOk="0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0" name="Полилиния 9"/>
                      <p:cNvSpPr/>
                      <p:nvPr/>
                    </p:nvSpPr>
                    <p:spPr bwMode="auto">
                      <a:xfrm>
                        <a:off x="10466265" y="467913"/>
                        <a:ext cx="77042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 fill="norm" stroke="1" extrusionOk="0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11" name="Рисунок 19"/>
                      <p:cNvGrpSpPr/>
                      <p:nvPr/>
                    </p:nvGrpSpPr>
                    <p:grpSpPr bwMode="auto">
                      <a:xfrm>
                        <a:off x="10452557" y="413364"/>
                        <a:ext cx="320302" cy="223391"/>
                        <a:chOff x="10452557" y="413364"/>
                        <a:chExt cx="320302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1" name="Полилиния 20"/>
                        <p:cNvSpPr/>
                        <p:nvPr/>
                      </p:nvSpPr>
                      <p:spPr bwMode="auto"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 fill="norm" stroke="1" extrusionOk="0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22" name="Полилиния 21"/>
                        <p:cNvSpPr/>
                        <p:nvPr/>
                      </p:nvSpPr>
                      <p:spPr bwMode="auto">
                        <a:xfrm>
                          <a:off x="10452557" y="413364"/>
                          <a:ext cx="320302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 fill="norm" stroke="1" extrusionOk="0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23" name="Полилиния 22"/>
                      <p:cNvSpPr/>
                      <p:nvPr/>
                    </p:nvSpPr>
                    <p:spPr bwMode="auto"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 fill="norm" stroke="1" extrusionOk="0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24" name="Рисунок 19"/>
                    <p:cNvGrpSpPr/>
                    <p:nvPr/>
                  </p:nvGrpSpPr>
                  <p:grpSpPr bwMode="auto"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5" name="Полилиния 24"/>
                      <p:cNvSpPr/>
                      <p:nvPr/>
                    </p:nvSpPr>
                    <p:spPr bwMode="auto"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 fill="norm" stroke="1" extrusionOk="0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6" name="Полилиния 25"/>
                      <p:cNvSpPr/>
                      <p:nvPr/>
                    </p:nvSpPr>
                    <p:spPr bwMode="auto"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 fill="norm" stroke="1" extrusionOk="0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7" name="Полилиния 26"/>
                      <p:cNvSpPr/>
                      <p:nvPr/>
                    </p:nvSpPr>
                    <p:spPr bwMode="auto"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 fill="norm" stroke="1" extrusionOk="0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8" name="Полилиния 27"/>
                      <p:cNvSpPr/>
                      <p:nvPr/>
                    </p:nvSpPr>
                    <p:spPr bwMode="auto">
                      <a:xfrm>
                        <a:off x="10615159" y="420579"/>
                        <a:ext cx="233838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 fill="norm" stroke="1" extrusionOk="0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9" name="Полилиния 28"/>
                <p:cNvSpPr/>
                <p:nvPr/>
              </p:nvSpPr>
              <p:spPr bwMode="auto"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 fill="norm" stroke="1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30" name="Рисунок 19"/>
              <p:cNvGrpSpPr/>
              <p:nvPr/>
            </p:nvGrpSpPr>
            <p:grpSpPr bwMode="auto"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1" name="Полилиния 30"/>
                <p:cNvSpPr/>
                <p:nvPr/>
              </p:nvSpPr>
              <p:spPr bwMode="auto"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 fill="norm" stroke="1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32" name="Полилиния 31"/>
                <p:cNvSpPr/>
                <p:nvPr/>
              </p:nvSpPr>
              <p:spPr bwMode="auto"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 fill="norm" stroke="1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33" name="Рисунок 19"/>
            <p:cNvGrpSpPr/>
            <p:nvPr/>
          </p:nvGrpSpPr>
          <p:grpSpPr bwMode="auto"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4" name="Полилиния 33"/>
              <p:cNvSpPr/>
              <p:nvPr/>
            </p:nvSpPr>
            <p:spPr bwMode="auto"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 fill="norm" stroke="1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5" name="Полилиния 34"/>
              <p:cNvSpPr/>
              <p:nvPr/>
            </p:nvSpPr>
            <p:spPr bwMode="auto"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6" name="Полилиния 35"/>
              <p:cNvSpPr/>
              <p:nvPr/>
            </p:nvSpPr>
            <p:spPr bwMode="auto"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37" name="Рисунок 19"/>
            <p:cNvGrpSpPr/>
            <p:nvPr/>
          </p:nvGrpSpPr>
          <p:grpSpPr bwMode="auto"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8" name="Полилиния 37"/>
              <p:cNvSpPr/>
              <p:nvPr/>
            </p:nvSpPr>
            <p:spPr bwMode="auto"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 fill="norm" stroke="1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9" name="Полилиния 38"/>
              <p:cNvSpPr/>
              <p:nvPr/>
            </p:nvSpPr>
            <p:spPr bwMode="auto"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 fill="norm" stroke="1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0" name="Полилиния 39"/>
              <p:cNvSpPr/>
              <p:nvPr/>
            </p:nvSpPr>
            <p:spPr bwMode="auto"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 fill="norm" stroke="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1" name="Полилиния 40"/>
              <p:cNvSpPr/>
              <p:nvPr/>
            </p:nvSpPr>
            <p:spPr bwMode="auto"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 fill="norm" stroke="1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42" name="Полилиния 41"/>
            <p:cNvSpPr/>
            <p:nvPr/>
          </p:nvSpPr>
          <p:spPr bwMode="auto"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 fill="norm" stroke="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Коллаж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 bwMode="auto"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fld id="{14D38384-7A71-42FD-A8FA-E9EF1AAD0FA2}" type="slidenum">
              <a:rPr lang="ru-RU" sz="1400">
                <a:solidFill>
                  <a:srgbClr val="8F9092"/>
                </a:solidFill>
                <a:latin typeface="Montserrat"/>
              </a:rPr>
              <a:t/>
            </a:fld>
            <a:endParaRPr lang="ru-RU" sz="1400">
              <a:solidFill>
                <a:srgbClr val="8F9092"/>
              </a:solidFill>
              <a:latin typeface="Montserrat"/>
            </a:endParaRPr>
          </a:p>
        </p:txBody>
      </p:sp>
      <p:sp>
        <p:nvSpPr>
          <p:cNvPr id="19" name="Рисунок 2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5037470" y="1620653"/>
            <a:ext cx="2103766" cy="44143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20" name="Рисунок 2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409904" y="1620653"/>
            <a:ext cx="4410902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21" name="Рисунок 2"/>
          <p:cNvSpPr>
            <a:spLocks noGrp="1"/>
          </p:cNvSpPr>
          <p:nvPr>
            <p:ph type="pic" sz="quarter" idx="17" hasCustomPrompt="1"/>
          </p:nvPr>
        </p:nvSpPr>
        <p:spPr bwMode="auto">
          <a:xfrm>
            <a:off x="409904" y="3931216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22" name="Рисунок 2"/>
          <p:cNvSpPr>
            <a:spLocks noGrp="1"/>
          </p:cNvSpPr>
          <p:nvPr>
            <p:ph type="pic" sz="quarter" idx="18" hasCustomPrompt="1"/>
          </p:nvPr>
        </p:nvSpPr>
        <p:spPr bwMode="auto">
          <a:xfrm>
            <a:off x="2717040" y="3931215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23" name="Рисунок 2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7371194" y="3931214"/>
            <a:ext cx="4410902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7371194" y="1618346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25" name="Рисунок 2"/>
          <p:cNvSpPr>
            <a:spLocks noGrp="1"/>
          </p:cNvSpPr>
          <p:nvPr>
            <p:ph type="pic" sz="quarter" idx="21" hasCustomPrompt="1"/>
          </p:nvPr>
        </p:nvSpPr>
        <p:spPr bwMode="auto">
          <a:xfrm>
            <a:off x="9678329" y="1618345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grpSp>
        <p:nvGrpSpPr>
          <p:cNvPr id="2" name="Рисунок 13"/>
          <p:cNvGrpSpPr/>
          <p:nvPr/>
        </p:nvGrpSpPr>
        <p:grpSpPr bwMode="auto"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3"/>
            <p:cNvGrpSpPr/>
            <p:nvPr/>
          </p:nvGrpSpPr>
          <p:grpSpPr bwMode="auto"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3"/>
              <p:cNvGrpSpPr/>
              <p:nvPr/>
            </p:nvGrpSpPr>
            <p:grpSpPr bwMode="auto"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3"/>
                <p:cNvGrpSpPr/>
                <p:nvPr/>
              </p:nvGrpSpPr>
              <p:grpSpPr bwMode="auto"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/>
                  <p:cNvSpPr/>
                  <p:nvPr/>
                </p:nvSpPr>
                <p:spPr bwMode="auto"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 fill="norm" stroke="1" extrusionOk="0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7" name="Рисунок 13"/>
                  <p:cNvGrpSpPr/>
                  <p:nvPr/>
                </p:nvGrpSpPr>
                <p:grpSpPr bwMode="auto"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3"/>
                    <p:cNvGrpSpPr/>
                    <p:nvPr/>
                  </p:nvGrpSpPr>
                  <p:grpSpPr bwMode="auto">
                    <a:xfrm>
                      <a:off x="10452557" y="413364"/>
                      <a:ext cx="320302" cy="359908"/>
                      <a:chOff x="10452557" y="413364"/>
                      <a:chExt cx="320302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/>
                      <p:cNvSpPr/>
                      <p:nvPr/>
                    </p:nvSpPr>
                    <p:spPr bwMode="auto"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 fill="norm" stroke="1" extrusionOk="0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0" name="Полилиния 9"/>
                      <p:cNvSpPr/>
                      <p:nvPr/>
                    </p:nvSpPr>
                    <p:spPr bwMode="auto">
                      <a:xfrm>
                        <a:off x="10466265" y="467913"/>
                        <a:ext cx="77042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 fill="norm" stroke="1" extrusionOk="0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11" name="Рисунок 13"/>
                      <p:cNvGrpSpPr/>
                      <p:nvPr/>
                    </p:nvGrpSpPr>
                    <p:grpSpPr bwMode="auto">
                      <a:xfrm>
                        <a:off x="10452557" y="413364"/>
                        <a:ext cx="320302" cy="223391"/>
                        <a:chOff x="10452557" y="413364"/>
                        <a:chExt cx="320302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3" name="Полилиния 12"/>
                        <p:cNvSpPr/>
                        <p:nvPr/>
                      </p:nvSpPr>
                      <p:spPr bwMode="auto"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 fill="norm" stroke="1" extrusionOk="0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16" name="Полилиния 15"/>
                        <p:cNvSpPr/>
                        <p:nvPr/>
                      </p:nvSpPr>
                      <p:spPr bwMode="auto">
                        <a:xfrm>
                          <a:off x="10452557" y="413364"/>
                          <a:ext cx="320302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 fill="norm" stroke="1" extrusionOk="0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17" name="Полилиния 16"/>
                      <p:cNvSpPr/>
                      <p:nvPr/>
                    </p:nvSpPr>
                    <p:spPr bwMode="auto"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 fill="norm" stroke="1" extrusionOk="0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18" name="Рисунок 13"/>
                    <p:cNvGrpSpPr/>
                    <p:nvPr/>
                  </p:nvGrpSpPr>
                  <p:grpSpPr bwMode="auto"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6" name="Полилиния 25"/>
                      <p:cNvSpPr/>
                      <p:nvPr/>
                    </p:nvSpPr>
                    <p:spPr bwMode="auto"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 fill="norm" stroke="1" extrusionOk="0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7" name="Полилиния 26"/>
                      <p:cNvSpPr/>
                      <p:nvPr/>
                    </p:nvSpPr>
                    <p:spPr bwMode="auto"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 fill="norm" stroke="1" extrusionOk="0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8" name="Полилиния 27"/>
                      <p:cNvSpPr/>
                      <p:nvPr/>
                    </p:nvSpPr>
                    <p:spPr bwMode="auto"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 fill="norm" stroke="1" extrusionOk="0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9" name="Полилиния 28"/>
                      <p:cNvSpPr/>
                      <p:nvPr/>
                    </p:nvSpPr>
                    <p:spPr bwMode="auto">
                      <a:xfrm>
                        <a:off x="10615159" y="420579"/>
                        <a:ext cx="233838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 fill="norm" stroke="1" extrusionOk="0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0" name="Полилиния 29"/>
                <p:cNvSpPr/>
                <p:nvPr/>
              </p:nvSpPr>
              <p:spPr bwMode="auto"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 fill="norm" stroke="1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31" name="Рисунок 13"/>
              <p:cNvGrpSpPr/>
              <p:nvPr/>
            </p:nvGrpSpPr>
            <p:grpSpPr bwMode="auto"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2" name="Полилиния 31"/>
                <p:cNvSpPr/>
                <p:nvPr/>
              </p:nvSpPr>
              <p:spPr bwMode="auto"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 fill="norm" stroke="1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33" name="Полилиния 32"/>
                <p:cNvSpPr/>
                <p:nvPr/>
              </p:nvSpPr>
              <p:spPr bwMode="auto"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 fill="norm" stroke="1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34" name="Рисунок 13"/>
            <p:cNvGrpSpPr/>
            <p:nvPr/>
          </p:nvGrpSpPr>
          <p:grpSpPr bwMode="auto"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5" name="Полилиния 34"/>
              <p:cNvSpPr/>
              <p:nvPr/>
            </p:nvSpPr>
            <p:spPr bwMode="auto"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 fill="norm" stroke="1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6" name="Полилиния 35"/>
              <p:cNvSpPr/>
              <p:nvPr/>
            </p:nvSpPr>
            <p:spPr bwMode="auto"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7" name="Полилиния 36"/>
              <p:cNvSpPr/>
              <p:nvPr/>
            </p:nvSpPr>
            <p:spPr bwMode="auto"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38" name="Рисунок 13"/>
            <p:cNvGrpSpPr/>
            <p:nvPr/>
          </p:nvGrpSpPr>
          <p:grpSpPr bwMode="auto"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9" name="Полилиния 38"/>
              <p:cNvSpPr/>
              <p:nvPr/>
            </p:nvSpPr>
            <p:spPr bwMode="auto"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 fill="norm" stroke="1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0" name="Полилиния 39"/>
              <p:cNvSpPr/>
              <p:nvPr/>
            </p:nvSpPr>
            <p:spPr bwMode="auto"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 fill="norm" stroke="1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1" name="Полилиния 40"/>
              <p:cNvSpPr/>
              <p:nvPr/>
            </p:nvSpPr>
            <p:spPr bwMode="auto"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 fill="norm" stroke="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2" name="Полилиния 41"/>
              <p:cNvSpPr/>
              <p:nvPr/>
            </p:nvSpPr>
            <p:spPr bwMode="auto"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 fill="norm" stroke="1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43" name="Полилиния 42"/>
            <p:cNvSpPr/>
            <p:nvPr/>
          </p:nvSpPr>
          <p:spPr bwMode="auto"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 fill="norm" stroke="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Коллаж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 bwMode="auto"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Montserrat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2" name="Прямоугольник 11"/>
          <p:cNvSpPr/>
          <p:nvPr userDrawn="1"/>
        </p:nvSpPr>
        <p:spPr bwMode="auto"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fld id="{14D38384-7A71-42FD-A8FA-E9EF1AAD0FA2}" type="slidenum">
              <a:rPr lang="ru-RU" sz="1400">
                <a:solidFill>
                  <a:srgbClr val="8F9092"/>
                </a:solidFill>
                <a:latin typeface="Montserrat"/>
              </a:rPr>
              <a:t/>
            </a:fld>
            <a:endParaRPr lang="ru-RU" sz="1400">
              <a:solidFill>
                <a:srgbClr val="8F9092"/>
              </a:solidFill>
              <a:latin typeface="Montserrat"/>
            </a:endParaRPr>
          </a:p>
        </p:txBody>
      </p:sp>
      <p:sp>
        <p:nvSpPr>
          <p:cNvPr id="16" name="Рисунок 2"/>
          <p:cNvSpPr>
            <a:spLocks noGrp="1"/>
          </p:cNvSpPr>
          <p:nvPr>
            <p:ph type="pic" sz="quarter" idx="15" hasCustomPrompt="1"/>
          </p:nvPr>
        </p:nvSpPr>
        <p:spPr bwMode="auto">
          <a:xfrm>
            <a:off x="5037470" y="1620653"/>
            <a:ext cx="2103766" cy="44143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8" name="Рисунок 2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409904" y="1620653"/>
            <a:ext cx="4410902" cy="441432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9" name="Рисунок 2"/>
          <p:cNvSpPr>
            <a:spLocks noGrp="1"/>
          </p:cNvSpPr>
          <p:nvPr>
            <p:ph type="pic" sz="quarter" idx="19" hasCustomPrompt="1"/>
          </p:nvPr>
        </p:nvSpPr>
        <p:spPr bwMode="auto">
          <a:xfrm>
            <a:off x="7371194" y="3931214"/>
            <a:ext cx="4410902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20" name="Рисунок 2"/>
          <p:cNvSpPr>
            <a:spLocks noGrp="1"/>
          </p:cNvSpPr>
          <p:nvPr>
            <p:ph type="pic" sz="quarter" idx="20" hasCustomPrompt="1"/>
          </p:nvPr>
        </p:nvSpPr>
        <p:spPr bwMode="auto">
          <a:xfrm>
            <a:off x="7371194" y="1618346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21" name="Рисунок 2"/>
          <p:cNvSpPr>
            <a:spLocks noGrp="1"/>
          </p:cNvSpPr>
          <p:nvPr>
            <p:ph type="pic" sz="quarter" idx="21" hasCustomPrompt="1"/>
          </p:nvPr>
        </p:nvSpPr>
        <p:spPr bwMode="auto">
          <a:xfrm>
            <a:off x="9678329" y="1618345"/>
            <a:ext cx="2103766" cy="21037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  <p:grpSp>
        <p:nvGrpSpPr>
          <p:cNvPr id="2" name="Рисунок 10"/>
          <p:cNvGrpSpPr/>
          <p:nvPr/>
        </p:nvGrpSpPr>
        <p:grpSpPr bwMode="auto"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10"/>
            <p:cNvGrpSpPr/>
            <p:nvPr/>
          </p:nvGrpSpPr>
          <p:grpSpPr bwMode="auto"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10"/>
              <p:cNvGrpSpPr/>
              <p:nvPr/>
            </p:nvGrpSpPr>
            <p:grpSpPr bwMode="auto"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5" name="Рисунок 10"/>
                <p:cNvGrpSpPr/>
                <p:nvPr/>
              </p:nvGrpSpPr>
              <p:grpSpPr bwMode="auto"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6" name="Полилиния 5"/>
                  <p:cNvSpPr/>
                  <p:nvPr/>
                </p:nvSpPr>
                <p:spPr bwMode="auto"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 fill="norm" stroke="1" extrusionOk="0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7" name="Рисунок 10"/>
                  <p:cNvGrpSpPr/>
                  <p:nvPr/>
                </p:nvGrpSpPr>
                <p:grpSpPr bwMode="auto"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8" name="Рисунок 10"/>
                    <p:cNvGrpSpPr/>
                    <p:nvPr/>
                  </p:nvGrpSpPr>
                  <p:grpSpPr bwMode="auto">
                    <a:xfrm>
                      <a:off x="10452557" y="413364"/>
                      <a:ext cx="320302" cy="359908"/>
                      <a:chOff x="10452557" y="413364"/>
                      <a:chExt cx="320302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9" name="Полилиния 8"/>
                      <p:cNvSpPr/>
                      <p:nvPr/>
                    </p:nvSpPr>
                    <p:spPr bwMode="auto"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 fill="norm" stroke="1" extrusionOk="0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0" name="Полилиния 9"/>
                      <p:cNvSpPr/>
                      <p:nvPr/>
                    </p:nvSpPr>
                    <p:spPr bwMode="auto">
                      <a:xfrm>
                        <a:off x="10466265" y="467913"/>
                        <a:ext cx="77042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 fill="norm" stroke="1" extrusionOk="0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13" name="Рисунок 10"/>
                      <p:cNvGrpSpPr/>
                      <p:nvPr/>
                    </p:nvGrpSpPr>
                    <p:grpSpPr bwMode="auto">
                      <a:xfrm>
                        <a:off x="10452557" y="413364"/>
                        <a:ext cx="320302" cy="223391"/>
                        <a:chOff x="10452557" y="413364"/>
                        <a:chExt cx="320302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4" name="Полилиния 13"/>
                        <p:cNvSpPr/>
                        <p:nvPr/>
                      </p:nvSpPr>
                      <p:spPr bwMode="auto"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 fill="norm" stroke="1" extrusionOk="0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17" name="Полилиния 16"/>
                        <p:cNvSpPr/>
                        <p:nvPr/>
                      </p:nvSpPr>
                      <p:spPr bwMode="auto">
                        <a:xfrm>
                          <a:off x="10452557" y="413364"/>
                          <a:ext cx="320302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 fill="norm" stroke="1" extrusionOk="0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22" name="Полилиния 21"/>
                      <p:cNvSpPr/>
                      <p:nvPr/>
                    </p:nvSpPr>
                    <p:spPr bwMode="auto"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 fill="norm" stroke="1" extrusionOk="0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23" name="Рисунок 10"/>
                    <p:cNvGrpSpPr/>
                    <p:nvPr/>
                  </p:nvGrpSpPr>
                  <p:grpSpPr bwMode="auto"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24" name="Полилиния 23"/>
                      <p:cNvSpPr/>
                      <p:nvPr/>
                    </p:nvSpPr>
                    <p:spPr bwMode="auto"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 fill="norm" stroke="1" extrusionOk="0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5" name="Полилиния 24"/>
                      <p:cNvSpPr/>
                      <p:nvPr/>
                    </p:nvSpPr>
                    <p:spPr bwMode="auto"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 fill="norm" stroke="1" extrusionOk="0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6" name="Полилиния 25"/>
                      <p:cNvSpPr/>
                      <p:nvPr/>
                    </p:nvSpPr>
                    <p:spPr bwMode="auto"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 fill="norm" stroke="1" extrusionOk="0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7" name="Полилиния 26"/>
                      <p:cNvSpPr/>
                      <p:nvPr/>
                    </p:nvSpPr>
                    <p:spPr bwMode="auto">
                      <a:xfrm>
                        <a:off x="10615159" y="420579"/>
                        <a:ext cx="233838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 fill="norm" stroke="1" extrusionOk="0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8" name="Полилиния 27"/>
                <p:cNvSpPr/>
                <p:nvPr/>
              </p:nvSpPr>
              <p:spPr bwMode="auto"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 fill="norm" stroke="1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29" name="Рисунок 10"/>
              <p:cNvGrpSpPr/>
              <p:nvPr/>
            </p:nvGrpSpPr>
            <p:grpSpPr bwMode="auto"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30" name="Полилиния 29"/>
                <p:cNvSpPr/>
                <p:nvPr/>
              </p:nvSpPr>
              <p:spPr bwMode="auto"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 fill="norm" stroke="1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31" name="Полилиния 30"/>
                <p:cNvSpPr/>
                <p:nvPr/>
              </p:nvSpPr>
              <p:spPr bwMode="auto"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 fill="norm" stroke="1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32" name="Рисунок 10"/>
            <p:cNvGrpSpPr/>
            <p:nvPr/>
          </p:nvGrpSpPr>
          <p:grpSpPr bwMode="auto"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33" name="Полилиния 32"/>
              <p:cNvSpPr/>
              <p:nvPr/>
            </p:nvSpPr>
            <p:spPr bwMode="auto"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 fill="norm" stroke="1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4" name="Полилиния 33"/>
              <p:cNvSpPr/>
              <p:nvPr/>
            </p:nvSpPr>
            <p:spPr bwMode="auto"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5" name="Полилиния 34"/>
              <p:cNvSpPr/>
              <p:nvPr/>
            </p:nvSpPr>
            <p:spPr bwMode="auto"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36" name="Рисунок 10"/>
            <p:cNvGrpSpPr/>
            <p:nvPr/>
          </p:nvGrpSpPr>
          <p:grpSpPr bwMode="auto"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7" name="Полилиния 36"/>
              <p:cNvSpPr/>
              <p:nvPr/>
            </p:nvSpPr>
            <p:spPr bwMode="auto"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 fill="norm" stroke="1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8" name="Полилиния 37"/>
              <p:cNvSpPr/>
              <p:nvPr/>
            </p:nvSpPr>
            <p:spPr bwMode="auto"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 fill="norm" stroke="1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9" name="Полилиния 38"/>
              <p:cNvSpPr/>
              <p:nvPr/>
            </p:nvSpPr>
            <p:spPr bwMode="auto"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 fill="norm" stroke="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0" name="Полилиния 39"/>
              <p:cNvSpPr/>
              <p:nvPr/>
            </p:nvSpPr>
            <p:spPr bwMode="auto"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 fill="norm" stroke="1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41" name="Полилиния 40"/>
            <p:cNvSpPr/>
            <p:nvPr/>
          </p:nvSpPr>
          <p:spPr bwMode="auto"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 fill="norm" stroke="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Фото фон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auto"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fld id="{14D38384-7A71-42FD-A8FA-E9EF1AAD0FA2}" type="slidenum">
              <a:rPr lang="ru-RU" sz="1400">
                <a:solidFill>
                  <a:srgbClr val="8F9092"/>
                </a:solidFill>
                <a:latin typeface="Montserrat"/>
              </a:rPr>
              <a:t/>
            </a:fld>
            <a:endParaRPr lang="ru-RU" sz="1400">
              <a:solidFill>
                <a:srgbClr val="8F9092"/>
              </a:solidFill>
              <a:latin typeface="Montserrat"/>
            </a:endParaRPr>
          </a:p>
        </p:txBody>
      </p:sp>
      <p:sp>
        <p:nvSpPr>
          <p:cNvPr id="18" name="Рисунок 2"/>
          <p:cNvSpPr>
            <a:spLocks noGrp="1"/>
          </p:cNvSpPr>
          <p:nvPr>
            <p:ph type="pic" sz="quarter" idx="16" hasCustomPrompt="1"/>
          </p:nvPr>
        </p:nvSpPr>
        <p:spPr bwMode="auto"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accent5"/>
                </a:solidFill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Изображение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Шапка с логотипом коня (серая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>
              <a:solidFill>
                <a:schemeClr val="bg1"/>
              </a:solidFill>
            </a:endParaRPr>
          </a:p>
        </p:txBody>
      </p:sp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 bwMode="auto">
          <a:xfrm>
            <a:off x="559572" y="359101"/>
            <a:ext cx="9032836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lang="ru-RU" sz="2800" b="1">
                <a:solidFill>
                  <a:schemeClr val="accent1"/>
                </a:solidFill>
                <a:latin typeface="Montserra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1" name="Прямоугольник 10"/>
          <p:cNvSpPr/>
          <p:nvPr userDrawn="1"/>
        </p:nvSpPr>
        <p:spPr bwMode="auto"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fld id="{14D38384-7A71-42FD-A8FA-E9EF1AAD0FA2}" type="slidenum">
              <a:rPr lang="ru-RU" sz="1400">
                <a:solidFill>
                  <a:srgbClr val="8F9092"/>
                </a:solidFill>
                <a:latin typeface="Montserrat"/>
              </a:rPr>
              <a:t/>
            </a:fld>
            <a:endParaRPr lang="ru-RU" sz="1400">
              <a:solidFill>
                <a:srgbClr val="8F9092"/>
              </a:solidFill>
              <a:latin typeface="Montserrat"/>
            </a:endParaRPr>
          </a:p>
        </p:txBody>
      </p:sp>
      <p:sp>
        <p:nvSpPr>
          <p:cNvPr id="13" name="Текст 1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/>
              </a:defRPr>
            </a:lvl2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7" name="Текст 2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Основной текст</a:t>
            </a:r>
            <a:endParaRPr/>
          </a:p>
        </p:txBody>
      </p:sp>
      <p:grpSp>
        <p:nvGrpSpPr>
          <p:cNvPr id="2" name="Рисунок 7"/>
          <p:cNvGrpSpPr/>
          <p:nvPr/>
        </p:nvGrpSpPr>
        <p:grpSpPr bwMode="auto">
          <a:xfrm>
            <a:off x="9874174" y="-127649"/>
            <a:ext cx="1762003" cy="1190925"/>
            <a:chOff x="9874174" y="-127649"/>
            <a:chExt cx="1762003" cy="1190925"/>
          </a:xfrm>
        </p:grpSpPr>
        <p:grpSp>
          <p:nvGrpSpPr>
            <p:cNvPr id="3" name="Рисунок 7"/>
            <p:cNvGrpSpPr/>
            <p:nvPr/>
          </p:nvGrpSpPr>
          <p:grpSpPr bwMode="auto">
            <a:xfrm>
              <a:off x="10244989" y="326272"/>
              <a:ext cx="856918" cy="737004"/>
              <a:chOff x="10244989" y="326272"/>
              <a:chExt cx="856918" cy="737004"/>
            </a:xfrm>
            <a:solidFill>
              <a:srgbClr val="FFFFFF"/>
            </a:solidFill>
          </p:grpSpPr>
          <p:sp>
            <p:nvSpPr>
              <p:cNvPr id="4" name="Полилиния 3"/>
              <p:cNvSpPr/>
              <p:nvPr/>
            </p:nvSpPr>
            <p:spPr bwMode="auto">
              <a:xfrm>
                <a:off x="10264082" y="722028"/>
                <a:ext cx="86086" cy="130352"/>
              </a:xfrm>
              <a:custGeom>
                <a:avLst/>
                <a:gdLst>
                  <a:gd name="connsiteX0" fmla="*/ 86087 w 86087"/>
                  <a:gd name="connsiteY0" fmla="*/ 0 h 130352"/>
                  <a:gd name="connsiteX1" fmla="*/ 0 w 86087"/>
                  <a:gd name="connsiteY1" fmla="*/ 78424 h 130352"/>
                  <a:gd name="connsiteX2" fmla="*/ 42381 w 86087"/>
                  <a:gd name="connsiteY2" fmla="*/ 130353 h 130352"/>
                  <a:gd name="connsiteX3" fmla="*/ 85557 w 86087"/>
                  <a:gd name="connsiteY3" fmla="*/ 87962 h 130352"/>
                  <a:gd name="connsiteX4" fmla="*/ 86087 w 86087"/>
                  <a:gd name="connsiteY4" fmla="*/ 0 h 130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087" h="130352" fill="norm" stroke="1" extrusionOk="0">
                    <a:moveTo>
                      <a:pt x="86087" y="0"/>
                    </a:moveTo>
                    <a:lnTo>
                      <a:pt x="0" y="78424"/>
                    </a:lnTo>
                    <a:cubicBezTo>
                      <a:pt x="13244" y="96440"/>
                      <a:pt x="27283" y="113926"/>
                      <a:pt x="42381" y="130353"/>
                    </a:cubicBezTo>
                    <a:lnTo>
                      <a:pt x="85557" y="87962"/>
                    </a:lnTo>
                    <a:cubicBezTo>
                      <a:pt x="84498" y="56433"/>
                      <a:pt x="84763" y="27289"/>
                      <a:pt x="860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5" name="Полилиния 4"/>
              <p:cNvSpPr/>
              <p:nvPr/>
            </p:nvSpPr>
            <p:spPr bwMode="auto">
              <a:xfrm>
                <a:off x="10244989" y="599623"/>
                <a:ext cx="119748" cy="188375"/>
              </a:xfrm>
              <a:custGeom>
                <a:avLst/>
                <a:gdLst>
                  <a:gd name="connsiteX0" fmla="*/ 119748 w 119748"/>
                  <a:gd name="connsiteY0" fmla="*/ 0 h 188375"/>
                  <a:gd name="connsiteX1" fmla="*/ 815 w 119748"/>
                  <a:gd name="connsiteY1" fmla="*/ 102004 h 188375"/>
                  <a:gd name="connsiteX2" fmla="*/ 2670 w 119748"/>
                  <a:gd name="connsiteY2" fmla="*/ 177778 h 188375"/>
                  <a:gd name="connsiteX3" fmla="*/ 9821 w 119748"/>
                  <a:gd name="connsiteY3" fmla="*/ 188376 h 188375"/>
                  <a:gd name="connsiteX4" fmla="*/ 106504 w 119748"/>
                  <a:gd name="connsiteY4" fmla="*/ 100414 h 188375"/>
                  <a:gd name="connsiteX5" fmla="*/ 119748 w 119748"/>
                  <a:gd name="connsiteY5" fmla="*/ 0 h 18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48" h="188375" fill="norm" stroke="1" extrusionOk="0">
                    <a:moveTo>
                      <a:pt x="119748" y="0"/>
                    </a:moveTo>
                    <a:lnTo>
                      <a:pt x="815" y="102004"/>
                    </a:lnTo>
                    <a:cubicBezTo>
                      <a:pt x="-774" y="128233"/>
                      <a:pt x="21" y="153403"/>
                      <a:pt x="2670" y="177778"/>
                    </a:cubicBezTo>
                    <a:cubicBezTo>
                      <a:pt x="5054" y="181222"/>
                      <a:pt x="7438" y="184931"/>
                      <a:pt x="9821" y="188376"/>
                    </a:cubicBezTo>
                    <a:lnTo>
                      <a:pt x="106504" y="100414"/>
                    </a:lnTo>
                    <a:cubicBezTo>
                      <a:pt x="109418" y="61997"/>
                      <a:pt x="113921" y="28614"/>
                      <a:pt x="11974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6" name="Полилиния 5"/>
              <p:cNvSpPr/>
              <p:nvPr/>
            </p:nvSpPr>
            <p:spPr bwMode="auto">
              <a:xfrm>
                <a:off x="10317058" y="830920"/>
                <a:ext cx="39202" cy="70740"/>
              </a:xfrm>
              <a:custGeom>
                <a:avLst/>
                <a:gdLst>
                  <a:gd name="connsiteX0" fmla="*/ 0 w 39202"/>
                  <a:gd name="connsiteY0" fmla="*/ 32853 h 70740"/>
                  <a:gd name="connsiteX1" fmla="*/ 39203 w 39202"/>
                  <a:gd name="connsiteY1" fmla="*/ 70740 h 70740"/>
                  <a:gd name="connsiteX2" fmla="*/ 33375 w 39202"/>
                  <a:gd name="connsiteY2" fmla="*/ 0 h 70740"/>
                  <a:gd name="connsiteX3" fmla="*/ 0 w 39202"/>
                  <a:gd name="connsiteY3" fmla="*/ 32853 h 70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202" h="70740" fill="norm" stroke="1" extrusionOk="0">
                    <a:moveTo>
                      <a:pt x="0" y="32853"/>
                    </a:moveTo>
                    <a:cubicBezTo>
                      <a:pt x="12450" y="46100"/>
                      <a:pt x="25694" y="58553"/>
                      <a:pt x="39203" y="70740"/>
                    </a:cubicBezTo>
                    <a:cubicBezTo>
                      <a:pt x="36554" y="46100"/>
                      <a:pt x="34700" y="22520"/>
                      <a:pt x="33375" y="0"/>
                    </a:cubicBezTo>
                    <a:lnTo>
                      <a:pt x="0" y="32853"/>
                    </a:ln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7" name="Полилиния 6"/>
              <p:cNvSpPr/>
              <p:nvPr/>
            </p:nvSpPr>
            <p:spPr bwMode="auto">
              <a:xfrm>
                <a:off x="10247659" y="447545"/>
                <a:ext cx="167671" cy="231826"/>
              </a:xfrm>
              <a:custGeom>
                <a:avLst/>
                <a:gdLst>
                  <a:gd name="connsiteX0" fmla="*/ 123436 w 167671"/>
                  <a:gd name="connsiteY0" fmla="*/ 122404 h 231826"/>
                  <a:gd name="connsiteX1" fmla="*/ 167671 w 167671"/>
                  <a:gd name="connsiteY1" fmla="*/ 0 h 231826"/>
                  <a:gd name="connsiteX2" fmla="*/ 29402 w 167671"/>
                  <a:gd name="connsiteY2" fmla="*/ 113661 h 231826"/>
                  <a:gd name="connsiteX3" fmla="*/ 0 w 167671"/>
                  <a:gd name="connsiteY3" fmla="*/ 231826 h 231826"/>
                  <a:gd name="connsiteX4" fmla="*/ 122376 w 167671"/>
                  <a:gd name="connsiteY4" fmla="*/ 126643 h 231826"/>
                  <a:gd name="connsiteX5" fmla="*/ 123436 w 167671"/>
                  <a:gd name="connsiteY5" fmla="*/ 122404 h 231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7671" h="231826" fill="norm" stroke="1" extrusionOk="0">
                    <a:moveTo>
                      <a:pt x="123436" y="122404"/>
                    </a:moveTo>
                    <a:cubicBezTo>
                      <a:pt x="136945" y="66236"/>
                      <a:pt x="154162" y="25965"/>
                      <a:pt x="167671" y="0"/>
                    </a:cubicBezTo>
                    <a:lnTo>
                      <a:pt x="29402" y="113661"/>
                    </a:lnTo>
                    <a:cubicBezTo>
                      <a:pt x="13509" y="154728"/>
                      <a:pt x="4238" y="194204"/>
                      <a:pt x="0" y="231826"/>
                    </a:cubicBezTo>
                    <a:lnTo>
                      <a:pt x="122376" y="126643"/>
                    </a:lnTo>
                    <a:cubicBezTo>
                      <a:pt x="122641" y="125319"/>
                      <a:pt x="123171" y="123994"/>
                      <a:pt x="123436" y="122404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9" name="Полилиния 8"/>
              <p:cNvSpPr/>
              <p:nvPr/>
            </p:nvSpPr>
            <p:spPr bwMode="auto">
              <a:xfrm>
                <a:off x="10290040" y="387402"/>
                <a:ext cx="135090" cy="143070"/>
              </a:xfrm>
              <a:custGeom>
                <a:avLst/>
                <a:gdLst>
                  <a:gd name="connsiteX0" fmla="*/ 90060 w 135090"/>
                  <a:gd name="connsiteY0" fmla="*/ 0 h 143070"/>
                  <a:gd name="connsiteX1" fmla="*/ 0 w 135090"/>
                  <a:gd name="connsiteY1" fmla="*/ 143070 h 143070"/>
                  <a:gd name="connsiteX2" fmla="*/ 135090 w 135090"/>
                  <a:gd name="connsiteY2" fmla="*/ 32058 h 143070"/>
                  <a:gd name="connsiteX3" fmla="*/ 90060 w 135090"/>
                  <a:gd name="connsiteY3" fmla="*/ 0 h 143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090" h="143070" fill="norm" stroke="1" extrusionOk="0">
                    <a:moveTo>
                      <a:pt x="90060" y="0"/>
                    </a:moveTo>
                    <a:cubicBezTo>
                      <a:pt x="50328" y="49280"/>
                      <a:pt x="20926" y="96970"/>
                      <a:pt x="0" y="143070"/>
                    </a:cubicBezTo>
                    <a:lnTo>
                      <a:pt x="135090" y="32058"/>
                    </a:lnTo>
                    <a:cubicBezTo>
                      <a:pt x="119462" y="23845"/>
                      <a:pt x="104364" y="12982"/>
                      <a:pt x="900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0" name="Полилиния 9"/>
              <p:cNvSpPr/>
              <p:nvPr/>
            </p:nvSpPr>
            <p:spPr bwMode="auto">
              <a:xfrm>
                <a:off x="10364327" y="326272"/>
                <a:ext cx="737580" cy="737004"/>
              </a:xfrm>
              <a:custGeom>
                <a:avLst/>
                <a:gdLst>
                  <a:gd name="connsiteX0" fmla="*/ 621827 w 737580"/>
                  <a:gd name="connsiteY0" fmla="*/ 160220 h 737004"/>
                  <a:gd name="connsiteX1" fmla="*/ 624211 w 737580"/>
                  <a:gd name="connsiteY1" fmla="*/ 157571 h 737004"/>
                  <a:gd name="connsiteX2" fmla="*/ 728045 w 737580"/>
                  <a:gd name="connsiteY2" fmla="*/ 157571 h 737004"/>
                  <a:gd name="connsiteX3" fmla="*/ 737581 w 737580"/>
                  <a:gd name="connsiteY3" fmla="*/ 137700 h 737004"/>
                  <a:gd name="connsiteX4" fmla="*/ 724072 w 737580"/>
                  <a:gd name="connsiteY4" fmla="*/ 49738 h 737004"/>
                  <a:gd name="connsiteX5" fmla="*/ 627654 w 737580"/>
                  <a:gd name="connsiteY5" fmla="*/ 28808 h 737004"/>
                  <a:gd name="connsiteX6" fmla="*/ 581564 w 737580"/>
                  <a:gd name="connsiteY6" fmla="*/ 36756 h 737004"/>
                  <a:gd name="connsiteX7" fmla="*/ 444885 w 737580"/>
                  <a:gd name="connsiteY7" fmla="*/ 36756 h 737004"/>
                  <a:gd name="connsiteX8" fmla="*/ 388465 w 737580"/>
                  <a:gd name="connsiteY8" fmla="*/ 8672 h 737004"/>
                  <a:gd name="connsiteX9" fmla="*/ 224502 w 737580"/>
                  <a:gd name="connsiteY9" fmla="*/ 8672 h 737004"/>
                  <a:gd name="connsiteX10" fmla="*/ 26104 w 737580"/>
                  <a:gd name="connsiteY10" fmla="*/ 49473 h 737004"/>
                  <a:gd name="connsiteX11" fmla="*/ 162519 w 737580"/>
                  <a:gd name="connsiteY11" fmla="*/ 97693 h 737004"/>
                  <a:gd name="connsiteX12" fmla="*/ 164373 w 737580"/>
                  <a:gd name="connsiteY12" fmla="*/ 113060 h 737004"/>
                  <a:gd name="connsiteX13" fmla="*/ 143712 w 737580"/>
                  <a:gd name="connsiteY13" fmla="*/ 114385 h 737004"/>
                  <a:gd name="connsiteX14" fmla="*/ 80140 w 737580"/>
                  <a:gd name="connsiteY14" fmla="*/ 102197 h 737004"/>
                  <a:gd name="connsiteX15" fmla="*/ 21336 w 737580"/>
                  <a:gd name="connsiteY15" fmla="*/ 248712 h 737004"/>
                  <a:gd name="connsiteX16" fmla="*/ 9152 w 737580"/>
                  <a:gd name="connsiteY16" fmla="*/ 590225 h 737004"/>
                  <a:gd name="connsiteX17" fmla="*/ 418131 w 737580"/>
                  <a:gd name="connsiteY17" fmla="*/ 737005 h 737004"/>
                  <a:gd name="connsiteX18" fmla="*/ 612821 w 737580"/>
                  <a:gd name="connsiteY18" fmla="*/ 707066 h 737004"/>
                  <a:gd name="connsiteX19" fmla="*/ 468459 w 737580"/>
                  <a:gd name="connsiteY19" fmla="*/ 341442 h 737004"/>
                  <a:gd name="connsiteX20" fmla="*/ 434289 w 737580"/>
                  <a:gd name="connsiteY20" fmla="*/ 371646 h 737004"/>
                  <a:gd name="connsiteX21" fmla="*/ 182120 w 737580"/>
                  <a:gd name="connsiteY21" fmla="*/ 371116 h 737004"/>
                  <a:gd name="connsiteX22" fmla="*/ 90471 w 737580"/>
                  <a:gd name="connsiteY22" fmla="*/ 261959 h 737004"/>
                  <a:gd name="connsiteX23" fmla="*/ 102391 w 737580"/>
                  <a:gd name="connsiteY23" fmla="*/ 251891 h 737004"/>
                  <a:gd name="connsiteX24" fmla="*/ 189537 w 737580"/>
                  <a:gd name="connsiteY24" fmla="*/ 355749 h 737004"/>
                  <a:gd name="connsiteX25" fmla="*/ 428462 w 737580"/>
                  <a:gd name="connsiteY25" fmla="*/ 356279 h 737004"/>
                  <a:gd name="connsiteX26" fmla="*/ 546600 w 737580"/>
                  <a:gd name="connsiteY26" fmla="*/ 251626 h 737004"/>
                  <a:gd name="connsiteX27" fmla="*/ 510046 w 737580"/>
                  <a:gd name="connsiteY27" fmla="*/ 199432 h 737004"/>
                  <a:gd name="connsiteX28" fmla="*/ 510046 w 737580"/>
                  <a:gd name="connsiteY28" fmla="*/ 82327 h 737004"/>
                  <a:gd name="connsiteX29" fmla="*/ 525674 w 737580"/>
                  <a:gd name="connsiteY29" fmla="*/ 82327 h 737004"/>
                  <a:gd name="connsiteX30" fmla="*/ 525674 w 737580"/>
                  <a:gd name="connsiteY30" fmla="*/ 194398 h 737004"/>
                  <a:gd name="connsiteX31" fmla="*/ 558255 w 737580"/>
                  <a:gd name="connsiteY31" fmla="*/ 241293 h 737004"/>
                  <a:gd name="connsiteX32" fmla="*/ 558255 w 737580"/>
                  <a:gd name="connsiteY32" fmla="*/ 241293 h 737004"/>
                  <a:gd name="connsiteX33" fmla="*/ 559314 w 737580"/>
                  <a:gd name="connsiteY33" fmla="*/ 242618 h 737004"/>
                  <a:gd name="connsiteX34" fmla="*/ 562493 w 737580"/>
                  <a:gd name="connsiteY34" fmla="*/ 239439 h 737004"/>
                  <a:gd name="connsiteX35" fmla="*/ 691226 w 737580"/>
                  <a:gd name="connsiteY35" fmla="*/ 239439 h 737004"/>
                  <a:gd name="connsiteX36" fmla="*/ 723542 w 737580"/>
                  <a:gd name="connsiteY36" fmla="*/ 207115 h 737004"/>
                  <a:gd name="connsiteX37" fmla="*/ 706060 w 737580"/>
                  <a:gd name="connsiteY37" fmla="*/ 189629 h 737004"/>
                  <a:gd name="connsiteX38" fmla="*/ 706060 w 737580"/>
                  <a:gd name="connsiteY38" fmla="*/ 173467 h 737004"/>
                  <a:gd name="connsiteX39" fmla="*/ 630303 w 737580"/>
                  <a:gd name="connsiteY39" fmla="*/ 173467 h 737004"/>
                  <a:gd name="connsiteX40" fmla="*/ 564082 w 737580"/>
                  <a:gd name="connsiteY40" fmla="*/ 208175 h 737004"/>
                  <a:gd name="connsiteX41" fmla="*/ 563023 w 737580"/>
                  <a:gd name="connsiteY41" fmla="*/ 200492 h 737004"/>
                  <a:gd name="connsiteX42" fmla="*/ 561963 w 737580"/>
                  <a:gd name="connsiteY42" fmla="*/ 192808 h 737004"/>
                  <a:gd name="connsiteX43" fmla="*/ 621827 w 737580"/>
                  <a:gd name="connsiteY43" fmla="*/ 160220 h 737004"/>
                  <a:gd name="connsiteX44" fmla="*/ 637984 w 737580"/>
                  <a:gd name="connsiteY44" fmla="*/ 50003 h 737004"/>
                  <a:gd name="connsiteX45" fmla="*/ 657056 w 737580"/>
                  <a:gd name="connsiteY45" fmla="*/ 73053 h 737004"/>
                  <a:gd name="connsiteX46" fmla="*/ 706854 w 737580"/>
                  <a:gd name="connsiteY46" fmla="*/ 73053 h 737004"/>
                  <a:gd name="connsiteX47" fmla="*/ 706854 w 737580"/>
                  <a:gd name="connsiteY47" fmla="*/ 88685 h 737004"/>
                  <a:gd name="connsiteX48" fmla="*/ 649904 w 737580"/>
                  <a:gd name="connsiteY48" fmla="*/ 88685 h 737004"/>
                  <a:gd name="connsiteX49" fmla="*/ 626065 w 737580"/>
                  <a:gd name="connsiteY49" fmla="*/ 60071 h 737004"/>
                  <a:gd name="connsiteX50" fmla="*/ 637984 w 737580"/>
                  <a:gd name="connsiteY50" fmla="*/ 50003 h 737004"/>
                  <a:gd name="connsiteX51" fmla="*/ 332839 w 737580"/>
                  <a:gd name="connsiteY51" fmla="*/ 118359 h 737004"/>
                  <a:gd name="connsiteX52" fmla="*/ 297874 w 737580"/>
                  <a:gd name="connsiteY52" fmla="*/ 83386 h 737004"/>
                  <a:gd name="connsiteX53" fmla="*/ 332839 w 737580"/>
                  <a:gd name="connsiteY53" fmla="*/ 48414 h 737004"/>
                  <a:gd name="connsiteX54" fmla="*/ 367804 w 737580"/>
                  <a:gd name="connsiteY54" fmla="*/ 83386 h 737004"/>
                  <a:gd name="connsiteX55" fmla="*/ 332839 w 737580"/>
                  <a:gd name="connsiteY55" fmla="*/ 118359 h 737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737580" h="737004" fill="norm" stroke="1" extrusionOk="0">
                    <a:moveTo>
                      <a:pt x="621827" y="160220"/>
                    </a:moveTo>
                    <a:lnTo>
                      <a:pt x="624211" y="157571"/>
                    </a:lnTo>
                    <a:lnTo>
                      <a:pt x="728045" y="157571"/>
                    </a:lnTo>
                    <a:lnTo>
                      <a:pt x="737581" y="137700"/>
                    </a:lnTo>
                    <a:lnTo>
                      <a:pt x="724072" y="49738"/>
                    </a:lnTo>
                    <a:lnTo>
                      <a:pt x="627654" y="28808"/>
                    </a:lnTo>
                    <a:lnTo>
                      <a:pt x="581564" y="36756"/>
                    </a:lnTo>
                    <a:lnTo>
                      <a:pt x="444885" y="36756"/>
                    </a:lnTo>
                    <a:lnTo>
                      <a:pt x="388465" y="8672"/>
                    </a:lnTo>
                    <a:lnTo>
                      <a:pt x="224502" y="8672"/>
                    </a:lnTo>
                    <a:cubicBezTo>
                      <a:pt x="113516" y="-20472"/>
                      <a:pt x="45176" y="31722"/>
                      <a:pt x="26104" y="49473"/>
                    </a:cubicBezTo>
                    <a:cubicBezTo>
                      <a:pt x="67161" y="87096"/>
                      <a:pt x="112986" y="103257"/>
                      <a:pt x="162519" y="97693"/>
                    </a:cubicBezTo>
                    <a:lnTo>
                      <a:pt x="164373" y="113060"/>
                    </a:lnTo>
                    <a:cubicBezTo>
                      <a:pt x="157486" y="113855"/>
                      <a:pt x="150599" y="114385"/>
                      <a:pt x="143712" y="114385"/>
                    </a:cubicBezTo>
                    <a:cubicBezTo>
                      <a:pt x="121992" y="114385"/>
                      <a:pt x="100536" y="110146"/>
                      <a:pt x="80140" y="102197"/>
                    </a:cubicBezTo>
                    <a:cubicBezTo>
                      <a:pt x="68750" y="119419"/>
                      <a:pt x="40938" y="167109"/>
                      <a:pt x="21336" y="248712"/>
                    </a:cubicBezTo>
                    <a:cubicBezTo>
                      <a:pt x="3589" y="322101"/>
                      <a:pt x="-9655" y="435498"/>
                      <a:pt x="9152" y="590225"/>
                    </a:cubicBezTo>
                    <a:cubicBezTo>
                      <a:pt x="120403" y="681896"/>
                      <a:pt x="262910" y="737005"/>
                      <a:pt x="418131" y="737005"/>
                    </a:cubicBezTo>
                    <a:cubicBezTo>
                      <a:pt x="485942" y="737005"/>
                      <a:pt x="551368" y="726407"/>
                      <a:pt x="612821" y="707066"/>
                    </a:cubicBezTo>
                    <a:lnTo>
                      <a:pt x="468459" y="341442"/>
                    </a:lnTo>
                    <a:lnTo>
                      <a:pt x="434289" y="371646"/>
                    </a:lnTo>
                    <a:lnTo>
                      <a:pt x="182120" y="371116"/>
                    </a:lnTo>
                    <a:lnTo>
                      <a:pt x="90471" y="261959"/>
                    </a:lnTo>
                    <a:lnTo>
                      <a:pt x="102391" y="251891"/>
                    </a:lnTo>
                    <a:lnTo>
                      <a:pt x="189537" y="355749"/>
                    </a:lnTo>
                    <a:lnTo>
                      <a:pt x="428462" y="356279"/>
                    </a:lnTo>
                    <a:lnTo>
                      <a:pt x="546600" y="251626"/>
                    </a:lnTo>
                    <a:lnTo>
                      <a:pt x="510046" y="199432"/>
                    </a:lnTo>
                    <a:lnTo>
                      <a:pt x="510046" y="82327"/>
                    </a:lnTo>
                    <a:lnTo>
                      <a:pt x="525674" y="82327"/>
                    </a:lnTo>
                    <a:lnTo>
                      <a:pt x="525674" y="194398"/>
                    </a:lnTo>
                    <a:lnTo>
                      <a:pt x="558255" y="241293"/>
                    </a:lnTo>
                    <a:lnTo>
                      <a:pt x="558255" y="241293"/>
                    </a:lnTo>
                    <a:lnTo>
                      <a:pt x="559314" y="242618"/>
                    </a:lnTo>
                    <a:lnTo>
                      <a:pt x="562493" y="239439"/>
                    </a:lnTo>
                    <a:lnTo>
                      <a:pt x="691226" y="239439"/>
                    </a:lnTo>
                    <a:lnTo>
                      <a:pt x="723542" y="207115"/>
                    </a:lnTo>
                    <a:lnTo>
                      <a:pt x="706060" y="189629"/>
                    </a:lnTo>
                    <a:lnTo>
                      <a:pt x="706060" y="173467"/>
                    </a:lnTo>
                    <a:lnTo>
                      <a:pt x="630303" y="173467"/>
                    </a:lnTo>
                    <a:cubicBezTo>
                      <a:pt x="603285" y="202346"/>
                      <a:pt x="565671" y="207910"/>
                      <a:pt x="564082" y="208175"/>
                    </a:cubicBezTo>
                    <a:lnTo>
                      <a:pt x="563023" y="200492"/>
                    </a:lnTo>
                    <a:lnTo>
                      <a:pt x="561963" y="192808"/>
                    </a:lnTo>
                    <a:cubicBezTo>
                      <a:pt x="562758" y="192279"/>
                      <a:pt x="598252" y="186980"/>
                      <a:pt x="621827" y="160220"/>
                    </a:cubicBezTo>
                    <a:close/>
                    <a:moveTo>
                      <a:pt x="637984" y="50003"/>
                    </a:moveTo>
                    <a:lnTo>
                      <a:pt x="657056" y="73053"/>
                    </a:lnTo>
                    <a:lnTo>
                      <a:pt x="706854" y="73053"/>
                    </a:lnTo>
                    <a:lnTo>
                      <a:pt x="706854" y="88685"/>
                    </a:lnTo>
                    <a:lnTo>
                      <a:pt x="649904" y="88685"/>
                    </a:lnTo>
                    <a:lnTo>
                      <a:pt x="626065" y="60071"/>
                    </a:lnTo>
                    <a:lnTo>
                      <a:pt x="637984" y="50003"/>
                    </a:lnTo>
                    <a:close/>
                    <a:moveTo>
                      <a:pt x="332839" y="118359"/>
                    </a:moveTo>
                    <a:cubicBezTo>
                      <a:pt x="313502" y="118359"/>
                      <a:pt x="297874" y="102727"/>
                      <a:pt x="297874" y="83386"/>
                    </a:cubicBezTo>
                    <a:cubicBezTo>
                      <a:pt x="297874" y="64045"/>
                      <a:pt x="313502" y="48414"/>
                      <a:pt x="332839" y="48414"/>
                    </a:cubicBezTo>
                    <a:cubicBezTo>
                      <a:pt x="352175" y="48414"/>
                      <a:pt x="367804" y="64045"/>
                      <a:pt x="367804" y="83386"/>
                    </a:cubicBezTo>
                    <a:cubicBezTo>
                      <a:pt x="367804" y="102727"/>
                      <a:pt x="352175" y="118359"/>
                      <a:pt x="332839" y="118359"/>
                    </a:cubicBezTo>
                    <a:close/>
                  </a:path>
                </a:pathLst>
              </a:custGeom>
              <a:solidFill>
                <a:srgbClr val="FFFFF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14" name="Рисунок 7"/>
            <p:cNvGrpSpPr/>
            <p:nvPr/>
          </p:nvGrpSpPr>
          <p:grpSpPr bwMode="auto">
            <a:xfrm>
              <a:off x="9874174" y="-127649"/>
              <a:ext cx="1042673" cy="762245"/>
              <a:chOff x="9874174" y="-127649"/>
              <a:chExt cx="1042673" cy="762245"/>
            </a:xfrm>
            <a:solidFill>
              <a:srgbClr val="0061AF"/>
            </a:solidFill>
          </p:grpSpPr>
          <p:grpSp>
            <p:nvGrpSpPr>
              <p:cNvPr id="16" name="Рисунок 7"/>
              <p:cNvGrpSpPr/>
              <p:nvPr/>
            </p:nvGrpSpPr>
            <p:grpSpPr bwMode="auto">
              <a:xfrm>
                <a:off x="9874174" y="-127649"/>
                <a:ext cx="1042673" cy="762245"/>
                <a:chOff x="9874174" y="-127649"/>
                <a:chExt cx="1042673" cy="762245"/>
              </a:xfrm>
              <a:solidFill>
                <a:srgbClr val="0061AF"/>
              </a:solidFill>
            </p:grpSpPr>
            <p:grpSp>
              <p:nvGrpSpPr>
                <p:cNvPr id="18" name="Рисунок 7"/>
                <p:cNvGrpSpPr/>
                <p:nvPr/>
              </p:nvGrpSpPr>
              <p:grpSpPr bwMode="auto">
                <a:xfrm>
                  <a:off x="9874174" y="-127649"/>
                  <a:ext cx="1042673" cy="762245"/>
                  <a:chOff x="9874174" y="-127649"/>
                  <a:chExt cx="1042673" cy="762245"/>
                </a:xfrm>
                <a:solidFill>
                  <a:srgbClr val="0061AF"/>
                </a:solidFill>
              </p:grpSpPr>
              <p:sp>
                <p:nvSpPr>
                  <p:cNvPr id="19" name="Полилиния 18"/>
                  <p:cNvSpPr/>
                  <p:nvPr/>
                </p:nvSpPr>
                <p:spPr bwMode="auto">
                  <a:xfrm>
                    <a:off x="9874174" y="-127649"/>
                    <a:ext cx="2648" cy="26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8" h="2649" fill="norm" stroke="1" extrusionOk="0"/>
                    </a:pathLst>
                  </a:custGeom>
                  <a:solidFill>
                    <a:srgbClr val="0061AF"/>
                  </a:solidFill>
                  <a:ln w="264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20" name="Рисунок 7"/>
                  <p:cNvGrpSpPr/>
                  <p:nvPr/>
                </p:nvGrpSpPr>
                <p:grpSpPr bwMode="auto">
                  <a:xfrm>
                    <a:off x="10483280" y="304210"/>
                    <a:ext cx="433567" cy="330385"/>
                    <a:chOff x="10483280" y="304210"/>
                    <a:chExt cx="433567" cy="330385"/>
                  </a:xfrm>
                  <a:solidFill>
                    <a:srgbClr val="0061AF"/>
                  </a:solidFill>
                </p:grpSpPr>
                <p:grpSp>
                  <p:nvGrpSpPr>
                    <p:cNvPr id="21" name="Рисунок 7"/>
                    <p:cNvGrpSpPr/>
                    <p:nvPr/>
                  </p:nvGrpSpPr>
                  <p:grpSpPr bwMode="auto">
                    <a:xfrm>
                      <a:off x="10552670" y="304210"/>
                      <a:ext cx="294147" cy="330385"/>
                      <a:chOff x="10552670" y="304210"/>
                      <a:chExt cx="294147" cy="330385"/>
                    </a:xfrm>
                    <a:solidFill>
                      <a:srgbClr val="0061AF"/>
                    </a:solidFill>
                  </p:grpSpPr>
                  <p:sp>
                    <p:nvSpPr>
                      <p:cNvPr id="22" name="Полилиния 21"/>
                      <p:cNvSpPr/>
                      <p:nvPr/>
                    </p:nvSpPr>
                    <p:spPr bwMode="auto">
                      <a:xfrm>
                        <a:off x="10759413" y="327260"/>
                        <a:ext cx="72577" cy="140155"/>
                      </a:xfrm>
                      <a:custGeom>
                        <a:avLst/>
                        <a:gdLst>
                          <a:gd name="connsiteX0" fmla="*/ 23045 w 72577"/>
                          <a:gd name="connsiteY0" fmla="*/ 123199 h 140155"/>
                          <a:gd name="connsiteX1" fmla="*/ 72578 w 72577"/>
                          <a:gd name="connsiteY1" fmla="*/ 1325 h 140155"/>
                          <a:gd name="connsiteX2" fmla="*/ 60393 w 72577"/>
                          <a:gd name="connsiteY2" fmla="*/ 0 h 140155"/>
                          <a:gd name="connsiteX3" fmla="*/ 12449 w 72577"/>
                          <a:gd name="connsiteY3" fmla="*/ 117635 h 140155"/>
                          <a:gd name="connsiteX4" fmla="*/ 0 w 72577"/>
                          <a:gd name="connsiteY4" fmla="*/ 140156 h 140155"/>
                          <a:gd name="connsiteX5" fmla="*/ 17482 w 72577"/>
                          <a:gd name="connsiteY5" fmla="*/ 134062 h 140155"/>
                          <a:gd name="connsiteX6" fmla="*/ 23045 w 72577"/>
                          <a:gd name="connsiteY6" fmla="*/ 123199 h 14015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2577" h="140155" fill="norm" stroke="1" extrusionOk="0">
                            <a:moveTo>
                              <a:pt x="23045" y="123199"/>
                            </a:moveTo>
                            <a:cubicBezTo>
                              <a:pt x="45030" y="81603"/>
                              <a:pt x="62248" y="37887"/>
                              <a:pt x="72578" y="1325"/>
                            </a:cubicBezTo>
                            <a:cubicBezTo>
                              <a:pt x="68605" y="795"/>
                              <a:pt x="64631" y="530"/>
                              <a:pt x="60393" y="0"/>
                            </a:cubicBezTo>
                            <a:cubicBezTo>
                              <a:pt x="50328" y="34443"/>
                              <a:pt x="34170" y="76304"/>
                              <a:pt x="12449" y="117635"/>
                            </a:cubicBezTo>
                            <a:cubicBezTo>
                              <a:pt x="8476" y="125319"/>
                              <a:pt x="4238" y="132737"/>
                              <a:pt x="0" y="140156"/>
                            </a:cubicBezTo>
                            <a:cubicBezTo>
                              <a:pt x="5827" y="138301"/>
                              <a:pt x="11655" y="136182"/>
                              <a:pt x="17482" y="134062"/>
                            </a:cubicBezTo>
                            <a:cubicBezTo>
                              <a:pt x="19336" y="130353"/>
                              <a:pt x="21191" y="126644"/>
                              <a:pt x="23045" y="12319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3" name="Полилиния 22"/>
                      <p:cNvSpPr/>
                      <p:nvPr/>
                    </p:nvSpPr>
                    <p:spPr bwMode="auto">
                      <a:xfrm>
                        <a:off x="10565519" y="354285"/>
                        <a:ext cx="70723" cy="140685"/>
                      </a:xfrm>
                      <a:custGeom>
                        <a:avLst/>
                        <a:gdLst>
                          <a:gd name="connsiteX0" fmla="*/ 62777 w 70723"/>
                          <a:gd name="connsiteY0" fmla="*/ 14572 h 140685"/>
                          <a:gd name="connsiteX1" fmla="*/ 70724 w 70723"/>
                          <a:gd name="connsiteY1" fmla="*/ 0 h 140685"/>
                          <a:gd name="connsiteX2" fmla="*/ 53771 w 70723"/>
                          <a:gd name="connsiteY2" fmla="*/ 5564 h 140685"/>
                          <a:gd name="connsiteX3" fmla="*/ 51917 w 70723"/>
                          <a:gd name="connsiteY3" fmla="*/ 9008 h 140685"/>
                          <a:gd name="connsiteX4" fmla="*/ 0 w 70723"/>
                          <a:gd name="connsiteY4" fmla="*/ 139891 h 140685"/>
                          <a:gd name="connsiteX5" fmla="*/ 12185 w 70723"/>
                          <a:gd name="connsiteY5" fmla="*/ 140686 h 140685"/>
                          <a:gd name="connsiteX6" fmla="*/ 62777 w 70723"/>
                          <a:gd name="connsiteY6" fmla="*/ 14572 h 14068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0723" h="140685" fill="norm" stroke="1" extrusionOk="0">
                            <a:moveTo>
                              <a:pt x="62777" y="14572"/>
                            </a:moveTo>
                            <a:cubicBezTo>
                              <a:pt x="65426" y="9538"/>
                              <a:pt x="68075" y="4769"/>
                              <a:pt x="70724" y="0"/>
                            </a:cubicBezTo>
                            <a:cubicBezTo>
                              <a:pt x="64896" y="1855"/>
                              <a:pt x="59334" y="3709"/>
                              <a:pt x="53771" y="5564"/>
                            </a:cubicBezTo>
                            <a:cubicBezTo>
                              <a:pt x="53242" y="6624"/>
                              <a:pt x="52447" y="7683"/>
                              <a:pt x="51917" y="9008"/>
                            </a:cubicBezTo>
                            <a:cubicBezTo>
                              <a:pt x="27548" y="55108"/>
                              <a:pt x="10066" y="100149"/>
                              <a:pt x="0" y="139891"/>
                            </a:cubicBezTo>
                            <a:cubicBezTo>
                              <a:pt x="3973" y="140156"/>
                              <a:pt x="7946" y="140421"/>
                              <a:pt x="12185" y="140686"/>
                            </a:cubicBezTo>
                            <a:cubicBezTo>
                              <a:pt x="21720" y="103593"/>
                              <a:pt x="38408" y="60407"/>
                              <a:pt x="62777" y="1457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24" name="Рисунок 7"/>
                      <p:cNvGrpSpPr/>
                      <p:nvPr/>
                    </p:nvGrpSpPr>
                    <p:grpSpPr bwMode="auto">
                      <a:xfrm>
                        <a:off x="10552670" y="304210"/>
                        <a:ext cx="294147" cy="205067"/>
                        <a:chOff x="10552670" y="304210"/>
                        <a:chExt cx="294147" cy="205067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5" name="Полилиния 24"/>
                        <p:cNvSpPr/>
                        <p:nvPr/>
                      </p:nvSpPr>
                      <p:spPr bwMode="auto">
                        <a:xfrm>
                          <a:off x="10599159" y="426614"/>
                          <a:ext cx="148069" cy="80013"/>
                        </a:xfrm>
                        <a:custGeom>
                          <a:avLst/>
                          <a:gdLst>
                            <a:gd name="connsiteX0" fmla="*/ 5298 w 148069"/>
                            <a:gd name="connsiteY0" fmla="*/ 0 h 80013"/>
                            <a:gd name="connsiteX1" fmla="*/ 0 w 148069"/>
                            <a:gd name="connsiteY1" fmla="*/ 12717 h 80013"/>
                            <a:gd name="connsiteX2" fmla="*/ 64102 w 148069"/>
                            <a:gd name="connsiteY2" fmla="*/ 55108 h 80013"/>
                            <a:gd name="connsiteX3" fmla="*/ 140653 w 148069"/>
                            <a:gd name="connsiteY3" fmla="*/ 80013 h 80013"/>
                            <a:gd name="connsiteX4" fmla="*/ 148070 w 148069"/>
                            <a:gd name="connsiteY4" fmla="*/ 68356 h 80013"/>
                            <a:gd name="connsiteX5" fmla="*/ 69399 w 148069"/>
                            <a:gd name="connsiteY5" fmla="*/ 43716 h 80013"/>
                            <a:gd name="connsiteX6" fmla="*/ 5298 w 148069"/>
                            <a:gd name="connsiteY6" fmla="*/ 0 h 8001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48069" h="80013" fill="norm" stroke="1" extrusionOk="0">
                              <a:moveTo>
                                <a:pt x="5298" y="0"/>
                              </a:moveTo>
                              <a:cubicBezTo>
                                <a:pt x="3443" y="4239"/>
                                <a:pt x="1589" y="8478"/>
                                <a:pt x="0" y="12717"/>
                              </a:cubicBezTo>
                              <a:cubicBezTo>
                                <a:pt x="17482" y="28349"/>
                                <a:pt x="39203" y="42921"/>
                                <a:pt x="64102" y="55108"/>
                              </a:cubicBezTo>
                              <a:cubicBezTo>
                                <a:pt x="89795" y="67561"/>
                                <a:pt x="116019" y="76039"/>
                                <a:pt x="140653" y="80013"/>
                              </a:cubicBezTo>
                              <a:cubicBezTo>
                                <a:pt x="143302" y="76304"/>
                                <a:pt x="145686" y="72330"/>
                                <a:pt x="148070" y="68356"/>
                              </a:cubicBezTo>
                              <a:cubicBezTo>
                                <a:pt x="123171" y="65176"/>
                                <a:pt x="95888" y="56698"/>
                                <a:pt x="69399" y="43716"/>
                              </a:cubicBezTo>
                              <a:cubicBezTo>
                                <a:pt x="44500" y="31528"/>
                                <a:pt x="22515" y="16162"/>
                                <a:pt x="5298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26" name="Полилиния 25"/>
                        <p:cNvSpPr/>
                        <p:nvPr/>
                      </p:nvSpPr>
                      <p:spPr bwMode="auto">
                        <a:xfrm>
                          <a:off x="10552670" y="304210"/>
                          <a:ext cx="294147" cy="205067"/>
                        </a:xfrm>
                        <a:custGeom>
                          <a:avLst/>
                          <a:gdLst>
                            <a:gd name="connsiteX0" fmla="*/ 272699 w 294147"/>
                            <a:gd name="connsiteY0" fmla="*/ 96705 h 205067"/>
                            <a:gd name="connsiteX1" fmla="*/ 183699 w 294147"/>
                            <a:gd name="connsiteY1" fmla="*/ 27554 h 205067"/>
                            <a:gd name="connsiteX2" fmla="*/ 76951 w 294147"/>
                            <a:gd name="connsiteY2" fmla="*/ 0 h 205067"/>
                            <a:gd name="connsiteX3" fmla="*/ 4902 w 294147"/>
                            <a:gd name="connsiteY3" fmla="*/ 33118 h 205067"/>
                            <a:gd name="connsiteX4" fmla="*/ 36953 w 294147"/>
                            <a:gd name="connsiteY4" fmla="*/ 126114 h 205067"/>
                            <a:gd name="connsiteX5" fmla="*/ 42251 w 294147"/>
                            <a:gd name="connsiteY5" fmla="*/ 113131 h 205067"/>
                            <a:gd name="connsiteX6" fmla="*/ 16028 w 294147"/>
                            <a:gd name="connsiteY6" fmla="*/ 38682 h 205067"/>
                            <a:gd name="connsiteX7" fmla="*/ 76686 w 294147"/>
                            <a:gd name="connsiteY7" fmla="*/ 12717 h 205067"/>
                            <a:gd name="connsiteX8" fmla="*/ 177871 w 294147"/>
                            <a:gd name="connsiteY8" fmla="*/ 38947 h 205067"/>
                            <a:gd name="connsiteX9" fmla="*/ 262104 w 294147"/>
                            <a:gd name="connsiteY9" fmla="*/ 104388 h 205067"/>
                            <a:gd name="connsiteX10" fmla="*/ 277467 w 294147"/>
                            <a:gd name="connsiteY10" fmla="*/ 166385 h 205067"/>
                            <a:gd name="connsiteX11" fmla="*/ 216809 w 294147"/>
                            <a:gd name="connsiteY11" fmla="*/ 192350 h 205067"/>
                            <a:gd name="connsiteX12" fmla="*/ 207803 w 294147"/>
                            <a:gd name="connsiteY12" fmla="*/ 192085 h 205067"/>
                            <a:gd name="connsiteX13" fmla="*/ 200121 w 294147"/>
                            <a:gd name="connsiteY13" fmla="*/ 204272 h 205067"/>
                            <a:gd name="connsiteX14" fmla="*/ 216809 w 294147"/>
                            <a:gd name="connsiteY14" fmla="*/ 205067 h 205067"/>
                            <a:gd name="connsiteX15" fmla="*/ 288857 w 294147"/>
                            <a:gd name="connsiteY15" fmla="*/ 171949 h 205067"/>
                            <a:gd name="connsiteX16" fmla="*/ 272699 w 294147"/>
                            <a:gd name="connsiteY16" fmla="*/ 96705 h 20506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294147" h="205067" fill="norm" stroke="1" extrusionOk="0">
                              <a:moveTo>
                                <a:pt x="272699" y="96705"/>
                              </a:moveTo>
                              <a:cubicBezTo>
                                <a:pt x="252833" y="70210"/>
                                <a:pt x="221047" y="45570"/>
                                <a:pt x="183699" y="27554"/>
                              </a:cubicBezTo>
                              <a:cubicBezTo>
                                <a:pt x="147410" y="9803"/>
                                <a:pt x="109531" y="0"/>
                                <a:pt x="76951" y="0"/>
                              </a:cubicBezTo>
                              <a:cubicBezTo>
                                <a:pt x="40927" y="0"/>
                                <a:pt x="15498" y="11658"/>
                                <a:pt x="4902" y="33118"/>
                              </a:cubicBezTo>
                              <a:cubicBezTo>
                                <a:pt x="-8077" y="59613"/>
                                <a:pt x="5432" y="94320"/>
                                <a:pt x="36953" y="126114"/>
                              </a:cubicBezTo>
                              <a:cubicBezTo>
                                <a:pt x="38808" y="121874"/>
                                <a:pt x="40397" y="117370"/>
                                <a:pt x="42251" y="113131"/>
                              </a:cubicBezTo>
                              <a:cubicBezTo>
                                <a:pt x="17617" y="86637"/>
                                <a:pt x="6492" y="58553"/>
                                <a:pt x="16028" y="38682"/>
                              </a:cubicBezTo>
                              <a:cubicBezTo>
                                <a:pt x="23974" y="22255"/>
                                <a:pt x="46224" y="12717"/>
                                <a:pt x="76686" y="12717"/>
                              </a:cubicBezTo>
                              <a:cubicBezTo>
                                <a:pt x="107412" y="12717"/>
                                <a:pt x="143436" y="21990"/>
                                <a:pt x="177871" y="38947"/>
                              </a:cubicBezTo>
                              <a:cubicBezTo>
                                <a:pt x="213366" y="56433"/>
                                <a:pt x="243297" y="79483"/>
                                <a:pt x="262104" y="104388"/>
                              </a:cubicBezTo>
                              <a:cubicBezTo>
                                <a:pt x="279851" y="127968"/>
                                <a:pt x="285414" y="149959"/>
                                <a:pt x="277467" y="166385"/>
                              </a:cubicBezTo>
                              <a:cubicBezTo>
                                <a:pt x="269521" y="182812"/>
                                <a:pt x="247271" y="192350"/>
                                <a:pt x="216809" y="192350"/>
                              </a:cubicBezTo>
                              <a:cubicBezTo>
                                <a:pt x="213895" y="192350"/>
                                <a:pt x="210717" y="192085"/>
                                <a:pt x="207803" y="192085"/>
                              </a:cubicBezTo>
                              <a:cubicBezTo>
                                <a:pt x="205154" y="196059"/>
                                <a:pt x="202770" y="200298"/>
                                <a:pt x="200121" y="204272"/>
                              </a:cubicBezTo>
                              <a:cubicBezTo>
                                <a:pt x="205684" y="204802"/>
                                <a:pt x="211247" y="205067"/>
                                <a:pt x="216809" y="205067"/>
                              </a:cubicBezTo>
                              <a:cubicBezTo>
                                <a:pt x="252833" y="205067"/>
                                <a:pt x="278262" y="193410"/>
                                <a:pt x="288857" y="171949"/>
                              </a:cubicBezTo>
                              <a:cubicBezTo>
                                <a:pt x="299718" y="151018"/>
                                <a:pt x="293625" y="124524"/>
                                <a:pt x="272699" y="9670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27" name="Полилиния 26"/>
                      <p:cNvSpPr/>
                      <p:nvPr/>
                    </p:nvSpPr>
                    <p:spPr bwMode="auto">
                      <a:xfrm>
                        <a:off x="10555097" y="477484"/>
                        <a:ext cx="211997" cy="157111"/>
                      </a:xfrm>
                      <a:custGeom>
                        <a:avLst/>
                        <a:gdLst>
                          <a:gd name="connsiteX0" fmla="*/ 194516 w 211997"/>
                          <a:gd name="connsiteY0" fmla="*/ 5829 h 157112"/>
                          <a:gd name="connsiteX1" fmla="*/ 45651 w 211997"/>
                          <a:gd name="connsiteY1" fmla="*/ 145190 h 157112"/>
                          <a:gd name="connsiteX2" fmla="*/ 32142 w 211997"/>
                          <a:gd name="connsiteY2" fmla="*/ 142010 h 157112"/>
                          <a:gd name="connsiteX3" fmla="*/ 19428 w 211997"/>
                          <a:gd name="connsiteY3" fmla="*/ 29674 h 157112"/>
                          <a:gd name="connsiteX4" fmla="*/ 7243 w 211997"/>
                          <a:gd name="connsiteY4" fmla="*/ 28879 h 157112"/>
                          <a:gd name="connsiteX5" fmla="*/ 26580 w 211997"/>
                          <a:gd name="connsiteY5" fmla="*/ 152608 h 157112"/>
                          <a:gd name="connsiteX6" fmla="*/ 45651 w 211997"/>
                          <a:gd name="connsiteY6" fmla="*/ 157112 h 157112"/>
                          <a:gd name="connsiteX7" fmla="*/ 211998 w 211997"/>
                          <a:gd name="connsiteY7" fmla="*/ 0 h 157112"/>
                          <a:gd name="connsiteX8" fmla="*/ 194516 w 211997"/>
                          <a:gd name="connsiteY8" fmla="*/ 5829 h 15711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11997" h="157112" fill="norm" stroke="1" extrusionOk="0">
                            <a:moveTo>
                              <a:pt x="194516" y="5829"/>
                            </a:moveTo>
                            <a:cubicBezTo>
                              <a:pt x="144188" y="87432"/>
                              <a:pt x="83794" y="145190"/>
                              <a:pt x="45651" y="145190"/>
                            </a:cubicBezTo>
                            <a:cubicBezTo>
                              <a:pt x="40618" y="145190"/>
                              <a:pt x="36115" y="144130"/>
                              <a:pt x="32142" y="142010"/>
                            </a:cubicBezTo>
                            <a:cubicBezTo>
                              <a:pt x="11481" y="131148"/>
                              <a:pt x="5919" y="89021"/>
                              <a:pt x="19428" y="29674"/>
                            </a:cubicBezTo>
                            <a:cubicBezTo>
                              <a:pt x="15190" y="29409"/>
                              <a:pt x="11216" y="29144"/>
                              <a:pt x="7243" y="28879"/>
                            </a:cubicBezTo>
                            <a:cubicBezTo>
                              <a:pt x="-6531" y="91141"/>
                              <a:pt x="-968" y="138301"/>
                              <a:pt x="26580" y="152608"/>
                            </a:cubicBezTo>
                            <a:cubicBezTo>
                              <a:pt x="32142" y="155522"/>
                              <a:pt x="38764" y="157112"/>
                              <a:pt x="45651" y="157112"/>
                            </a:cubicBezTo>
                            <a:cubicBezTo>
                              <a:pt x="90946" y="157112"/>
                              <a:pt x="157167" y="93790"/>
                              <a:pt x="211998" y="0"/>
                            </a:cubicBezTo>
                            <a:cubicBezTo>
                              <a:pt x="206435" y="2385"/>
                              <a:pt x="200608" y="4239"/>
                              <a:pt x="194516" y="582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28" name="Рисунок 7"/>
                    <p:cNvGrpSpPr/>
                    <p:nvPr/>
                  </p:nvGrpSpPr>
                  <p:grpSpPr bwMode="auto">
                    <a:xfrm>
                      <a:off x="10483280" y="310834"/>
                      <a:ext cx="433567" cy="191554"/>
                      <a:chOff x="10483280" y="310834"/>
                      <a:chExt cx="433567" cy="191554"/>
                    </a:xfrm>
                    <a:solidFill>
                      <a:srgbClr val="0061AF"/>
                    </a:solidFill>
                  </p:grpSpPr>
                  <p:sp>
                    <p:nvSpPr>
                      <p:cNvPr id="29" name="Полилиния 28"/>
                      <p:cNvSpPr/>
                      <p:nvPr/>
                    </p:nvSpPr>
                    <p:spPr bwMode="auto">
                      <a:xfrm>
                        <a:off x="10686570" y="436947"/>
                        <a:ext cx="144626" cy="52988"/>
                      </a:xfrm>
                      <a:custGeom>
                        <a:avLst/>
                        <a:gdLst>
                          <a:gd name="connsiteX0" fmla="*/ 29402 w 144626"/>
                          <a:gd name="connsiteY0" fmla="*/ 38682 h 52988"/>
                          <a:gd name="connsiteX1" fmla="*/ 0 w 144626"/>
                          <a:gd name="connsiteY1" fmla="*/ 44776 h 52988"/>
                          <a:gd name="connsiteX2" fmla="*/ 23310 w 144626"/>
                          <a:gd name="connsiteY2" fmla="*/ 52989 h 52988"/>
                          <a:gd name="connsiteX3" fmla="*/ 32051 w 144626"/>
                          <a:gd name="connsiteY3" fmla="*/ 51134 h 52988"/>
                          <a:gd name="connsiteX4" fmla="*/ 144626 w 144626"/>
                          <a:gd name="connsiteY4" fmla="*/ 12187 h 52988"/>
                          <a:gd name="connsiteX5" fmla="*/ 141183 w 144626"/>
                          <a:gd name="connsiteY5" fmla="*/ 0 h 52988"/>
                          <a:gd name="connsiteX6" fmla="*/ 29402 w 144626"/>
                          <a:gd name="connsiteY6" fmla="*/ 38682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44626" h="52988" fill="norm" stroke="1" extrusionOk="0">
                            <a:moveTo>
                              <a:pt x="29402" y="38682"/>
                            </a:moveTo>
                            <a:cubicBezTo>
                              <a:pt x="19601" y="41066"/>
                              <a:pt x="9801" y="42921"/>
                              <a:pt x="0" y="44776"/>
                            </a:cubicBezTo>
                            <a:cubicBezTo>
                              <a:pt x="7946" y="47955"/>
                              <a:pt x="15628" y="50604"/>
                              <a:pt x="23310" y="52989"/>
                            </a:cubicBezTo>
                            <a:cubicBezTo>
                              <a:pt x="26223" y="52459"/>
                              <a:pt x="29137" y="51664"/>
                              <a:pt x="32051" y="51134"/>
                            </a:cubicBezTo>
                            <a:cubicBezTo>
                              <a:pt x="73638" y="41596"/>
                              <a:pt x="112310" y="28084"/>
                              <a:pt x="144626" y="12187"/>
                            </a:cubicBezTo>
                            <a:cubicBezTo>
                              <a:pt x="143832" y="8213"/>
                              <a:pt x="142772" y="4239"/>
                              <a:pt x="141183" y="0"/>
                            </a:cubicBezTo>
                            <a:cubicBezTo>
                              <a:pt x="109397" y="15632"/>
                              <a:pt x="70989" y="29144"/>
                              <a:pt x="29402" y="3868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30" name="Полилиния 29"/>
                      <p:cNvSpPr/>
                      <p:nvPr/>
                    </p:nvSpPr>
                    <p:spPr bwMode="auto">
                      <a:xfrm>
                        <a:off x="10563929" y="326201"/>
                        <a:ext cx="137474" cy="52988"/>
                      </a:xfrm>
                      <a:custGeom>
                        <a:avLst/>
                        <a:gdLst>
                          <a:gd name="connsiteX0" fmla="*/ 0 w 137474"/>
                          <a:gd name="connsiteY0" fmla="*/ 40537 h 52988"/>
                          <a:gd name="connsiteX1" fmla="*/ 2914 w 137474"/>
                          <a:gd name="connsiteY1" fmla="*/ 52989 h 52988"/>
                          <a:gd name="connsiteX2" fmla="*/ 120257 w 137474"/>
                          <a:gd name="connsiteY2" fmla="*/ 11393 h 52988"/>
                          <a:gd name="connsiteX3" fmla="*/ 137474 w 137474"/>
                          <a:gd name="connsiteY3" fmla="*/ 7683 h 52988"/>
                          <a:gd name="connsiteX4" fmla="*/ 113370 w 137474"/>
                          <a:gd name="connsiteY4" fmla="*/ 0 h 52988"/>
                          <a:gd name="connsiteX5" fmla="*/ 0 w 137474"/>
                          <a:gd name="connsiteY5" fmla="*/ 40537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37474" h="52988" fill="norm" stroke="1" extrusionOk="0">
                            <a:moveTo>
                              <a:pt x="0" y="40537"/>
                            </a:moveTo>
                            <a:cubicBezTo>
                              <a:pt x="530" y="44511"/>
                              <a:pt x="1589" y="48750"/>
                              <a:pt x="2914" y="52989"/>
                            </a:cubicBezTo>
                            <a:cubicBezTo>
                              <a:pt x="33640" y="37092"/>
                              <a:pt x="73373" y="22255"/>
                              <a:pt x="120257" y="11393"/>
                            </a:cubicBezTo>
                            <a:cubicBezTo>
                              <a:pt x="126084" y="10068"/>
                              <a:pt x="131647" y="8743"/>
                              <a:pt x="137474" y="7683"/>
                            </a:cubicBezTo>
                            <a:cubicBezTo>
                              <a:pt x="129263" y="4769"/>
                              <a:pt x="121317" y="2120"/>
                              <a:pt x="113370" y="0"/>
                            </a:cubicBezTo>
                            <a:cubicBezTo>
                              <a:pt x="69929" y="10598"/>
                              <a:pt x="30991" y="24640"/>
                              <a:pt x="0" y="405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31" name="Полилиния 30"/>
                      <p:cNvSpPr/>
                      <p:nvPr/>
                    </p:nvSpPr>
                    <p:spPr bwMode="auto">
                      <a:xfrm>
                        <a:off x="10483280" y="373096"/>
                        <a:ext cx="202231" cy="129292"/>
                      </a:xfrm>
                      <a:custGeom>
                        <a:avLst/>
                        <a:gdLst>
                          <a:gd name="connsiteX0" fmla="*/ 179981 w 202231"/>
                          <a:gd name="connsiteY0" fmla="*/ 112336 h 129292"/>
                          <a:gd name="connsiteX1" fmla="*/ 117469 w 202231"/>
                          <a:gd name="connsiteY1" fmla="*/ 116841 h 129292"/>
                          <a:gd name="connsiteX2" fmla="*/ 13105 w 202231"/>
                          <a:gd name="connsiteY2" fmla="*/ 80808 h 129292"/>
                          <a:gd name="connsiteX3" fmla="*/ 72174 w 202231"/>
                          <a:gd name="connsiteY3" fmla="*/ 12452 h 129292"/>
                          <a:gd name="connsiteX4" fmla="*/ 68730 w 202231"/>
                          <a:gd name="connsiteY4" fmla="*/ 0 h 129292"/>
                          <a:gd name="connsiteX5" fmla="*/ 920 w 202231"/>
                          <a:gd name="connsiteY5" fmla="*/ 83458 h 129292"/>
                          <a:gd name="connsiteX6" fmla="*/ 117733 w 202231"/>
                          <a:gd name="connsiteY6" fmla="*/ 129293 h 129292"/>
                          <a:gd name="connsiteX7" fmla="*/ 202231 w 202231"/>
                          <a:gd name="connsiteY7" fmla="*/ 121610 h 129292"/>
                          <a:gd name="connsiteX8" fmla="*/ 179981 w 202231"/>
                          <a:gd name="connsiteY8" fmla="*/ 112336 h 12929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02231" h="129292" fill="norm" stroke="1" extrusionOk="0">
                            <a:moveTo>
                              <a:pt x="179981" y="112336"/>
                            </a:moveTo>
                            <a:cubicBezTo>
                              <a:pt x="158261" y="115251"/>
                              <a:pt x="137070" y="116841"/>
                              <a:pt x="117469" y="116841"/>
                            </a:cubicBezTo>
                            <a:cubicBezTo>
                              <a:pt x="58135" y="116841"/>
                              <a:pt x="18137" y="103063"/>
                              <a:pt x="13105" y="80808"/>
                            </a:cubicBezTo>
                            <a:cubicBezTo>
                              <a:pt x="8866" y="61997"/>
                              <a:pt x="30587" y="36297"/>
                              <a:pt x="72174" y="12452"/>
                            </a:cubicBezTo>
                            <a:cubicBezTo>
                              <a:pt x="70584" y="8213"/>
                              <a:pt x="69525" y="4239"/>
                              <a:pt x="68730" y="0"/>
                            </a:cubicBezTo>
                            <a:cubicBezTo>
                              <a:pt x="21581" y="26494"/>
                              <a:pt x="-5437" y="56963"/>
                              <a:pt x="920" y="83458"/>
                            </a:cubicBezTo>
                            <a:cubicBezTo>
                              <a:pt x="7807" y="112601"/>
                              <a:pt x="50188" y="129293"/>
                              <a:pt x="117733" y="129293"/>
                            </a:cubicBezTo>
                            <a:cubicBezTo>
                              <a:pt x="143957" y="129293"/>
                              <a:pt x="172829" y="126644"/>
                              <a:pt x="202231" y="121610"/>
                            </a:cubicBezTo>
                            <a:cubicBezTo>
                              <a:pt x="194550" y="118960"/>
                              <a:pt x="187398" y="115781"/>
                              <a:pt x="179981" y="11233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32" name="Полилиния 31"/>
                      <p:cNvSpPr/>
                      <p:nvPr/>
                    </p:nvSpPr>
                    <p:spPr bwMode="auto">
                      <a:xfrm>
                        <a:off x="10702199" y="310834"/>
                        <a:ext cx="214648" cy="131942"/>
                      </a:xfrm>
                      <a:custGeom>
                        <a:avLst/>
                        <a:gdLst>
                          <a:gd name="connsiteX0" fmla="*/ 213761 w 214648"/>
                          <a:gd name="connsiteY0" fmla="*/ 45835 h 131942"/>
                          <a:gd name="connsiteX1" fmla="*/ 96947 w 214648"/>
                          <a:gd name="connsiteY1" fmla="*/ 0 h 131942"/>
                          <a:gd name="connsiteX2" fmla="*/ 0 w 214648"/>
                          <a:gd name="connsiteY2" fmla="*/ 10068 h 131942"/>
                          <a:gd name="connsiteX3" fmla="*/ 22250 w 214648"/>
                          <a:gd name="connsiteY3" fmla="*/ 18811 h 131942"/>
                          <a:gd name="connsiteX4" fmla="*/ 96947 w 214648"/>
                          <a:gd name="connsiteY4" fmla="*/ 12452 h 131942"/>
                          <a:gd name="connsiteX5" fmla="*/ 201311 w 214648"/>
                          <a:gd name="connsiteY5" fmla="*/ 48485 h 131942"/>
                          <a:gd name="connsiteX6" fmla="*/ 154957 w 214648"/>
                          <a:gd name="connsiteY6" fmla="*/ 109157 h 131942"/>
                          <a:gd name="connsiteX7" fmla="*/ 136680 w 214648"/>
                          <a:gd name="connsiteY7" fmla="*/ 119755 h 131942"/>
                          <a:gd name="connsiteX8" fmla="*/ 140653 w 214648"/>
                          <a:gd name="connsiteY8" fmla="*/ 131942 h 131942"/>
                          <a:gd name="connsiteX9" fmla="*/ 161844 w 214648"/>
                          <a:gd name="connsiteY9" fmla="*/ 119755 h 131942"/>
                          <a:gd name="connsiteX10" fmla="*/ 213761 w 214648"/>
                          <a:gd name="connsiteY10" fmla="*/ 45835 h 13194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14648" h="131942" fill="norm" stroke="1" extrusionOk="0">
                            <a:moveTo>
                              <a:pt x="213761" y="45835"/>
                            </a:moveTo>
                            <a:cubicBezTo>
                              <a:pt x="207139" y="16692"/>
                              <a:pt x="164493" y="0"/>
                              <a:pt x="96947" y="0"/>
                            </a:cubicBezTo>
                            <a:cubicBezTo>
                              <a:pt x="67015" y="0"/>
                              <a:pt x="33640" y="3444"/>
                              <a:pt x="0" y="10068"/>
                            </a:cubicBezTo>
                            <a:cubicBezTo>
                              <a:pt x="7417" y="12717"/>
                              <a:pt x="14833" y="15632"/>
                              <a:pt x="22250" y="18811"/>
                            </a:cubicBezTo>
                            <a:cubicBezTo>
                              <a:pt x="48209" y="14572"/>
                              <a:pt x="73638" y="12452"/>
                              <a:pt x="96947" y="12452"/>
                            </a:cubicBezTo>
                            <a:cubicBezTo>
                              <a:pt x="156281" y="12452"/>
                              <a:pt x="196279" y="26229"/>
                              <a:pt x="201311" y="48485"/>
                            </a:cubicBezTo>
                            <a:cubicBezTo>
                              <a:pt x="205285" y="65441"/>
                              <a:pt x="188332" y="87697"/>
                              <a:pt x="154957" y="109157"/>
                            </a:cubicBezTo>
                            <a:cubicBezTo>
                              <a:pt x="149129" y="112866"/>
                              <a:pt x="143037" y="116311"/>
                              <a:pt x="136680" y="119755"/>
                            </a:cubicBezTo>
                            <a:cubicBezTo>
                              <a:pt x="138269" y="123994"/>
                              <a:pt x="139593" y="127968"/>
                              <a:pt x="140653" y="131942"/>
                            </a:cubicBezTo>
                            <a:cubicBezTo>
                              <a:pt x="148070" y="127968"/>
                              <a:pt x="155222" y="123729"/>
                              <a:pt x="161844" y="119755"/>
                            </a:cubicBezTo>
                            <a:cubicBezTo>
                              <a:pt x="200517" y="95115"/>
                              <a:pt x="219058" y="68621"/>
                              <a:pt x="213761" y="4583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3" name="Полилиния 32"/>
                <p:cNvSpPr/>
                <p:nvPr/>
              </p:nvSpPr>
              <p:spPr bwMode="auto">
                <a:xfrm>
                  <a:off x="10662201" y="372831"/>
                  <a:ext cx="69929" cy="69945"/>
                </a:xfrm>
                <a:custGeom>
                  <a:avLst/>
                  <a:gdLst>
                    <a:gd name="connsiteX0" fmla="*/ 69929 w 69929"/>
                    <a:gd name="connsiteY0" fmla="*/ 34973 h 69945"/>
                    <a:gd name="connsiteX1" fmla="*/ 34965 w 69929"/>
                    <a:gd name="connsiteY1" fmla="*/ 69945 h 69945"/>
                    <a:gd name="connsiteX2" fmla="*/ 0 w 69929"/>
                    <a:gd name="connsiteY2" fmla="*/ 34973 h 69945"/>
                    <a:gd name="connsiteX3" fmla="*/ 34965 w 69929"/>
                    <a:gd name="connsiteY3" fmla="*/ 0 h 69945"/>
                    <a:gd name="connsiteX4" fmla="*/ 69929 w 69929"/>
                    <a:gd name="connsiteY4" fmla="*/ 34973 h 6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929" h="69945" fill="norm" stroke="1" extrusionOk="0">
                      <a:moveTo>
                        <a:pt x="69929" y="34973"/>
                      </a:moveTo>
                      <a:cubicBezTo>
                        <a:pt x="69929" y="54314"/>
                        <a:pt x="54301" y="69945"/>
                        <a:pt x="34965" y="69945"/>
                      </a:cubicBezTo>
                      <a:cubicBezTo>
                        <a:pt x="15628" y="69945"/>
                        <a:pt x="0" y="54314"/>
                        <a:pt x="0" y="34973"/>
                      </a:cubicBezTo>
                      <a:cubicBezTo>
                        <a:pt x="0" y="15632"/>
                        <a:pt x="15628" y="0"/>
                        <a:pt x="34965" y="0"/>
                      </a:cubicBezTo>
                      <a:cubicBezTo>
                        <a:pt x="54301" y="0"/>
                        <a:pt x="69929" y="15632"/>
                        <a:pt x="69929" y="34973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34" name="Рисунок 7"/>
              <p:cNvGrpSpPr/>
              <p:nvPr/>
            </p:nvGrpSpPr>
            <p:grpSpPr bwMode="auto">
              <a:xfrm>
                <a:off x="10628296" y="178626"/>
                <a:ext cx="216670" cy="164795"/>
                <a:chOff x="10628296" y="178626"/>
                <a:chExt cx="216670" cy="164795"/>
              </a:xfrm>
              <a:solidFill>
                <a:srgbClr val="0061AF"/>
              </a:solidFill>
            </p:grpSpPr>
            <p:sp>
              <p:nvSpPr>
                <p:cNvPr id="35" name="Полилиния 34"/>
                <p:cNvSpPr/>
                <p:nvPr/>
              </p:nvSpPr>
              <p:spPr bwMode="auto">
                <a:xfrm>
                  <a:off x="10628296" y="314543"/>
                  <a:ext cx="30726" cy="28878"/>
                </a:xfrm>
                <a:custGeom>
                  <a:avLst/>
                  <a:gdLst>
                    <a:gd name="connsiteX0" fmla="*/ 16953 w 30726"/>
                    <a:gd name="connsiteY0" fmla="*/ 23845 h 28878"/>
                    <a:gd name="connsiteX1" fmla="*/ 30726 w 30726"/>
                    <a:gd name="connsiteY1" fmla="*/ 1855 h 28878"/>
                    <a:gd name="connsiteX2" fmla="*/ 17217 w 30726"/>
                    <a:gd name="connsiteY2" fmla="*/ 0 h 28878"/>
                    <a:gd name="connsiteX3" fmla="*/ 0 w 30726"/>
                    <a:gd name="connsiteY3" fmla="*/ 28879 h 28878"/>
                    <a:gd name="connsiteX4" fmla="*/ 16953 w 30726"/>
                    <a:gd name="connsiteY4" fmla="*/ 23845 h 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726" h="28878" fill="norm" stroke="1" extrusionOk="0">
                      <a:moveTo>
                        <a:pt x="16953" y="23845"/>
                      </a:moveTo>
                      <a:cubicBezTo>
                        <a:pt x="21455" y="16427"/>
                        <a:pt x="25959" y="9008"/>
                        <a:pt x="30726" y="1855"/>
                      </a:cubicBezTo>
                      <a:cubicBezTo>
                        <a:pt x="26223" y="1060"/>
                        <a:pt x="21720" y="530"/>
                        <a:pt x="17217" y="0"/>
                      </a:cubicBezTo>
                      <a:cubicBezTo>
                        <a:pt x="11390" y="9273"/>
                        <a:pt x="5562" y="18811"/>
                        <a:pt x="0" y="28879"/>
                      </a:cubicBezTo>
                      <a:cubicBezTo>
                        <a:pt x="5562" y="27289"/>
                        <a:pt x="11125" y="25435"/>
                        <a:pt x="16953" y="23845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36" name="Полилиния 35"/>
                <p:cNvSpPr/>
                <p:nvPr/>
              </p:nvSpPr>
              <p:spPr bwMode="auto">
                <a:xfrm>
                  <a:off x="10653460" y="178626"/>
                  <a:ext cx="191506" cy="140420"/>
                </a:xfrm>
                <a:custGeom>
                  <a:avLst/>
                  <a:gdLst>
                    <a:gd name="connsiteX0" fmla="*/ 13244 w 191506"/>
                    <a:gd name="connsiteY0" fmla="*/ 126379 h 140420"/>
                    <a:gd name="connsiteX1" fmla="*/ 145686 w 191506"/>
                    <a:gd name="connsiteY1" fmla="*/ 12187 h 140420"/>
                    <a:gd name="connsiteX2" fmla="*/ 159195 w 191506"/>
                    <a:gd name="connsiteY2" fmla="*/ 15367 h 140420"/>
                    <a:gd name="connsiteX3" fmla="*/ 169260 w 191506"/>
                    <a:gd name="connsiteY3" fmla="*/ 139096 h 140420"/>
                    <a:gd name="connsiteX4" fmla="*/ 181445 w 191506"/>
                    <a:gd name="connsiteY4" fmla="*/ 140421 h 140420"/>
                    <a:gd name="connsiteX5" fmla="*/ 165022 w 191506"/>
                    <a:gd name="connsiteY5" fmla="*/ 4504 h 140420"/>
                    <a:gd name="connsiteX6" fmla="*/ 145951 w 191506"/>
                    <a:gd name="connsiteY6" fmla="*/ 0 h 140420"/>
                    <a:gd name="connsiteX7" fmla="*/ 0 w 191506"/>
                    <a:gd name="connsiteY7" fmla="*/ 124259 h 140420"/>
                    <a:gd name="connsiteX8" fmla="*/ 13244 w 191506"/>
                    <a:gd name="connsiteY8" fmla="*/ 126379 h 140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1506" h="140420" fill="norm" stroke="1" extrusionOk="0">
                      <a:moveTo>
                        <a:pt x="13244" y="126379"/>
                      </a:moveTo>
                      <a:cubicBezTo>
                        <a:pt x="59864" y="58288"/>
                        <a:pt x="111781" y="12187"/>
                        <a:pt x="145686" y="12187"/>
                      </a:cubicBezTo>
                      <a:cubicBezTo>
                        <a:pt x="150719" y="12187"/>
                        <a:pt x="155222" y="13247"/>
                        <a:pt x="159195" y="15367"/>
                      </a:cubicBezTo>
                      <a:cubicBezTo>
                        <a:pt x="181180" y="27024"/>
                        <a:pt x="185948" y="73920"/>
                        <a:pt x="169260" y="139096"/>
                      </a:cubicBezTo>
                      <a:cubicBezTo>
                        <a:pt x="173499" y="139361"/>
                        <a:pt x="177472" y="139891"/>
                        <a:pt x="181445" y="140421"/>
                      </a:cubicBezTo>
                      <a:cubicBezTo>
                        <a:pt x="198662" y="72330"/>
                        <a:pt x="194159" y="19871"/>
                        <a:pt x="165022" y="4504"/>
                      </a:cubicBezTo>
                      <a:cubicBezTo>
                        <a:pt x="159195" y="1590"/>
                        <a:pt x="152838" y="0"/>
                        <a:pt x="145951" y="0"/>
                      </a:cubicBezTo>
                      <a:cubicBezTo>
                        <a:pt x="106218" y="0"/>
                        <a:pt x="50328" y="48750"/>
                        <a:pt x="0" y="124259"/>
                      </a:cubicBezTo>
                      <a:cubicBezTo>
                        <a:pt x="4238" y="124789"/>
                        <a:pt x="8741" y="125584"/>
                        <a:pt x="13244" y="126379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37" name="Рисунок 7"/>
            <p:cNvGrpSpPr/>
            <p:nvPr/>
          </p:nvGrpSpPr>
          <p:grpSpPr bwMode="auto">
            <a:xfrm>
              <a:off x="10778220" y="535242"/>
              <a:ext cx="830144" cy="194204"/>
              <a:chOff x="10778220" y="535242"/>
              <a:chExt cx="830144" cy="194204"/>
            </a:xfrm>
            <a:solidFill>
              <a:srgbClr val="0061AF"/>
            </a:solidFill>
          </p:grpSpPr>
          <p:sp>
            <p:nvSpPr>
              <p:cNvPr id="38" name="Полилиния 37"/>
              <p:cNvSpPr/>
              <p:nvPr/>
            </p:nvSpPr>
            <p:spPr bwMode="auto">
              <a:xfrm>
                <a:off x="10778220" y="535242"/>
                <a:ext cx="190451" cy="194204"/>
              </a:xfrm>
              <a:custGeom>
                <a:avLst/>
                <a:gdLst>
                  <a:gd name="connsiteX0" fmla="*/ 160519 w 190451"/>
                  <a:gd name="connsiteY0" fmla="*/ 194204 h 194204"/>
                  <a:gd name="connsiteX1" fmla="*/ 160519 w 190451"/>
                  <a:gd name="connsiteY1" fmla="*/ 56168 h 194204"/>
                  <a:gd name="connsiteX2" fmla="*/ 95358 w 190451"/>
                  <a:gd name="connsiteY2" fmla="*/ 138301 h 194204"/>
                  <a:gd name="connsiteX3" fmla="*/ 29932 w 190451"/>
                  <a:gd name="connsiteY3" fmla="*/ 56168 h 194204"/>
                  <a:gd name="connsiteX4" fmla="*/ 29932 w 190451"/>
                  <a:gd name="connsiteY4" fmla="*/ 194204 h 194204"/>
                  <a:gd name="connsiteX5" fmla="*/ 0 w 190451"/>
                  <a:gd name="connsiteY5" fmla="*/ 194204 h 194204"/>
                  <a:gd name="connsiteX6" fmla="*/ 0 w 190451"/>
                  <a:gd name="connsiteY6" fmla="*/ 0 h 194204"/>
                  <a:gd name="connsiteX7" fmla="*/ 17482 w 190451"/>
                  <a:gd name="connsiteY7" fmla="*/ 0 h 194204"/>
                  <a:gd name="connsiteX8" fmla="*/ 95358 w 190451"/>
                  <a:gd name="connsiteY8" fmla="*/ 98559 h 194204"/>
                  <a:gd name="connsiteX9" fmla="*/ 173234 w 190451"/>
                  <a:gd name="connsiteY9" fmla="*/ 0 h 194204"/>
                  <a:gd name="connsiteX10" fmla="*/ 190451 w 190451"/>
                  <a:gd name="connsiteY10" fmla="*/ 0 h 194204"/>
                  <a:gd name="connsiteX11" fmla="*/ 190451 w 190451"/>
                  <a:gd name="connsiteY11" fmla="*/ 194204 h 194204"/>
                  <a:gd name="connsiteX12" fmla="*/ 160519 w 190451"/>
                  <a:gd name="connsiteY12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451" h="194204" fill="norm" stroke="1" extrusionOk="0">
                    <a:moveTo>
                      <a:pt x="160519" y="194204"/>
                    </a:moveTo>
                    <a:lnTo>
                      <a:pt x="160519" y="56168"/>
                    </a:lnTo>
                    <a:lnTo>
                      <a:pt x="95358" y="138301"/>
                    </a:lnTo>
                    <a:lnTo>
                      <a:pt x="29932" y="56168"/>
                    </a:lnTo>
                    <a:lnTo>
                      <a:pt x="2993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17482" y="0"/>
                    </a:lnTo>
                    <a:lnTo>
                      <a:pt x="95358" y="98559"/>
                    </a:lnTo>
                    <a:lnTo>
                      <a:pt x="173234" y="0"/>
                    </a:lnTo>
                    <a:lnTo>
                      <a:pt x="190451" y="0"/>
                    </a:lnTo>
                    <a:lnTo>
                      <a:pt x="190451" y="194204"/>
                    </a:lnTo>
                    <a:lnTo>
                      <a:pt x="160519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9" name="Полилиния 38"/>
              <p:cNvSpPr/>
              <p:nvPr/>
            </p:nvSpPr>
            <p:spPr bwMode="auto">
              <a:xfrm>
                <a:off x="10993040" y="535242"/>
                <a:ext cx="149923" cy="194204"/>
              </a:xfrm>
              <a:custGeom>
                <a:avLst/>
                <a:gdLst>
                  <a:gd name="connsiteX0" fmla="*/ 119992 w 149923"/>
                  <a:gd name="connsiteY0" fmla="*/ 194204 h 194204"/>
                  <a:gd name="connsiteX1" fmla="*/ 119992 w 149923"/>
                  <a:gd name="connsiteY1" fmla="*/ 57228 h 194204"/>
                  <a:gd name="connsiteX2" fmla="*/ 17482 w 149923"/>
                  <a:gd name="connsiteY2" fmla="*/ 194204 h 194204"/>
                  <a:gd name="connsiteX3" fmla="*/ 0 w 149923"/>
                  <a:gd name="connsiteY3" fmla="*/ 194204 h 194204"/>
                  <a:gd name="connsiteX4" fmla="*/ 0 w 149923"/>
                  <a:gd name="connsiteY4" fmla="*/ 0 h 194204"/>
                  <a:gd name="connsiteX5" fmla="*/ 29932 w 149923"/>
                  <a:gd name="connsiteY5" fmla="*/ 0 h 194204"/>
                  <a:gd name="connsiteX6" fmla="*/ 29932 w 149923"/>
                  <a:gd name="connsiteY6" fmla="*/ 136976 h 194204"/>
                  <a:gd name="connsiteX7" fmla="*/ 132442 w 149923"/>
                  <a:gd name="connsiteY7" fmla="*/ 0 h 194204"/>
                  <a:gd name="connsiteX8" fmla="*/ 149924 w 149923"/>
                  <a:gd name="connsiteY8" fmla="*/ 0 h 194204"/>
                  <a:gd name="connsiteX9" fmla="*/ 149924 w 149923"/>
                  <a:gd name="connsiteY9" fmla="*/ 194204 h 194204"/>
                  <a:gd name="connsiteX10" fmla="*/ 119992 w 149923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3" h="194204" fill="norm" stroke="1" extrusionOk="0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0" name="Полилиния 39"/>
              <p:cNvSpPr/>
              <p:nvPr/>
            </p:nvSpPr>
            <p:spPr bwMode="auto">
              <a:xfrm>
                <a:off x="11458440" y="535242"/>
                <a:ext cx="149924" cy="194204"/>
              </a:xfrm>
              <a:custGeom>
                <a:avLst/>
                <a:gdLst>
                  <a:gd name="connsiteX0" fmla="*/ 119992 w 149924"/>
                  <a:gd name="connsiteY0" fmla="*/ 194204 h 194204"/>
                  <a:gd name="connsiteX1" fmla="*/ 119992 w 149924"/>
                  <a:gd name="connsiteY1" fmla="*/ 57228 h 194204"/>
                  <a:gd name="connsiteX2" fmla="*/ 17482 w 149924"/>
                  <a:gd name="connsiteY2" fmla="*/ 194204 h 194204"/>
                  <a:gd name="connsiteX3" fmla="*/ 0 w 149924"/>
                  <a:gd name="connsiteY3" fmla="*/ 194204 h 194204"/>
                  <a:gd name="connsiteX4" fmla="*/ 0 w 149924"/>
                  <a:gd name="connsiteY4" fmla="*/ 0 h 194204"/>
                  <a:gd name="connsiteX5" fmla="*/ 29932 w 149924"/>
                  <a:gd name="connsiteY5" fmla="*/ 0 h 194204"/>
                  <a:gd name="connsiteX6" fmla="*/ 29932 w 149924"/>
                  <a:gd name="connsiteY6" fmla="*/ 136976 h 194204"/>
                  <a:gd name="connsiteX7" fmla="*/ 132442 w 149924"/>
                  <a:gd name="connsiteY7" fmla="*/ 0 h 194204"/>
                  <a:gd name="connsiteX8" fmla="*/ 149924 w 149924"/>
                  <a:gd name="connsiteY8" fmla="*/ 0 h 194204"/>
                  <a:gd name="connsiteX9" fmla="*/ 149924 w 149924"/>
                  <a:gd name="connsiteY9" fmla="*/ 194204 h 194204"/>
                  <a:gd name="connsiteX10" fmla="*/ 119992 w 149924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4" h="194204" fill="norm" stroke="1" extrusionOk="0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41" name="Рисунок 7"/>
            <p:cNvGrpSpPr/>
            <p:nvPr/>
          </p:nvGrpSpPr>
          <p:grpSpPr bwMode="auto">
            <a:xfrm>
              <a:off x="11288385" y="386343"/>
              <a:ext cx="347790" cy="84782"/>
              <a:chOff x="11288385" y="386343"/>
              <a:chExt cx="347790" cy="84782"/>
            </a:xfrm>
            <a:solidFill>
              <a:srgbClr val="0061AF"/>
            </a:solidFill>
          </p:grpSpPr>
          <p:sp>
            <p:nvSpPr>
              <p:cNvPr id="42" name="Полилиния 41"/>
              <p:cNvSpPr/>
              <p:nvPr/>
            </p:nvSpPr>
            <p:spPr bwMode="auto">
              <a:xfrm>
                <a:off x="11288385" y="386343"/>
                <a:ext cx="70194" cy="84782"/>
              </a:xfrm>
              <a:custGeom>
                <a:avLst/>
                <a:gdLst>
                  <a:gd name="connsiteX0" fmla="*/ 52447 w 70194"/>
                  <a:gd name="connsiteY0" fmla="*/ 84517 h 84782"/>
                  <a:gd name="connsiteX1" fmla="*/ 52447 w 70194"/>
                  <a:gd name="connsiteY1" fmla="*/ 49810 h 84782"/>
                  <a:gd name="connsiteX2" fmla="*/ 17747 w 70194"/>
                  <a:gd name="connsiteY2" fmla="*/ 49810 h 84782"/>
                  <a:gd name="connsiteX3" fmla="*/ 17747 w 70194"/>
                  <a:gd name="connsiteY3" fmla="*/ 84517 h 84782"/>
                  <a:gd name="connsiteX4" fmla="*/ 0 w 70194"/>
                  <a:gd name="connsiteY4" fmla="*/ 84517 h 84782"/>
                  <a:gd name="connsiteX5" fmla="*/ 0 w 70194"/>
                  <a:gd name="connsiteY5" fmla="*/ 0 h 84782"/>
                  <a:gd name="connsiteX6" fmla="*/ 17747 w 70194"/>
                  <a:gd name="connsiteY6" fmla="*/ 0 h 84782"/>
                  <a:gd name="connsiteX7" fmla="*/ 17747 w 70194"/>
                  <a:gd name="connsiteY7" fmla="*/ 34443 h 84782"/>
                  <a:gd name="connsiteX8" fmla="*/ 52447 w 70194"/>
                  <a:gd name="connsiteY8" fmla="*/ 34443 h 84782"/>
                  <a:gd name="connsiteX9" fmla="*/ 52447 w 70194"/>
                  <a:gd name="connsiteY9" fmla="*/ 265 h 84782"/>
                  <a:gd name="connsiteX10" fmla="*/ 70194 w 70194"/>
                  <a:gd name="connsiteY10" fmla="*/ 265 h 84782"/>
                  <a:gd name="connsiteX11" fmla="*/ 70194 w 70194"/>
                  <a:gd name="connsiteY11" fmla="*/ 84782 h 84782"/>
                  <a:gd name="connsiteX12" fmla="*/ 52447 w 70194"/>
                  <a:gd name="connsiteY12" fmla="*/ 84782 h 84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0194" h="84782" fill="norm" stroke="1" extrusionOk="0">
                    <a:moveTo>
                      <a:pt x="52447" y="84517"/>
                    </a:moveTo>
                    <a:lnTo>
                      <a:pt x="52447" y="49810"/>
                    </a:lnTo>
                    <a:lnTo>
                      <a:pt x="17747" y="49810"/>
                    </a:lnTo>
                    <a:lnTo>
                      <a:pt x="17747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34443"/>
                    </a:lnTo>
                    <a:lnTo>
                      <a:pt x="52447" y="34443"/>
                    </a:lnTo>
                    <a:lnTo>
                      <a:pt x="52447" y="265"/>
                    </a:lnTo>
                    <a:lnTo>
                      <a:pt x="70194" y="265"/>
                    </a:lnTo>
                    <a:lnTo>
                      <a:pt x="70194" y="84782"/>
                    </a:lnTo>
                    <a:lnTo>
                      <a:pt x="52447" y="8478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3" name="Полилиния 42"/>
              <p:cNvSpPr/>
              <p:nvPr/>
            </p:nvSpPr>
            <p:spPr bwMode="auto">
              <a:xfrm>
                <a:off x="11378710" y="386343"/>
                <a:ext cx="70988" cy="84517"/>
              </a:xfrm>
              <a:custGeom>
                <a:avLst/>
                <a:gdLst>
                  <a:gd name="connsiteX0" fmla="*/ 53241 w 70988"/>
                  <a:gd name="connsiteY0" fmla="*/ 84517 h 84517"/>
                  <a:gd name="connsiteX1" fmla="*/ 53241 w 70988"/>
                  <a:gd name="connsiteY1" fmla="*/ 31263 h 84517"/>
                  <a:gd name="connsiteX2" fmla="*/ 10595 w 70988"/>
                  <a:gd name="connsiteY2" fmla="*/ 84517 h 84517"/>
                  <a:gd name="connsiteX3" fmla="*/ 0 w 70988"/>
                  <a:gd name="connsiteY3" fmla="*/ 84517 h 84517"/>
                  <a:gd name="connsiteX4" fmla="*/ 0 w 70988"/>
                  <a:gd name="connsiteY4" fmla="*/ 0 h 84517"/>
                  <a:gd name="connsiteX5" fmla="*/ 17747 w 70988"/>
                  <a:gd name="connsiteY5" fmla="*/ 0 h 84517"/>
                  <a:gd name="connsiteX6" fmla="*/ 17747 w 70988"/>
                  <a:gd name="connsiteY6" fmla="*/ 53254 h 84517"/>
                  <a:gd name="connsiteX7" fmla="*/ 60393 w 70988"/>
                  <a:gd name="connsiteY7" fmla="*/ 0 h 84517"/>
                  <a:gd name="connsiteX8" fmla="*/ 70989 w 70988"/>
                  <a:gd name="connsiteY8" fmla="*/ 0 h 84517"/>
                  <a:gd name="connsiteX9" fmla="*/ 70989 w 70988"/>
                  <a:gd name="connsiteY9" fmla="*/ 84517 h 84517"/>
                  <a:gd name="connsiteX10" fmla="*/ 53241 w 70988"/>
                  <a:gd name="connsiteY10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988" h="84517" fill="norm" stroke="1" extrusionOk="0">
                    <a:moveTo>
                      <a:pt x="53241" y="84517"/>
                    </a:moveTo>
                    <a:lnTo>
                      <a:pt x="53241" y="31263"/>
                    </a:lnTo>
                    <a:lnTo>
                      <a:pt x="10595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53254"/>
                    </a:lnTo>
                    <a:lnTo>
                      <a:pt x="60393" y="0"/>
                    </a:lnTo>
                    <a:lnTo>
                      <a:pt x="70989" y="0"/>
                    </a:lnTo>
                    <a:lnTo>
                      <a:pt x="70989" y="84517"/>
                    </a:lnTo>
                    <a:lnTo>
                      <a:pt x="53241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4" name="Полилиния 43"/>
              <p:cNvSpPr/>
              <p:nvPr/>
            </p:nvSpPr>
            <p:spPr bwMode="auto">
              <a:xfrm>
                <a:off x="11464268" y="386608"/>
                <a:ext cx="71253" cy="84517"/>
              </a:xfrm>
              <a:custGeom>
                <a:avLst/>
                <a:gdLst>
                  <a:gd name="connsiteX0" fmla="*/ 53771 w 71253"/>
                  <a:gd name="connsiteY0" fmla="*/ 84252 h 84517"/>
                  <a:gd name="connsiteX1" fmla="*/ 53771 w 71253"/>
                  <a:gd name="connsiteY1" fmla="*/ 63587 h 84517"/>
                  <a:gd name="connsiteX2" fmla="*/ 43706 w 71253"/>
                  <a:gd name="connsiteY2" fmla="*/ 63587 h 84517"/>
                  <a:gd name="connsiteX3" fmla="*/ 25694 w 71253"/>
                  <a:gd name="connsiteY3" fmla="*/ 75774 h 84517"/>
                  <a:gd name="connsiteX4" fmla="*/ 19866 w 71253"/>
                  <a:gd name="connsiteY4" fmla="*/ 84252 h 84517"/>
                  <a:gd name="connsiteX5" fmla="*/ 0 w 71253"/>
                  <a:gd name="connsiteY5" fmla="*/ 84252 h 84517"/>
                  <a:gd name="connsiteX6" fmla="*/ 7682 w 71253"/>
                  <a:gd name="connsiteY6" fmla="*/ 73125 h 84517"/>
                  <a:gd name="connsiteX7" fmla="*/ 21191 w 71253"/>
                  <a:gd name="connsiteY7" fmla="*/ 58288 h 84517"/>
                  <a:gd name="connsiteX8" fmla="*/ 1854 w 71253"/>
                  <a:gd name="connsiteY8" fmla="*/ 31793 h 84517"/>
                  <a:gd name="connsiteX9" fmla="*/ 40792 w 71253"/>
                  <a:gd name="connsiteY9" fmla="*/ 0 h 84517"/>
                  <a:gd name="connsiteX10" fmla="*/ 71254 w 71253"/>
                  <a:gd name="connsiteY10" fmla="*/ 0 h 84517"/>
                  <a:gd name="connsiteX11" fmla="*/ 71254 w 71253"/>
                  <a:gd name="connsiteY11" fmla="*/ 84517 h 84517"/>
                  <a:gd name="connsiteX12" fmla="*/ 53771 w 71253"/>
                  <a:gd name="connsiteY12" fmla="*/ 84517 h 84517"/>
                  <a:gd name="connsiteX13" fmla="*/ 39203 w 71253"/>
                  <a:gd name="connsiteY13" fmla="*/ 15632 h 84517"/>
                  <a:gd name="connsiteX14" fmla="*/ 18542 w 71253"/>
                  <a:gd name="connsiteY14" fmla="*/ 31793 h 84517"/>
                  <a:gd name="connsiteX15" fmla="*/ 39203 w 71253"/>
                  <a:gd name="connsiteY15" fmla="*/ 47955 h 84517"/>
                  <a:gd name="connsiteX16" fmla="*/ 53771 w 71253"/>
                  <a:gd name="connsiteY16" fmla="*/ 47955 h 84517"/>
                  <a:gd name="connsiteX17" fmla="*/ 53771 w 71253"/>
                  <a:gd name="connsiteY17" fmla="*/ 15632 h 84517"/>
                  <a:gd name="connsiteX18" fmla="*/ 39203 w 71253"/>
                  <a:gd name="connsiteY18" fmla="*/ 15632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1253" h="84517" fill="norm" stroke="1" extrusionOk="0">
                    <a:moveTo>
                      <a:pt x="53771" y="84252"/>
                    </a:moveTo>
                    <a:lnTo>
                      <a:pt x="53771" y="63587"/>
                    </a:lnTo>
                    <a:lnTo>
                      <a:pt x="43706" y="63587"/>
                    </a:lnTo>
                    <a:cubicBezTo>
                      <a:pt x="34965" y="63852"/>
                      <a:pt x="32581" y="65706"/>
                      <a:pt x="25694" y="75774"/>
                    </a:cubicBezTo>
                    <a:lnTo>
                      <a:pt x="19866" y="84252"/>
                    </a:lnTo>
                    <a:lnTo>
                      <a:pt x="0" y="84252"/>
                    </a:lnTo>
                    <a:lnTo>
                      <a:pt x="7682" y="73125"/>
                    </a:lnTo>
                    <a:cubicBezTo>
                      <a:pt x="13244" y="64911"/>
                      <a:pt x="17217" y="60672"/>
                      <a:pt x="21191" y="58288"/>
                    </a:cubicBezTo>
                    <a:cubicBezTo>
                      <a:pt x="9006" y="53784"/>
                      <a:pt x="1854" y="44246"/>
                      <a:pt x="1854" y="31793"/>
                    </a:cubicBezTo>
                    <a:cubicBezTo>
                      <a:pt x="1854" y="14042"/>
                      <a:pt x="15628" y="0"/>
                      <a:pt x="40792" y="0"/>
                    </a:cubicBezTo>
                    <a:lnTo>
                      <a:pt x="71254" y="0"/>
                    </a:lnTo>
                    <a:lnTo>
                      <a:pt x="71254" y="84517"/>
                    </a:lnTo>
                    <a:lnTo>
                      <a:pt x="53771" y="84517"/>
                    </a:lnTo>
                    <a:close/>
                    <a:moveTo>
                      <a:pt x="39203" y="15632"/>
                    </a:moveTo>
                    <a:cubicBezTo>
                      <a:pt x="27548" y="15632"/>
                      <a:pt x="18542" y="20931"/>
                      <a:pt x="18542" y="31793"/>
                    </a:cubicBezTo>
                    <a:cubicBezTo>
                      <a:pt x="18542" y="43186"/>
                      <a:pt x="27548" y="47955"/>
                      <a:pt x="39203" y="47955"/>
                    </a:cubicBezTo>
                    <a:lnTo>
                      <a:pt x="53771" y="47955"/>
                    </a:lnTo>
                    <a:lnTo>
                      <a:pt x="53771" y="15632"/>
                    </a:lnTo>
                    <a:lnTo>
                      <a:pt x="39203" y="1563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5" name="Полилиния 44"/>
              <p:cNvSpPr/>
              <p:nvPr/>
            </p:nvSpPr>
            <p:spPr bwMode="auto">
              <a:xfrm>
                <a:off x="11550884" y="386608"/>
                <a:ext cx="85292" cy="84517"/>
              </a:xfrm>
              <a:custGeom>
                <a:avLst/>
                <a:gdLst>
                  <a:gd name="connsiteX0" fmla="*/ 14304 w 85292"/>
                  <a:gd name="connsiteY0" fmla="*/ 84252 h 84517"/>
                  <a:gd name="connsiteX1" fmla="*/ 32846 w 85292"/>
                  <a:gd name="connsiteY1" fmla="*/ 53784 h 84517"/>
                  <a:gd name="connsiteX2" fmla="*/ 0 w 85292"/>
                  <a:gd name="connsiteY2" fmla="*/ 0 h 84517"/>
                  <a:gd name="connsiteX3" fmla="*/ 20131 w 85292"/>
                  <a:gd name="connsiteY3" fmla="*/ 0 h 84517"/>
                  <a:gd name="connsiteX4" fmla="*/ 42646 w 85292"/>
                  <a:gd name="connsiteY4" fmla="*/ 36827 h 84517"/>
                  <a:gd name="connsiteX5" fmla="*/ 65161 w 85292"/>
                  <a:gd name="connsiteY5" fmla="*/ 0 h 84517"/>
                  <a:gd name="connsiteX6" fmla="*/ 85292 w 85292"/>
                  <a:gd name="connsiteY6" fmla="*/ 0 h 84517"/>
                  <a:gd name="connsiteX7" fmla="*/ 33905 w 85292"/>
                  <a:gd name="connsiteY7" fmla="*/ 84517 h 84517"/>
                  <a:gd name="connsiteX8" fmla="*/ 14304 w 85292"/>
                  <a:gd name="connsiteY8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5292" h="84517" fill="norm" stroke="1" extrusionOk="0">
                    <a:moveTo>
                      <a:pt x="14304" y="84252"/>
                    </a:moveTo>
                    <a:lnTo>
                      <a:pt x="32846" y="53784"/>
                    </a:lnTo>
                    <a:lnTo>
                      <a:pt x="0" y="0"/>
                    </a:lnTo>
                    <a:lnTo>
                      <a:pt x="20131" y="0"/>
                    </a:lnTo>
                    <a:lnTo>
                      <a:pt x="42646" y="36827"/>
                    </a:lnTo>
                    <a:lnTo>
                      <a:pt x="65161" y="0"/>
                    </a:lnTo>
                    <a:lnTo>
                      <a:pt x="85292" y="0"/>
                    </a:lnTo>
                    <a:lnTo>
                      <a:pt x="33905" y="84517"/>
                    </a:lnTo>
                    <a:lnTo>
                      <a:pt x="14304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46" name="Полилиния 45"/>
            <p:cNvSpPr/>
            <p:nvPr/>
          </p:nvSpPr>
          <p:spPr bwMode="auto">
            <a:xfrm>
              <a:off x="11154884" y="535242"/>
              <a:ext cx="292166" cy="193674"/>
            </a:xfrm>
            <a:custGeom>
              <a:avLst/>
              <a:gdLst>
                <a:gd name="connsiteX0" fmla="*/ 214291 w 292166"/>
                <a:gd name="connsiteY0" fmla="*/ 6889 h 193674"/>
                <a:gd name="connsiteX1" fmla="*/ 160784 w 292166"/>
                <a:gd name="connsiteY1" fmla="*/ 35768 h 193674"/>
                <a:gd name="connsiteX2" fmla="*/ 160784 w 292166"/>
                <a:gd name="connsiteY2" fmla="*/ 0 h 193674"/>
                <a:gd name="connsiteX3" fmla="*/ 130852 w 292166"/>
                <a:gd name="connsiteY3" fmla="*/ 0 h 193674"/>
                <a:gd name="connsiteX4" fmla="*/ 130852 w 292166"/>
                <a:gd name="connsiteY4" fmla="*/ 87167 h 193674"/>
                <a:gd name="connsiteX5" fmla="*/ 80525 w 292166"/>
                <a:gd name="connsiteY5" fmla="*/ 138831 h 193674"/>
                <a:gd name="connsiteX6" fmla="*/ 30197 w 292166"/>
                <a:gd name="connsiteY6" fmla="*/ 87167 h 193674"/>
                <a:gd name="connsiteX7" fmla="*/ 80525 w 292166"/>
                <a:gd name="connsiteY7" fmla="*/ 35238 h 193674"/>
                <a:gd name="connsiteX8" fmla="*/ 117873 w 292166"/>
                <a:gd name="connsiteY8" fmla="*/ 51664 h 193674"/>
                <a:gd name="connsiteX9" fmla="*/ 117873 w 292166"/>
                <a:gd name="connsiteY9" fmla="*/ 21196 h 193674"/>
                <a:gd name="connsiteX10" fmla="*/ 77611 w 292166"/>
                <a:gd name="connsiteY10" fmla="*/ 6889 h 193674"/>
                <a:gd name="connsiteX11" fmla="*/ 0 w 292166"/>
                <a:gd name="connsiteY11" fmla="*/ 86902 h 193674"/>
                <a:gd name="connsiteX12" fmla="*/ 77611 w 292166"/>
                <a:gd name="connsiteY12" fmla="*/ 166650 h 193674"/>
                <a:gd name="connsiteX13" fmla="*/ 131117 w 292166"/>
                <a:gd name="connsiteY13" fmla="*/ 138036 h 193674"/>
                <a:gd name="connsiteX14" fmla="*/ 131117 w 292166"/>
                <a:gd name="connsiteY14" fmla="*/ 193674 h 193674"/>
                <a:gd name="connsiteX15" fmla="*/ 161579 w 292166"/>
                <a:gd name="connsiteY15" fmla="*/ 193674 h 193674"/>
                <a:gd name="connsiteX16" fmla="*/ 161579 w 292166"/>
                <a:gd name="connsiteY16" fmla="*/ 82663 h 193674"/>
                <a:gd name="connsiteX17" fmla="*/ 161579 w 292166"/>
                <a:gd name="connsiteY17" fmla="*/ 82663 h 193674"/>
                <a:gd name="connsiteX18" fmla="*/ 211907 w 292166"/>
                <a:gd name="connsiteY18" fmla="*/ 34708 h 193674"/>
                <a:gd name="connsiteX19" fmla="*/ 262234 w 292166"/>
                <a:gd name="connsiteY19" fmla="*/ 86637 h 193674"/>
                <a:gd name="connsiteX20" fmla="*/ 211907 w 292166"/>
                <a:gd name="connsiteY20" fmla="*/ 138301 h 193674"/>
                <a:gd name="connsiteX21" fmla="*/ 175088 w 292166"/>
                <a:gd name="connsiteY21" fmla="*/ 122404 h 193674"/>
                <a:gd name="connsiteX22" fmla="*/ 175088 w 292166"/>
                <a:gd name="connsiteY22" fmla="*/ 153138 h 193674"/>
                <a:gd name="connsiteX23" fmla="*/ 214820 w 292166"/>
                <a:gd name="connsiteY23" fmla="*/ 166650 h 193674"/>
                <a:gd name="connsiteX24" fmla="*/ 292166 w 292166"/>
                <a:gd name="connsiteY24" fmla="*/ 86902 h 193674"/>
                <a:gd name="connsiteX25" fmla="*/ 214291 w 292166"/>
                <a:gd name="connsiteY25" fmla="*/ 6889 h 193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92166" h="193674" fill="norm" stroke="1" extrusionOk="0">
                  <a:moveTo>
                    <a:pt x="214291" y="6889"/>
                  </a:moveTo>
                  <a:cubicBezTo>
                    <a:pt x="191246" y="6889"/>
                    <a:pt x="171380" y="18811"/>
                    <a:pt x="160784" y="35768"/>
                  </a:cubicBezTo>
                  <a:lnTo>
                    <a:pt x="160784" y="0"/>
                  </a:lnTo>
                  <a:lnTo>
                    <a:pt x="130852" y="0"/>
                  </a:lnTo>
                  <a:lnTo>
                    <a:pt x="130852" y="87167"/>
                  </a:lnTo>
                  <a:cubicBezTo>
                    <a:pt x="130852" y="117105"/>
                    <a:pt x="108602" y="138831"/>
                    <a:pt x="80525" y="138831"/>
                  </a:cubicBezTo>
                  <a:cubicBezTo>
                    <a:pt x="52182" y="138831"/>
                    <a:pt x="30197" y="117105"/>
                    <a:pt x="30197" y="87167"/>
                  </a:cubicBezTo>
                  <a:cubicBezTo>
                    <a:pt x="30197" y="57228"/>
                    <a:pt x="52447" y="35238"/>
                    <a:pt x="80525" y="35238"/>
                  </a:cubicBezTo>
                  <a:cubicBezTo>
                    <a:pt x="95358" y="35238"/>
                    <a:pt x="108602" y="41331"/>
                    <a:pt x="117873" y="51664"/>
                  </a:cubicBezTo>
                  <a:lnTo>
                    <a:pt x="117873" y="21196"/>
                  </a:lnTo>
                  <a:cubicBezTo>
                    <a:pt x="107013" y="12452"/>
                    <a:pt x="92974" y="6889"/>
                    <a:pt x="77611" y="6889"/>
                  </a:cubicBezTo>
                  <a:cubicBezTo>
                    <a:pt x="31256" y="6889"/>
                    <a:pt x="0" y="42391"/>
                    <a:pt x="0" y="86902"/>
                  </a:cubicBezTo>
                  <a:cubicBezTo>
                    <a:pt x="0" y="131412"/>
                    <a:pt x="31256" y="166650"/>
                    <a:pt x="77611" y="166650"/>
                  </a:cubicBezTo>
                  <a:cubicBezTo>
                    <a:pt x="100656" y="166650"/>
                    <a:pt x="120522" y="154993"/>
                    <a:pt x="131117" y="138036"/>
                  </a:cubicBezTo>
                  <a:lnTo>
                    <a:pt x="131117" y="193674"/>
                  </a:lnTo>
                  <a:lnTo>
                    <a:pt x="161579" y="193674"/>
                  </a:lnTo>
                  <a:lnTo>
                    <a:pt x="161579" y="82663"/>
                  </a:lnTo>
                  <a:lnTo>
                    <a:pt x="161579" y="82663"/>
                  </a:lnTo>
                  <a:cubicBezTo>
                    <a:pt x="163433" y="54844"/>
                    <a:pt x="184888" y="34708"/>
                    <a:pt x="211907" y="34708"/>
                  </a:cubicBezTo>
                  <a:cubicBezTo>
                    <a:pt x="240249" y="34708"/>
                    <a:pt x="262234" y="56698"/>
                    <a:pt x="262234" y="86637"/>
                  </a:cubicBezTo>
                  <a:cubicBezTo>
                    <a:pt x="262234" y="116576"/>
                    <a:pt x="239984" y="138301"/>
                    <a:pt x="211907" y="138301"/>
                  </a:cubicBezTo>
                  <a:cubicBezTo>
                    <a:pt x="197073" y="138301"/>
                    <a:pt x="184094" y="132207"/>
                    <a:pt x="175088" y="122404"/>
                  </a:cubicBezTo>
                  <a:lnTo>
                    <a:pt x="175088" y="153138"/>
                  </a:lnTo>
                  <a:cubicBezTo>
                    <a:pt x="185683" y="161351"/>
                    <a:pt x="199457" y="166650"/>
                    <a:pt x="214820" y="166650"/>
                  </a:cubicBezTo>
                  <a:cubicBezTo>
                    <a:pt x="260910" y="166650"/>
                    <a:pt x="292166" y="131412"/>
                    <a:pt x="292166" y="86902"/>
                  </a:cubicBezTo>
                  <a:cubicBezTo>
                    <a:pt x="291636" y="42391"/>
                    <a:pt x="260380" y="6889"/>
                    <a:pt x="214291" y="6889"/>
                  </a:cubicBezTo>
                  <a:close/>
                </a:path>
              </a:pathLst>
            </a:custGeom>
            <a:solidFill>
              <a:srgbClr val="0061AF"/>
            </a:solidFill>
            <a:ln w="2647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Шапка с логотипом коня (белая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" name="Заголовок 14"/>
          <p:cNvSpPr>
            <a:spLocks noGrp="1"/>
          </p:cNvSpPr>
          <p:nvPr>
            <p:ph type="title" hasCustomPrompt="1"/>
          </p:nvPr>
        </p:nvSpPr>
        <p:spPr bwMode="auto">
          <a:xfrm>
            <a:off x="559572" y="359101"/>
            <a:ext cx="8900951" cy="523220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lang="ru-RU" sz="2800" b="1">
                <a:solidFill>
                  <a:schemeClr val="tx2"/>
                </a:solidFill>
                <a:latin typeface="Montserra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слайда</a:t>
            </a:r>
            <a:endParaRPr/>
          </a:p>
        </p:txBody>
      </p:sp>
      <p:sp>
        <p:nvSpPr>
          <p:cNvPr id="11" name="Прямоугольник 10"/>
          <p:cNvSpPr/>
          <p:nvPr userDrawn="1"/>
        </p:nvSpPr>
        <p:spPr bwMode="auto"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fld id="{14D38384-7A71-42FD-A8FA-E9EF1AAD0FA2}" type="slidenum">
              <a:rPr lang="ru-RU" sz="1400">
                <a:solidFill>
                  <a:srgbClr val="8F9092"/>
                </a:solidFill>
                <a:latin typeface="Montserrat"/>
              </a:rPr>
              <a:t/>
            </a:fld>
            <a:endParaRPr lang="ru-RU" sz="1400">
              <a:solidFill>
                <a:srgbClr val="8F9092"/>
              </a:solidFill>
              <a:latin typeface="Montserrat"/>
            </a:endParaRPr>
          </a:p>
        </p:txBody>
      </p:sp>
      <p:sp>
        <p:nvSpPr>
          <p:cNvPr id="12" name="Текст 1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59572" y="1729294"/>
            <a:ext cx="2549388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/>
              </a:defRPr>
            </a:lvl2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3" name="Текст 2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9572" y="2409034"/>
            <a:ext cx="2549388" cy="307777"/>
          </a:xfrm>
          <a:prstGeom prst="rect">
            <a:avLst/>
          </a:prstGeom>
        </p:spPr>
        <p:txBody>
          <a:bodyPr wrap="square" anchor="t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Основной текст</a:t>
            </a:r>
            <a:endParaRPr/>
          </a:p>
        </p:txBody>
      </p:sp>
      <p:grpSp>
        <p:nvGrpSpPr>
          <p:cNvPr id="2" name="Рисунок 8"/>
          <p:cNvGrpSpPr/>
          <p:nvPr/>
        </p:nvGrpSpPr>
        <p:grpSpPr bwMode="auto">
          <a:xfrm>
            <a:off x="9874174" y="-127650"/>
            <a:ext cx="1760679" cy="1190926"/>
            <a:chOff x="9874174" y="-127650"/>
            <a:chExt cx="1760679" cy="1190926"/>
          </a:xfrm>
        </p:grpSpPr>
        <p:grpSp>
          <p:nvGrpSpPr>
            <p:cNvPr id="3" name="Рисунок 8"/>
            <p:cNvGrpSpPr/>
            <p:nvPr/>
          </p:nvGrpSpPr>
          <p:grpSpPr bwMode="auto">
            <a:xfrm>
              <a:off x="10243400" y="326271"/>
              <a:ext cx="856918" cy="737004"/>
              <a:chOff x="10243400" y="326271"/>
              <a:chExt cx="856918" cy="737004"/>
            </a:xfrm>
            <a:solidFill>
              <a:srgbClr val="DDDFDF"/>
            </a:solidFill>
          </p:grpSpPr>
          <p:sp>
            <p:nvSpPr>
              <p:cNvPr id="4" name="Полилиния 3"/>
              <p:cNvSpPr/>
              <p:nvPr/>
            </p:nvSpPr>
            <p:spPr bwMode="auto">
              <a:xfrm>
                <a:off x="10262492" y="722027"/>
                <a:ext cx="86086" cy="130352"/>
              </a:xfrm>
              <a:custGeom>
                <a:avLst/>
                <a:gdLst>
                  <a:gd name="connsiteX0" fmla="*/ 86087 w 86087"/>
                  <a:gd name="connsiteY0" fmla="*/ 0 h 130352"/>
                  <a:gd name="connsiteX1" fmla="*/ 0 w 86087"/>
                  <a:gd name="connsiteY1" fmla="*/ 78424 h 130352"/>
                  <a:gd name="connsiteX2" fmla="*/ 42381 w 86087"/>
                  <a:gd name="connsiteY2" fmla="*/ 130353 h 130352"/>
                  <a:gd name="connsiteX3" fmla="*/ 85557 w 86087"/>
                  <a:gd name="connsiteY3" fmla="*/ 87962 h 130352"/>
                  <a:gd name="connsiteX4" fmla="*/ 86087 w 86087"/>
                  <a:gd name="connsiteY4" fmla="*/ 0 h 130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087" h="130352" fill="norm" stroke="1" extrusionOk="0">
                    <a:moveTo>
                      <a:pt x="86087" y="0"/>
                    </a:moveTo>
                    <a:lnTo>
                      <a:pt x="0" y="78424"/>
                    </a:lnTo>
                    <a:cubicBezTo>
                      <a:pt x="13244" y="96440"/>
                      <a:pt x="27283" y="113926"/>
                      <a:pt x="42381" y="130353"/>
                    </a:cubicBezTo>
                    <a:lnTo>
                      <a:pt x="85557" y="87962"/>
                    </a:lnTo>
                    <a:cubicBezTo>
                      <a:pt x="84498" y="56433"/>
                      <a:pt x="84763" y="27289"/>
                      <a:pt x="86087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5" name="Полилиния 4"/>
              <p:cNvSpPr/>
              <p:nvPr/>
            </p:nvSpPr>
            <p:spPr bwMode="auto">
              <a:xfrm>
                <a:off x="10243400" y="599623"/>
                <a:ext cx="119748" cy="188375"/>
              </a:xfrm>
              <a:custGeom>
                <a:avLst/>
                <a:gdLst>
                  <a:gd name="connsiteX0" fmla="*/ 119748 w 119748"/>
                  <a:gd name="connsiteY0" fmla="*/ 0 h 188375"/>
                  <a:gd name="connsiteX1" fmla="*/ 815 w 119748"/>
                  <a:gd name="connsiteY1" fmla="*/ 102004 h 188375"/>
                  <a:gd name="connsiteX2" fmla="*/ 2670 w 119748"/>
                  <a:gd name="connsiteY2" fmla="*/ 177778 h 188375"/>
                  <a:gd name="connsiteX3" fmla="*/ 9821 w 119748"/>
                  <a:gd name="connsiteY3" fmla="*/ 188376 h 188375"/>
                  <a:gd name="connsiteX4" fmla="*/ 106504 w 119748"/>
                  <a:gd name="connsiteY4" fmla="*/ 100414 h 188375"/>
                  <a:gd name="connsiteX5" fmla="*/ 119748 w 119748"/>
                  <a:gd name="connsiteY5" fmla="*/ 0 h 18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48" h="188375" fill="norm" stroke="1" extrusionOk="0">
                    <a:moveTo>
                      <a:pt x="119748" y="0"/>
                    </a:moveTo>
                    <a:lnTo>
                      <a:pt x="815" y="102004"/>
                    </a:lnTo>
                    <a:cubicBezTo>
                      <a:pt x="-774" y="128233"/>
                      <a:pt x="21" y="153403"/>
                      <a:pt x="2670" y="177778"/>
                    </a:cubicBezTo>
                    <a:cubicBezTo>
                      <a:pt x="5054" y="181222"/>
                      <a:pt x="7438" y="184931"/>
                      <a:pt x="9821" y="188376"/>
                    </a:cubicBezTo>
                    <a:lnTo>
                      <a:pt x="106504" y="100414"/>
                    </a:lnTo>
                    <a:cubicBezTo>
                      <a:pt x="109418" y="61997"/>
                      <a:pt x="114185" y="28614"/>
                      <a:pt x="119748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6" name="Полилиния 5"/>
              <p:cNvSpPr/>
              <p:nvPr/>
            </p:nvSpPr>
            <p:spPr bwMode="auto">
              <a:xfrm>
                <a:off x="10315469" y="830919"/>
                <a:ext cx="39202" cy="70740"/>
              </a:xfrm>
              <a:custGeom>
                <a:avLst/>
                <a:gdLst>
                  <a:gd name="connsiteX0" fmla="*/ 0 w 39202"/>
                  <a:gd name="connsiteY0" fmla="*/ 32853 h 70740"/>
                  <a:gd name="connsiteX1" fmla="*/ 39203 w 39202"/>
                  <a:gd name="connsiteY1" fmla="*/ 70740 h 70740"/>
                  <a:gd name="connsiteX2" fmla="*/ 33375 w 39202"/>
                  <a:gd name="connsiteY2" fmla="*/ 0 h 70740"/>
                  <a:gd name="connsiteX3" fmla="*/ 0 w 39202"/>
                  <a:gd name="connsiteY3" fmla="*/ 32853 h 70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202" h="70740" fill="norm" stroke="1" extrusionOk="0">
                    <a:moveTo>
                      <a:pt x="0" y="32853"/>
                    </a:moveTo>
                    <a:cubicBezTo>
                      <a:pt x="12450" y="46100"/>
                      <a:pt x="25694" y="58553"/>
                      <a:pt x="39203" y="70740"/>
                    </a:cubicBezTo>
                    <a:cubicBezTo>
                      <a:pt x="36554" y="46100"/>
                      <a:pt x="34700" y="22520"/>
                      <a:pt x="33375" y="0"/>
                    </a:cubicBezTo>
                    <a:lnTo>
                      <a:pt x="0" y="32853"/>
                    </a:ln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7" name="Полилиния 6"/>
              <p:cNvSpPr/>
              <p:nvPr/>
            </p:nvSpPr>
            <p:spPr bwMode="auto">
              <a:xfrm>
                <a:off x="10246070" y="447544"/>
                <a:ext cx="167671" cy="231826"/>
              </a:xfrm>
              <a:custGeom>
                <a:avLst/>
                <a:gdLst>
                  <a:gd name="connsiteX0" fmla="*/ 123436 w 167671"/>
                  <a:gd name="connsiteY0" fmla="*/ 122404 h 231826"/>
                  <a:gd name="connsiteX1" fmla="*/ 167671 w 167671"/>
                  <a:gd name="connsiteY1" fmla="*/ 0 h 231826"/>
                  <a:gd name="connsiteX2" fmla="*/ 29402 w 167671"/>
                  <a:gd name="connsiteY2" fmla="*/ 113661 h 231826"/>
                  <a:gd name="connsiteX3" fmla="*/ 0 w 167671"/>
                  <a:gd name="connsiteY3" fmla="*/ 231827 h 231826"/>
                  <a:gd name="connsiteX4" fmla="*/ 122376 w 167671"/>
                  <a:gd name="connsiteY4" fmla="*/ 126644 h 231826"/>
                  <a:gd name="connsiteX5" fmla="*/ 123436 w 167671"/>
                  <a:gd name="connsiteY5" fmla="*/ 122404 h 231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7671" h="231826" fill="norm" stroke="1" extrusionOk="0">
                    <a:moveTo>
                      <a:pt x="123436" y="122404"/>
                    </a:moveTo>
                    <a:cubicBezTo>
                      <a:pt x="136945" y="66236"/>
                      <a:pt x="154162" y="25965"/>
                      <a:pt x="167671" y="0"/>
                    </a:cubicBezTo>
                    <a:lnTo>
                      <a:pt x="29402" y="113661"/>
                    </a:lnTo>
                    <a:cubicBezTo>
                      <a:pt x="13509" y="154728"/>
                      <a:pt x="4238" y="194204"/>
                      <a:pt x="0" y="231827"/>
                    </a:cubicBezTo>
                    <a:lnTo>
                      <a:pt x="122376" y="126644"/>
                    </a:lnTo>
                    <a:cubicBezTo>
                      <a:pt x="122906" y="125319"/>
                      <a:pt x="123171" y="123994"/>
                      <a:pt x="123436" y="122404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8" name="Полилиния 7"/>
              <p:cNvSpPr/>
              <p:nvPr/>
            </p:nvSpPr>
            <p:spPr bwMode="auto">
              <a:xfrm>
                <a:off x="10288451" y="387402"/>
                <a:ext cx="135090" cy="143070"/>
              </a:xfrm>
              <a:custGeom>
                <a:avLst/>
                <a:gdLst>
                  <a:gd name="connsiteX0" fmla="*/ 90060 w 135090"/>
                  <a:gd name="connsiteY0" fmla="*/ 0 h 143070"/>
                  <a:gd name="connsiteX1" fmla="*/ 0 w 135090"/>
                  <a:gd name="connsiteY1" fmla="*/ 143070 h 143070"/>
                  <a:gd name="connsiteX2" fmla="*/ 135090 w 135090"/>
                  <a:gd name="connsiteY2" fmla="*/ 32058 h 143070"/>
                  <a:gd name="connsiteX3" fmla="*/ 90060 w 135090"/>
                  <a:gd name="connsiteY3" fmla="*/ 0 h 143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090" h="143070" fill="norm" stroke="1" extrusionOk="0">
                    <a:moveTo>
                      <a:pt x="90060" y="0"/>
                    </a:moveTo>
                    <a:cubicBezTo>
                      <a:pt x="50328" y="49280"/>
                      <a:pt x="20926" y="96970"/>
                      <a:pt x="0" y="143070"/>
                    </a:cubicBezTo>
                    <a:lnTo>
                      <a:pt x="135090" y="32058"/>
                    </a:lnTo>
                    <a:cubicBezTo>
                      <a:pt x="119462" y="23845"/>
                      <a:pt x="104364" y="12982"/>
                      <a:pt x="90060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0" name="Полилиния 9"/>
              <p:cNvSpPr/>
              <p:nvPr/>
            </p:nvSpPr>
            <p:spPr bwMode="auto">
              <a:xfrm>
                <a:off x="10362738" y="326271"/>
                <a:ext cx="737580" cy="737004"/>
              </a:xfrm>
              <a:custGeom>
                <a:avLst/>
                <a:gdLst>
                  <a:gd name="connsiteX0" fmla="*/ 621827 w 737580"/>
                  <a:gd name="connsiteY0" fmla="*/ 160220 h 737004"/>
                  <a:gd name="connsiteX1" fmla="*/ 624211 w 737580"/>
                  <a:gd name="connsiteY1" fmla="*/ 157571 h 737004"/>
                  <a:gd name="connsiteX2" fmla="*/ 728045 w 737580"/>
                  <a:gd name="connsiteY2" fmla="*/ 157571 h 737004"/>
                  <a:gd name="connsiteX3" fmla="*/ 737581 w 737580"/>
                  <a:gd name="connsiteY3" fmla="*/ 137700 h 737004"/>
                  <a:gd name="connsiteX4" fmla="*/ 724072 w 737580"/>
                  <a:gd name="connsiteY4" fmla="*/ 49738 h 737004"/>
                  <a:gd name="connsiteX5" fmla="*/ 627654 w 737580"/>
                  <a:gd name="connsiteY5" fmla="*/ 28808 h 737004"/>
                  <a:gd name="connsiteX6" fmla="*/ 581564 w 737580"/>
                  <a:gd name="connsiteY6" fmla="*/ 36756 h 737004"/>
                  <a:gd name="connsiteX7" fmla="*/ 444885 w 737580"/>
                  <a:gd name="connsiteY7" fmla="*/ 36756 h 737004"/>
                  <a:gd name="connsiteX8" fmla="*/ 388464 w 737580"/>
                  <a:gd name="connsiteY8" fmla="*/ 8672 h 737004"/>
                  <a:gd name="connsiteX9" fmla="*/ 224502 w 737580"/>
                  <a:gd name="connsiteY9" fmla="*/ 8672 h 737004"/>
                  <a:gd name="connsiteX10" fmla="*/ 26104 w 737580"/>
                  <a:gd name="connsiteY10" fmla="*/ 49473 h 737004"/>
                  <a:gd name="connsiteX11" fmla="*/ 162519 w 737580"/>
                  <a:gd name="connsiteY11" fmla="*/ 97693 h 737004"/>
                  <a:gd name="connsiteX12" fmla="*/ 164373 w 737580"/>
                  <a:gd name="connsiteY12" fmla="*/ 113060 h 737004"/>
                  <a:gd name="connsiteX13" fmla="*/ 143712 w 737580"/>
                  <a:gd name="connsiteY13" fmla="*/ 114385 h 737004"/>
                  <a:gd name="connsiteX14" fmla="*/ 80140 w 737580"/>
                  <a:gd name="connsiteY14" fmla="*/ 102197 h 737004"/>
                  <a:gd name="connsiteX15" fmla="*/ 21336 w 737580"/>
                  <a:gd name="connsiteY15" fmla="*/ 248712 h 737004"/>
                  <a:gd name="connsiteX16" fmla="*/ 9152 w 737580"/>
                  <a:gd name="connsiteY16" fmla="*/ 590226 h 737004"/>
                  <a:gd name="connsiteX17" fmla="*/ 418131 w 737580"/>
                  <a:gd name="connsiteY17" fmla="*/ 737005 h 737004"/>
                  <a:gd name="connsiteX18" fmla="*/ 612821 w 737580"/>
                  <a:gd name="connsiteY18" fmla="*/ 707066 h 737004"/>
                  <a:gd name="connsiteX19" fmla="*/ 468459 w 737580"/>
                  <a:gd name="connsiteY19" fmla="*/ 341443 h 737004"/>
                  <a:gd name="connsiteX20" fmla="*/ 434289 w 737580"/>
                  <a:gd name="connsiteY20" fmla="*/ 371646 h 737004"/>
                  <a:gd name="connsiteX21" fmla="*/ 182120 w 737580"/>
                  <a:gd name="connsiteY21" fmla="*/ 371116 h 737004"/>
                  <a:gd name="connsiteX22" fmla="*/ 90471 w 737580"/>
                  <a:gd name="connsiteY22" fmla="*/ 261959 h 737004"/>
                  <a:gd name="connsiteX23" fmla="*/ 102391 w 737580"/>
                  <a:gd name="connsiteY23" fmla="*/ 251891 h 737004"/>
                  <a:gd name="connsiteX24" fmla="*/ 189537 w 737580"/>
                  <a:gd name="connsiteY24" fmla="*/ 355750 h 737004"/>
                  <a:gd name="connsiteX25" fmla="*/ 428462 w 737580"/>
                  <a:gd name="connsiteY25" fmla="*/ 356279 h 737004"/>
                  <a:gd name="connsiteX26" fmla="*/ 546600 w 737580"/>
                  <a:gd name="connsiteY26" fmla="*/ 251626 h 737004"/>
                  <a:gd name="connsiteX27" fmla="*/ 510046 w 737580"/>
                  <a:gd name="connsiteY27" fmla="*/ 199432 h 737004"/>
                  <a:gd name="connsiteX28" fmla="*/ 510046 w 737580"/>
                  <a:gd name="connsiteY28" fmla="*/ 82327 h 737004"/>
                  <a:gd name="connsiteX29" fmla="*/ 525674 w 737580"/>
                  <a:gd name="connsiteY29" fmla="*/ 82327 h 737004"/>
                  <a:gd name="connsiteX30" fmla="*/ 525674 w 737580"/>
                  <a:gd name="connsiteY30" fmla="*/ 194398 h 737004"/>
                  <a:gd name="connsiteX31" fmla="*/ 558255 w 737580"/>
                  <a:gd name="connsiteY31" fmla="*/ 241293 h 737004"/>
                  <a:gd name="connsiteX32" fmla="*/ 558255 w 737580"/>
                  <a:gd name="connsiteY32" fmla="*/ 241293 h 737004"/>
                  <a:gd name="connsiteX33" fmla="*/ 559314 w 737580"/>
                  <a:gd name="connsiteY33" fmla="*/ 242618 h 737004"/>
                  <a:gd name="connsiteX34" fmla="*/ 562493 w 737580"/>
                  <a:gd name="connsiteY34" fmla="*/ 239439 h 737004"/>
                  <a:gd name="connsiteX35" fmla="*/ 691226 w 737580"/>
                  <a:gd name="connsiteY35" fmla="*/ 239439 h 737004"/>
                  <a:gd name="connsiteX36" fmla="*/ 723542 w 737580"/>
                  <a:gd name="connsiteY36" fmla="*/ 207116 h 737004"/>
                  <a:gd name="connsiteX37" fmla="*/ 706059 w 737580"/>
                  <a:gd name="connsiteY37" fmla="*/ 189629 h 737004"/>
                  <a:gd name="connsiteX38" fmla="*/ 706059 w 737580"/>
                  <a:gd name="connsiteY38" fmla="*/ 173468 h 737004"/>
                  <a:gd name="connsiteX39" fmla="*/ 630303 w 737580"/>
                  <a:gd name="connsiteY39" fmla="*/ 173468 h 737004"/>
                  <a:gd name="connsiteX40" fmla="*/ 564082 w 737580"/>
                  <a:gd name="connsiteY40" fmla="*/ 208175 h 737004"/>
                  <a:gd name="connsiteX41" fmla="*/ 563023 w 737580"/>
                  <a:gd name="connsiteY41" fmla="*/ 200492 h 737004"/>
                  <a:gd name="connsiteX42" fmla="*/ 561963 w 737580"/>
                  <a:gd name="connsiteY42" fmla="*/ 192809 h 737004"/>
                  <a:gd name="connsiteX43" fmla="*/ 621827 w 737580"/>
                  <a:gd name="connsiteY43" fmla="*/ 160220 h 737004"/>
                  <a:gd name="connsiteX44" fmla="*/ 637984 w 737580"/>
                  <a:gd name="connsiteY44" fmla="*/ 50003 h 737004"/>
                  <a:gd name="connsiteX45" fmla="*/ 657056 w 737580"/>
                  <a:gd name="connsiteY45" fmla="*/ 73054 h 737004"/>
                  <a:gd name="connsiteX46" fmla="*/ 706854 w 737580"/>
                  <a:gd name="connsiteY46" fmla="*/ 73054 h 737004"/>
                  <a:gd name="connsiteX47" fmla="*/ 706854 w 737580"/>
                  <a:gd name="connsiteY47" fmla="*/ 88685 h 737004"/>
                  <a:gd name="connsiteX48" fmla="*/ 649904 w 737580"/>
                  <a:gd name="connsiteY48" fmla="*/ 88685 h 737004"/>
                  <a:gd name="connsiteX49" fmla="*/ 626065 w 737580"/>
                  <a:gd name="connsiteY49" fmla="*/ 60071 h 737004"/>
                  <a:gd name="connsiteX50" fmla="*/ 637984 w 737580"/>
                  <a:gd name="connsiteY50" fmla="*/ 50003 h 737004"/>
                  <a:gd name="connsiteX51" fmla="*/ 332839 w 737580"/>
                  <a:gd name="connsiteY51" fmla="*/ 118359 h 737004"/>
                  <a:gd name="connsiteX52" fmla="*/ 297874 w 737580"/>
                  <a:gd name="connsiteY52" fmla="*/ 83386 h 737004"/>
                  <a:gd name="connsiteX53" fmla="*/ 332839 w 737580"/>
                  <a:gd name="connsiteY53" fmla="*/ 48414 h 737004"/>
                  <a:gd name="connsiteX54" fmla="*/ 367804 w 737580"/>
                  <a:gd name="connsiteY54" fmla="*/ 83386 h 737004"/>
                  <a:gd name="connsiteX55" fmla="*/ 332839 w 737580"/>
                  <a:gd name="connsiteY55" fmla="*/ 118359 h 737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737580" h="737004" fill="norm" stroke="1" extrusionOk="0">
                    <a:moveTo>
                      <a:pt x="621827" y="160220"/>
                    </a:moveTo>
                    <a:lnTo>
                      <a:pt x="624211" y="157571"/>
                    </a:lnTo>
                    <a:lnTo>
                      <a:pt x="728045" y="157571"/>
                    </a:lnTo>
                    <a:lnTo>
                      <a:pt x="737581" y="137700"/>
                    </a:lnTo>
                    <a:lnTo>
                      <a:pt x="724072" y="49738"/>
                    </a:lnTo>
                    <a:lnTo>
                      <a:pt x="627654" y="28808"/>
                    </a:lnTo>
                    <a:lnTo>
                      <a:pt x="581564" y="36756"/>
                    </a:lnTo>
                    <a:lnTo>
                      <a:pt x="444885" y="36756"/>
                    </a:lnTo>
                    <a:lnTo>
                      <a:pt x="388464" y="8672"/>
                    </a:lnTo>
                    <a:lnTo>
                      <a:pt x="224502" y="8672"/>
                    </a:lnTo>
                    <a:cubicBezTo>
                      <a:pt x="113516" y="-20472"/>
                      <a:pt x="45176" y="31722"/>
                      <a:pt x="26104" y="49473"/>
                    </a:cubicBezTo>
                    <a:cubicBezTo>
                      <a:pt x="67161" y="87096"/>
                      <a:pt x="112986" y="103257"/>
                      <a:pt x="162519" y="97693"/>
                    </a:cubicBezTo>
                    <a:lnTo>
                      <a:pt x="164373" y="113060"/>
                    </a:lnTo>
                    <a:cubicBezTo>
                      <a:pt x="157486" y="113855"/>
                      <a:pt x="150599" y="114385"/>
                      <a:pt x="143712" y="114385"/>
                    </a:cubicBezTo>
                    <a:cubicBezTo>
                      <a:pt x="121992" y="114385"/>
                      <a:pt x="100536" y="110146"/>
                      <a:pt x="80140" y="102197"/>
                    </a:cubicBezTo>
                    <a:cubicBezTo>
                      <a:pt x="68750" y="119419"/>
                      <a:pt x="40938" y="167109"/>
                      <a:pt x="21336" y="248712"/>
                    </a:cubicBezTo>
                    <a:cubicBezTo>
                      <a:pt x="3589" y="322102"/>
                      <a:pt x="-9655" y="435498"/>
                      <a:pt x="9152" y="590226"/>
                    </a:cubicBezTo>
                    <a:cubicBezTo>
                      <a:pt x="120403" y="681897"/>
                      <a:pt x="262910" y="737005"/>
                      <a:pt x="418131" y="737005"/>
                    </a:cubicBezTo>
                    <a:cubicBezTo>
                      <a:pt x="485941" y="737005"/>
                      <a:pt x="551368" y="726407"/>
                      <a:pt x="612821" y="707066"/>
                    </a:cubicBezTo>
                    <a:lnTo>
                      <a:pt x="468459" y="341443"/>
                    </a:lnTo>
                    <a:lnTo>
                      <a:pt x="434289" y="371646"/>
                    </a:lnTo>
                    <a:lnTo>
                      <a:pt x="182120" y="371116"/>
                    </a:lnTo>
                    <a:lnTo>
                      <a:pt x="90471" y="261959"/>
                    </a:lnTo>
                    <a:lnTo>
                      <a:pt x="102391" y="251891"/>
                    </a:lnTo>
                    <a:lnTo>
                      <a:pt x="189537" y="355750"/>
                    </a:lnTo>
                    <a:lnTo>
                      <a:pt x="428462" y="356279"/>
                    </a:lnTo>
                    <a:lnTo>
                      <a:pt x="546600" y="251626"/>
                    </a:lnTo>
                    <a:lnTo>
                      <a:pt x="510046" y="199432"/>
                    </a:lnTo>
                    <a:lnTo>
                      <a:pt x="510046" y="82327"/>
                    </a:lnTo>
                    <a:lnTo>
                      <a:pt x="525674" y="82327"/>
                    </a:lnTo>
                    <a:lnTo>
                      <a:pt x="525674" y="194398"/>
                    </a:lnTo>
                    <a:lnTo>
                      <a:pt x="558255" y="241293"/>
                    </a:lnTo>
                    <a:lnTo>
                      <a:pt x="558255" y="241293"/>
                    </a:lnTo>
                    <a:lnTo>
                      <a:pt x="559314" y="242618"/>
                    </a:lnTo>
                    <a:lnTo>
                      <a:pt x="562493" y="239439"/>
                    </a:lnTo>
                    <a:lnTo>
                      <a:pt x="691226" y="239439"/>
                    </a:lnTo>
                    <a:lnTo>
                      <a:pt x="723542" y="207116"/>
                    </a:lnTo>
                    <a:lnTo>
                      <a:pt x="706059" y="189629"/>
                    </a:lnTo>
                    <a:lnTo>
                      <a:pt x="706059" y="173468"/>
                    </a:lnTo>
                    <a:lnTo>
                      <a:pt x="630303" y="173468"/>
                    </a:lnTo>
                    <a:cubicBezTo>
                      <a:pt x="603285" y="202347"/>
                      <a:pt x="565671" y="207910"/>
                      <a:pt x="564082" y="208175"/>
                    </a:cubicBezTo>
                    <a:lnTo>
                      <a:pt x="563023" y="200492"/>
                    </a:lnTo>
                    <a:lnTo>
                      <a:pt x="561963" y="192809"/>
                    </a:lnTo>
                    <a:cubicBezTo>
                      <a:pt x="563023" y="192279"/>
                      <a:pt x="598517" y="186980"/>
                      <a:pt x="621827" y="160220"/>
                    </a:cubicBezTo>
                    <a:close/>
                    <a:moveTo>
                      <a:pt x="637984" y="50003"/>
                    </a:moveTo>
                    <a:lnTo>
                      <a:pt x="657056" y="73054"/>
                    </a:lnTo>
                    <a:lnTo>
                      <a:pt x="706854" y="73054"/>
                    </a:lnTo>
                    <a:lnTo>
                      <a:pt x="706854" y="88685"/>
                    </a:lnTo>
                    <a:lnTo>
                      <a:pt x="649904" y="88685"/>
                    </a:lnTo>
                    <a:lnTo>
                      <a:pt x="626065" y="60071"/>
                    </a:lnTo>
                    <a:lnTo>
                      <a:pt x="637984" y="50003"/>
                    </a:lnTo>
                    <a:close/>
                    <a:moveTo>
                      <a:pt x="332839" y="118359"/>
                    </a:moveTo>
                    <a:cubicBezTo>
                      <a:pt x="313502" y="118359"/>
                      <a:pt x="297874" y="102727"/>
                      <a:pt x="297874" y="83386"/>
                    </a:cubicBezTo>
                    <a:cubicBezTo>
                      <a:pt x="297874" y="64045"/>
                      <a:pt x="313502" y="48414"/>
                      <a:pt x="332839" y="48414"/>
                    </a:cubicBezTo>
                    <a:cubicBezTo>
                      <a:pt x="352175" y="48414"/>
                      <a:pt x="367804" y="64045"/>
                      <a:pt x="367804" y="83386"/>
                    </a:cubicBezTo>
                    <a:cubicBezTo>
                      <a:pt x="367804" y="102727"/>
                      <a:pt x="352175" y="118359"/>
                      <a:pt x="332839" y="118359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14" name="Рисунок 8"/>
            <p:cNvGrpSpPr/>
            <p:nvPr/>
          </p:nvGrpSpPr>
          <p:grpSpPr bwMode="auto">
            <a:xfrm>
              <a:off x="9874174" y="-127650"/>
              <a:ext cx="1041093" cy="762245"/>
              <a:chOff x="9874174" y="-127650"/>
              <a:chExt cx="1041093" cy="762245"/>
            </a:xfrm>
            <a:solidFill>
              <a:srgbClr val="0061AF"/>
            </a:solidFill>
          </p:grpSpPr>
          <p:grpSp>
            <p:nvGrpSpPr>
              <p:cNvPr id="16" name="Рисунок 8"/>
              <p:cNvGrpSpPr/>
              <p:nvPr/>
            </p:nvGrpSpPr>
            <p:grpSpPr bwMode="auto">
              <a:xfrm>
                <a:off x="9874174" y="-127650"/>
                <a:ext cx="1041093" cy="762245"/>
                <a:chOff x="9874174" y="-127650"/>
                <a:chExt cx="1041093" cy="762245"/>
              </a:xfrm>
              <a:solidFill>
                <a:srgbClr val="0061AF"/>
              </a:solidFill>
            </p:grpSpPr>
            <p:grpSp>
              <p:nvGrpSpPr>
                <p:cNvPr id="17" name="Рисунок 8"/>
                <p:cNvGrpSpPr/>
                <p:nvPr/>
              </p:nvGrpSpPr>
              <p:grpSpPr bwMode="auto">
                <a:xfrm>
                  <a:off x="9874174" y="-127650"/>
                  <a:ext cx="1041093" cy="762245"/>
                  <a:chOff x="9874174" y="-127650"/>
                  <a:chExt cx="1041093" cy="762245"/>
                </a:xfrm>
                <a:solidFill>
                  <a:srgbClr val="0061AF"/>
                </a:solidFill>
              </p:grpSpPr>
              <p:sp>
                <p:nvSpPr>
                  <p:cNvPr id="18" name="Полилиния 17"/>
                  <p:cNvSpPr/>
                  <p:nvPr/>
                </p:nvSpPr>
                <p:spPr bwMode="auto">
                  <a:xfrm>
                    <a:off x="9874174" y="-127650"/>
                    <a:ext cx="2648" cy="26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8" h="2649" fill="norm" stroke="1" extrusionOk="0"/>
                    </a:pathLst>
                  </a:custGeom>
                  <a:solidFill>
                    <a:srgbClr val="0061AF"/>
                  </a:solidFill>
                  <a:ln w="264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19" name="Рисунок 8"/>
                  <p:cNvGrpSpPr/>
                  <p:nvPr/>
                </p:nvGrpSpPr>
                <p:grpSpPr bwMode="auto">
                  <a:xfrm>
                    <a:off x="10481955" y="304209"/>
                    <a:ext cx="433311" cy="330386"/>
                    <a:chOff x="10481955" y="304209"/>
                    <a:chExt cx="433311" cy="330386"/>
                  </a:xfrm>
                  <a:solidFill>
                    <a:srgbClr val="0061AF"/>
                  </a:solidFill>
                </p:grpSpPr>
                <p:grpSp>
                  <p:nvGrpSpPr>
                    <p:cNvPr id="20" name="Рисунок 8"/>
                    <p:cNvGrpSpPr/>
                    <p:nvPr/>
                  </p:nvGrpSpPr>
                  <p:grpSpPr bwMode="auto">
                    <a:xfrm>
                      <a:off x="10551345" y="304209"/>
                      <a:ext cx="294029" cy="330386"/>
                      <a:chOff x="10551345" y="304209"/>
                      <a:chExt cx="294029" cy="330386"/>
                    </a:xfrm>
                    <a:solidFill>
                      <a:srgbClr val="0061AF"/>
                    </a:solidFill>
                  </p:grpSpPr>
                  <p:sp>
                    <p:nvSpPr>
                      <p:cNvPr id="21" name="Полилиния 20"/>
                      <p:cNvSpPr/>
                      <p:nvPr/>
                    </p:nvSpPr>
                    <p:spPr bwMode="auto">
                      <a:xfrm>
                        <a:off x="10758089" y="327260"/>
                        <a:ext cx="72577" cy="140155"/>
                      </a:xfrm>
                      <a:custGeom>
                        <a:avLst/>
                        <a:gdLst>
                          <a:gd name="connsiteX0" fmla="*/ 23045 w 72577"/>
                          <a:gd name="connsiteY0" fmla="*/ 123199 h 140155"/>
                          <a:gd name="connsiteX1" fmla="*/ 72578 w 72577"/>
                          <a:gd name="connsiteY1" fmla="*/ 1325 h 140155"/>
                          <a:gd name="connsiteX2" fmla="*/ 60393 w 72577"/>
                          <a:gd name="connsiteY2" fmla="*/ 0 h 140155"/>
                          <a:gd name="connsiteX3" fmla="*/ 12449 w 72577"/>
                          <a:gd name="connsiteY3" fmla="*/ 117635 h 140155"/>
                          <a:gd name="connsiteX4" fmla="*/ 0 w 72577"/>
                          <a:gd name="connsiteY4" fmla="*/ 140156 h 140155"/>
                          <a:gd name="connsiteX5" fmla="*/ 17482 w 72577"/>
                          <a:gd name="connsiteY5" fmla="*/ 134062 h 140155"/>
                          <a:gd name="connsiteX6" fmla="*/ 23045 w 72577"/>
                          <a:gd name="connsiteY6" fmla="*/ 123199 h 14015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2577" h="140155" fill="norm" stroke="1" extrusionOk="0">
                            <a:moveTo>
                              <a:pt x="23045" y="123199"/>
                            </a:moveTo>
                            <a:cubicBezTo>
                              <a:pt x="45030" y="81603"/>
                              <a:pt x="62248" y="37887"/>
                              <a:pt x="72578" y="1325"/>
                            </a:cubicBezTo>
                            <a:cubicBezTo>
                              <a:pt x="68605" y="795"/>
                              <a:pt x="64631" y="530"/>
                              <a:pt x="60393" y="0"/>
                            </a:cubicBezTo>
                            <a:cubicBezTo>
                              <a:pt x="50328" y="34443"/>
                              <a:pt x="34170" y="76304"/>
                              <a:pt x="12449" y="117635"/>
                            </a:cubicBezTo>
                            <a:cubicBezTo>
                              <a:pt x="8476" y="125319"/>
                              <a:pt x="4238" y="132737"/>
                              <a:pt x="0" y="140156"/>
                            </a:cubicBezTo>
                            <a:cubicBezTo>
                              <a:pt x="5827" y="138301"/>
                              <a:pt x="11655" y="136182"/>
                              <a:pt x="17482" y="134062"/>
                            </a:cubicBezTo>
                            <a:cubicBezTo>
                              <a:pt x="19072" y="130353"/>
                              <a:pt x="20926" y="126644"/>
                              <a:pt x="23045" y="12319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2" name="Полилиния 21"/>
                      <p:cNvSpPr/>
                      <p:nvPr/>
                    </p:nvSpPr>
                    <p:spPr bwMode="auto">
                      <a:xfrm>
                        <a:off x="10563929" y="354284"/>
                        <a:ext cx="70723" cy="140685"/>
                      </a:xfrm>
                      <a:custGeom>
                        <a:avLst/>
                        <a:gdLst>
                          <a:gd name="connsiteX0" fmla="*/ 62777 w 70723"/>
                          <a:gd name="connsiteY0" fmla="*/ 14572 h 140685"/>
                          <a:gd name="connsiteX1" fmla="*/ 70724 w 70723"/>
                          <a:gd name="connsiteY1" fmla="*/ 0 h 140685"/>
                          <a:gd name="connsiteX2" fmla="*/ 53771 w 70723"/>
                          <a:gd name="connsiteY2" fmla="*/ 5564 h 140685"/>
                          <a:gd name="connsiteX3" fmla="*/ 51917 w 70723"/>
                          <a:gd name="connsiteY3" fmla="*/ 9008 h 140685"/>
                          <a:gd name="connsiteX4" fmla="*/ 0 w 70723"/>
                          <a:gd name="connsiteY4" fmla="*/ 139891 h 140685"/>
                          <a:gd name="connsiteX5" fmla="*/ 12185 w 70723"/>
                          <a:gd name="connsiteY5" fmla="*/ 140686 h 140685"/>
                          <a:gd name="connsiteX6" fmla="*/ 62777 w 70723"/>
                          <a:gd name="connsiteY6" fmla="*/ 14572 h 14068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0723" h="140685" fill="norm" stroke="1" extrusionOk="0">
                            <a:moveTo>
                              <a:pt x="62777" y="14572"/>
                            </a:moveTo>
                            <a:cubicBezTo>
                              <a:pt x="65426" y="9538"/>
                              <a:pt x="68075" y="4769"/>
                              <a:pt x="70724" y="0"/>
                            </a:cubicBezTo>
                            <a:cubicBezTo>
                              <a:pt x="64896" y="1855"/>
                              <a:pt x="59334" y="3709"/>
                              <a:pt x="53771" y="5564"/>
                            </a:cubicBezTo>
                            <a:cubicBezTo>
                              <a:pt x="53242" y="6624"/>
                              <a:pt x="52447" y="7683"/>
                              <a:pt x="51917" y="9008"/>
                            </a:cubicBezTo>
                            <a:cubicBezTo>
                              <a:pt x="27548" y="55109"/>
                              <a:pt x="10066" y="100149"/>
                              <a:pt x="0" y="139891"/>
                            </a:cubicBezTo>
                            <a:cubicBezTo>
                              <a:pt x="3973" y="140156"/>
                              <a:pt x="7946" y="140421"/>
                              <a:pt x="12185" y="140686"/>
                            </a:cubicBezTo>
                            <a:cubicBezTo>
                              <a:pt x="21985" y="103593"/>
                              <a:pt x="38408" y="60407"/>
                              <a:pt x="62777" y="1457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23" name="Рисунок 8"/>
                      <p:cNvGrpSpPr/>
                      <p:nvPr/>
                    </p:nvGrpSpPr>
                    <p:grpSpPr bwMode="auto">
                      <a:xfrm>
                        <a:off x="10551345" y="304209"/>
                        <a:ext cx="294029" cy="205067"/>
                        <a:chOff x="10551345" y="304209"/>
                        <a:chExt cx="294029" cy="205067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4" name="Полилиния 23"/>
                        <p:cNvSpPr/>
                        <p:nvPr/>
                      </p:nvSpPr>
                      <p:spPr bwMode="auto">
                        <a:xfrm>
                          <a:off x="10597835" y="426614"/>
                          <a:ext cx="148069" cy="80013"/>
                        </a:xfrm>
                        <a:custGeom>
                          <a:avLst/>
                          <a:gdLst>
                            <a:gd name="connsiteX0" fmla="*/ 5298 w 148069"/>
                            <a:gd name="connsiteY0" fmla="*/ 0 h 80013"/>
                            <a:gd name="connsiteX1" fmla="*/ 0 w 148069"/>
                            <a:gd name="connsiteY1" fmla="*/ 12717 h 80013"/>
                            <a:gd name="connsiteX2" fmla="*/ 64102 w 148069"/>
                            <a:gd name="connsiteY2" fmla="*/ 55109 h 80013"/>
                            <a:gd name="connsiteX3" fmla="*/ 140653 w 148069"/>
                            <a:gd name="connsiteY3" fmla="*/ 80013 h 80013"/>
                            <a:gd name="connsiteX4" fmla="*/ 148070 w 148069"/>
                            <a:gd name="connsiteY4" fmla="*/ 68356 h 80013"/>
                            <a:gd name="connsiteX5" fmla="*/ 69399 w 148069"/>
                            <a:gd name="connsiteY5" fmla="*/ 43716 h 80013"/>
                            <a:gd name="connsiteX6" fmla="*/ 5298 w 148069"/>
                            <a:gd name="connsiteY6" fmla="*/ 0 h 8001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48069" h="80013" fill="norm" stroke="1" extrusionOk="0">
                              <a:moveTo>
                                <a:pt x="5298" y="0"/>
                              </a:moveTo>
                              <a:cubicBezTo>
                                <a:pt x="3443" y="4239"/>
                                <a:pt x="1589" y="8478"/>
                                <a:pt x="0" y="12717"/>
                              </a:cubicBezTo>
                              <a:cubicBezTo>
                                <a:pt x="17482" y="28349"/>
                                <a:pt x="39203" y="42921"/>
                                <a:pt x="64102" y="55109"/>
                              </a:cubicBezTo>
                              <a:cubicBezTo>
                                <a:pt x="89795" y="67561"/>
                                <a:pt x="116019" y="76039"/>
                                <a:pt x="140653" y="80013"/>
                              </a:cubicBezTo>
                              <a:cubicBezTo>
                                <a:pt x="143302" y="76304"/>
                                <a:pt x="145686" y="72330"/>
                                <a:pt x="148070" y="68356"/>
                              </a:cubicBezTo>
                              <a:cubicBezTo>
                                <a:pt x="123171" y="65176"/>
                                <a:pt x="95888" y="56698"/>
                                <a:pt x="69399" y="43716"/>
                              </a:cubicBezTo>
                              <a:cubicBezTo>
                                <a:pt x="44500" y="31528"/>
                                <a:pt x="22515" y="16162"/>
                                <a:pt x="5298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25" name="Полилиния 24"/>
                        <p:cNvSpPr/>
                        <p:nvPr/>
                      </p:nvSpPr>
                      <p:spPr bwMode="auto">
                        <a:xfrm>
                          <a:off x="10551345" y="304209"/>
                          <a:ext cx="294029" cy="205067"/>
                        </a:xfrm>
                        <a:custGeom>
                          <a:avLst/>
                          <a:gdLst>
                            <a:gd name="connsiteX0" fmla="*/ 272699 w 294029"/>
                            <a:gd name="connsiteY0" fmla="*/ 96705 h 205067"/>
                            <a:gd name="connsiteX1" fmla="*/ 183699 w 294029"/>
                            <a:gd name="connsiteY1" fmla="*/ 27554 h 205067"/>
                            <a:gd name="connsiteX2" fmla="*/ 76951 w 294029"/>
                            <a:gd name="connsiteY2" fmla="*/ 0 h 205067"/>
                            <a:gd name="connsiteX3" fmla="*/ 4902 w 294029"/>
                            <a:gd name="connsiteY3" fmla="*/ 33118 h 205067"/>
                            <a:gd name="connsiteX4" fmla="*/ 36953 w 294029"/>
                            <a:gd name="connsiteY4" fmla="*/ 126114 h 205067"/>
                            <a:gd name="connsiteX5" fmla="*/ 42251 w 294029"/>
                            <a:gd name="connsiteY5" fmla="*/ 113131 h 205067"/>
                            <a:gd name="connsiteX6" fmla="*/ 16028 w 294029"/>
                            <a:gd name="connsiteY6" fmla="*/ 38682 h 205067"/>
                            <a:gd name="connsiteX7" fmla="*/ 76686 w 294029"/>
                            <a:gd name="connsiteY7" fmla="*/ 12717 h 205067"/>
                            <a:gd name="connsiteX8" fmla="*/ 177871 w 294029"/>
                            <a:gd name="connsiteY8" fmla="*/ 38947 h 205067"/>
                            <a:gd name="connsiteX9" fmla="*/ 262104 w 294029"/>
                            <a:gd name="connsiteY9" fmla="*/ 104388 h 205067"/>
                            <a:gd name="connsiteX10" fmla="*/ 277467 w 294029"/>
                            <a:gd name="connsiteY10" fmla="*/ 166385 h 205067"/>
                            <a:gd name="connsiteX11" fmla="*/ 216809 w 294029"/>
                            <a:gd name="connsiteY11" fmla="*/ 192350 h 205067"/>
                            <a:gd name="connsiteX12" fmla="*/ 207803 w 294029"/>
                            <a:gd name="connsiteY12" fmla="*/ 192085 h 205067"/>
                            <a:gd name="connsiteX13" fmla="*/ 200121 w 294029"/>
                            <a:gd name="connsiteY13" fmla="*/ 204272 h 205067"/>
                            <a:gd name="connsiteX14" fmla="*/ 216809 w 294029"/>
                            <a:gd name="connsiteY14" fmla="*/ 205067 h 205067"/>
                            <a:gd name="connsiteX15" fmla="*/ 288857 w 294029"/>
                            <a:gd name="connsiteY15" fmla="*/ 171949 h 205067"/>
                            <a:gd name="connsiteX16" fmla="*/ 272699 w 294029"/>
                            <a:gd name="connsiteY16" fmla="*/ 96705 h 20506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294029" h="205067" fill="norm" stroke="1" extrusionOk="0">
                              <a:moveTo>
                                <a:pt x="272699" y="96705"/>
                              </a:moveTo>
                              <a:cubicBezTo>
                                <a:pt x="252833" y="70210"/>
                                <a:pt x="221047" y="45570"/>
                                <a:pt x="183699" y="27554"/>
                              </a:cubicBezTo>
                              <a:cubicBezTo>
                                <a:pt x="147410" y="9803"/>
                                <a:pt x="109531" y="0"/>
                                <a:pt x="76951" y="0"/>
                              </a:cubicBezTo>
                              <a:cubicBezTo>
                                <a:pt x="40927" y="0"/>
                                <a:pt x="15498" y="11658"/>
                                <a:pt x="4902" y="33118"/>
                              </a:cubicBezTo>
                              <a:cubicBezTo>
                                <a:pt x="-8077" y="59613"/>
                                <a:pt x="5432" y="94320"/>
                                <a:pt x="36953" y="126114"/>
                              </a:cubicBezTo>
                              <a:cubicBezTo>
                                <a:pt x="38808" y="121875"/>
                                <a:pt x="40397" y="117371"/>
                                <a:pt x="42251" y="113131"/>
                              </a:cubicBezTo>
                              <a:cubicBezTo>
                                <a:pt x="17617" y="86637"/>
                                <a:pt x="6492" y="58553"/>
                                <a:pt x="16028" y="38682"/>
                              </a:cubicBezTo>
                              <a:cubicBezTo>
                                <a:pt x="23974" y="22255"/>
                                <a:pt x="46224" y="12717"/>
                                <a:pt x="76686" y="12717"/>
                              </a:cubicBezTo>
                              <a:cubicBezTo>
                                <a:pt x="107412" y="12717"/>
                                <a:pt x="143436" y="21990"/>
                                <a:pt x="177871" y="38947"/>
                              </a:cubicBezTo>
                              <a:cubicBezTo>
                                <a:pt x="213366" y="56433"/>
                                <a:pt x="243297" y="79483"/>
                                <a:pt x="262104" y="104388"/>
                              </a:cubicBezTo>
                              <a:cubicBezTo>
                                <a:pt x="279851" y="127968"/>
                                <a:pt x="285414" y="149959"/>
                                <a:pt x="277467" y="166385"/>
                              </a:cubicBezTo>
                              <a:cubicBezTo>
                                <a:pt x="269521" y="182812"/>
                                <a:pt x="247271" y="192350"/>
                                <a:pt x="216809" y="192350"/>
                              </a:cubicBezTo>
                              <a:cubicBezTo>
                                <a:pt x="213895" y="192350"/>
                                <a:pt x="210717" y="192085"/>
                                <a:pt x="207803" y="192085"/>
                              </a:cubicBezTo>
                              <a:cubicBezTo>
                                <a:pt x="205154" y="196059"/>
                                <a:pt x="202770" y="200298"/>
                                <a:pt x="200121" y="204272"/>
                              </a:cubicBezTo>
                              <a:cubicBezTo>
                                <a:pt x="205684" y="204802"/>
                                <a:pt x="211247" y="205067"/>
                                <a:pt x="216809" y="205067"/>
                              </a:cubicBezTo>
                              <a:cubicBezTo>
                                <a:pt x="252833" y="205067"/>
                                <a:pt x="278262" y="193410"/>
                                <a:pt x="288857" y="171949"/>
                              </a:cubicBezTo>
                              <a:cubicBezTo>
                                <a:pt x="299453" y="151018"/>
                                <a:pt x="293625" y="124524"/>
                                <a:pt x="272699" y="9670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26" name="Полилиния 25"/>
                      <p:cNvSpPr/>
                      <p:nvPr/>
                    </p:nvSpPr>
                    <p:spPr bwMode="auto">
                      <a:xfrm>
                        <a:off x="10553508" y="477483"/>
                        <a:ext cx="211997" cy="157111"/>
                      </a:xfrm>
                      <a:custGeom>
                        <a:avLst/>
                        <a:gdLst>
                          <a:gd name="connsiteX0" fmla="*/ 194516 w 211997"/>
                          <a:gd name="connsiteY0" fmla="*/ 5829 h 157112"/>
                          <a:gd name="connsiteX1" fmla="*/ 45651 w 211997"/>
                          <a:gd name="connsiteY1" fmla="*/ 145190 h 157112"/>
                          <a:gd name="connsiteX2" fmla="*/ 32142 w 211997"/>
                          <a:gd name="connsiteY2" fmla="*/ 142010 h 157112"/>
                          <a:gd name="connsiteX3" fmla="*/ 19428 w 211997"/>
                          <a:gd name="connsiteY3" fmla="*/ 29674 h 157112"/>
                          <a:gd name="connsiteX4" fmla="*/ 7243 w 211997"/>
                          <a:gd name="connsiteY4" fmla="*/ 28879 h 157112"/>
                          <a:gd name="connsiteX5" fmla="*/ 26580 w 211997"/>
                          <a:gd name="connsiteY5" fmla="*/ 152608 h 157112"/>
                          <a:gd name="connsiteX6" fmla="*/ 45651 w 211997"/>
                          <a:gd name="connsiteY6" fmla="*/ 157112 h 157112"/>
                          <a:gd name="connsiteX7" fmla="*/ 211998 w 211997"/>
                          <a:gd name="connsiteY7" fmla="*/ 0 h 157112"/>
                          <a:gd name="connsiteX8" fmla="*/ 194516 w 211997"/>
                          <a:gd name="connsiteY8" fmla="*/ 5829 h 15711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11997" h="157112" fill="norm" stroke="1" extrusionOk="0">
                            <a:moveTo>
                              <a:pt x="194516" y="5829"/>
                            </a:moveTo>
                            <a:cubicBezTo>
                              <a:pt x="144188" y="87432"/>
                              <a:pt x="83794" y="145190"/>
                              <a:pt x="45651" y="145190"/>
                            </a:cubicBezTo>
                            <a:cubicBezTo>
                              <a:pt x="40618" y="145190"/>
                              <a:pt x="36115" y="144130"/>
                              <a:pt x="32142" y="142010"/>
                            </a:cubicBezTo>
                            <a:cubicBezTo>
                              <a:pt x="11481" y="131148"/>
                              <a:pt x="5919" y="89021"/>
                              <a:pt x="19428" y="29674"/>
                            </a:cubicBezTo>
                            <a:cubicBezTo>
                              <a:pt x="15190" y="29409"/>
                              <a:pt x="11216" y="29144"/>
                              <a:pt x="7243" y="28879"/>
                            </a:cubicBezTo>
                            <a:cubicBezTo>
                              <a:pt x="-6531" y="91141"/>
                              <a:pt x="-968" y="138301"/>
                              <a:pt x="26580" y="152608"/>
                            </a:cubicBezTo>
                            <a:cubicBezTo>
                              <a:pt x="32142" y="155523"/>
                              <a:pt x="38764" y="157112"/>
                              <a:pt x="45651" y="157112"/>
                            </a:cubicBezTo>
                            <a:cubicBezTo>
                              <a:pt x="90946" y="157112"/>
                              <a:pt x="157167" y="93790"/>
                              <a:pt x="211998" y="0"/>
                            </a:cubicBezTo>
                            <a:cubicBezTo>
                              <a:pt x="206435" y="2385"/>
                              <a:pt x="200608" y="4239"/>
                              <a:pt x="194516" y="582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27" name="Рисунок 8"/>
                    <p:cNvGrpSpPr/>
                    <p:nvPr/>
                  </p:nvGrpSpPr>
                  <p:grpSpPr bwMode="auto">
                    <a:xfrm>
                      <a:off x="10481955" y="310833"/>
                      <a:ext cx="433311" cy="191555"/>
                      <a:chOff x="10481955" y="310833"/>
                      <a:chExt cx="433311" cy="191555"/>
                    </a:xfrm>
                    <a:solidFill>
                      <a:srgbClr val="0061AF"/>
                    </a:solidFill>
                  </p:grpSpPr>
                  <p:sp>
                    <p:nvSpPr>
                      <p:cNvPr id="28" name="Полилиния 27"/>
                      <p:cNvSpPr/>
                      <p:nvPr/>
                    </p:nvSpPr>
                    <p:spPr bwMode="auto">
                      <a:xfrm>
                        <a:off x="10684981" y="436947"/>
                        <a:ext cx="144626" cy="52988"/>
                      </a:xfrm>
                      <a:custGeom>
                        <a:avLst/>
                        <a:gdLst>
                          <a:gd name="connsiteX0" fmla="*/ 29402 w 144626"/>
                          <a:gd name="connsiteY0" fmla="*/ 38682 h 52988"/>
                          <a:gd name="connsiteX1" fmla="*/ 0 w 144626"/>
                          <a:gd name="connsiteY1" fmla="*/ 44776 h 52988"/>
                          <a:gd name="connsiteX2" fmla="*/ 23310 w 144626"/>
                          <a:gd name="connsiteY2" fmla="*/ 52989 h 52988"/>
                          <a:gd name="connsiteX3" fmla="*/ 32051 w 144626"/>
                          <a:gd name="connsiteY3" fmla="*/ 51134 h 52988"/>
                          <a:gd name="connsiteX4" fmla="*/ 144626 w 144626"/>
                          <a:gd name="connsiteY4" fmla="*/ 12187 h 52988"/>
                          <a:gd name="connsiteX5" fmla="*/ 141183 w 144626"/>
                          <a:gd name="connsiteY5" fmla="*/ 0 h 52988"/>
                          <a:gd name="connsiteX6" fmla="*/ 29402 w 144626"/>
                          <a:gd name="connsiteY6" fmla="*/ 38682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44626" h="52988" fill="norm" stroke="1" extrusionOk="0">
                            <a:moveTo>
                              <a:pt x="29402" y="38682"/>
                            </a:moveTo>
                            <a:cubicBezTo>
                              <a:pt x="19601" y="41066"/>
                              <a:pt x="9801" y="42921"/>
                              <a:pt x="0" y="44776"/>
                            </a:cubicBezTo>
                            <a:cubicBezTo>
                              <a:pt x="7946" y="47955"/>
                              <a:pt x="15628" y="50604"/>
                              <a:pt x="23310" y="52989"/>
                            </a:cubicBezTo>
                            <a:cubicBezTo>
                              <a:pt x="26223" y="52459"/>
                              <a:pt x="29137" y="51664"/>
                              <a:pt x="32051" y="51134"/>
                            </a:cubicBezTo>
                            <a:cubicBezTo>
                              <a:pt x="73638" y="41596"/>
                              <a:pt x="112310" y="28084"/>
                              <a:pt x="144626" y="12187"/>
                            </a:cubicBezTo>
                            <a:cubicBezTo>
                              <a:pt x="143832" y="8213"/>
                              <a:pt x="142772" y="4239"/>
                              <a:pt x="141183" y="0"/>
                            </a:cubicBezTo>
                            <a:cubicBezTo>
                              <a:pt x="109662" y="15632"/>
                              <a:pt x="70989" y="29144"/>
                              <a:pt x="29402" y="3868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9" name="Полилиния 28"/>
                      <p:cNvSpPr/>
                      <p:nvPr/>
                    </p:nvSpPr>
                    <p:spPr bwMode="auto">
                      <a:xfrm>
                        <a:off x="10562340" y="326200"/>
                        <a:ext cx="137474" cy="52988"/>
                      </a:xfrm>
                      <a:custGeom>
                        <a:avLst/>
                        <a:gdLst>
                          <a:gd name="connsiteX0" fmla="*/ 0 w 137474"/>
                          <a:gd name="connsiteY0" fmla="*/ 40537 h 52988"/>
                          <a:gd name="connsiteX1" fmla="*/ 2914 w 137474"/>
                          <a:gd name="connsiteY1" fmla="*/ 52989 h 52988"/>
                          <a:gd name="connsiteX2" fmla="*/ 120257 w 137474"/>
                          <a:gd name="connsiteY2" fmla="*/ 11393 h 52988"/>
                          <a:gd name="connsiteX3" fmla="*/ 137474 w 137474"/>
                          <a:gd name="connsiteY3" fmla="*/ 7683 h 52988"/>
                          <a:gd name="connsiteX4" fmla="*/ 113370 w 137474"/>
                          <a:gd name="connsiteY4" fmla="*/ 0 h 52988"/>
                          <a:gd name="connsiteX5" fmla="*/ 0 w 137474"/>
                          <a:gd name="connsiteY5" fmla="*/ 40537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37474" h="52988" fill="norm" stroke="1" extrusionOk="0">
                            <a:moveTo>
                              <a:pt x="0" y="40537"/>
                            </a:moveTo>
                            <a:cubicBezTo>
                              <a:pt x="530" y="44511"/>
                              <a:pt x="1589" y="48750"/>
                              <a:pt x="2914" y="52989"/>
                            </a:cubicBezTo>
                            <a:cubicBezTo>
                              <a:pt x="33640" y="37092"/>
                              <a:pt x="73373" y="22255"/>
                              <a:pt x="120257" y="11393"/>
                            </a:cubicBezTo>
                            <a:cubicBezTo>
                              <a:pt x="126084" y="10068"/>
                              <a:pt x="131647" y="8743"/>
                              <a:pt x="137474" y="7683"/>
                            </a:cubicBezTo>
                            <a:cubicBezTo>
                              <a:pt x="129263" y="4769"/>
                              <a:pt x="121317" y="2120"/>
                              <a:pt x="113370" y="0"/>
                            </a:cubicBezTo>
                            <a:cubicBezTo>
                              <a:pt x="69929" y="10598"/>
                              <a:pt x="31256" y="24640"/>
                              <a:pt x="0" y="405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30" name="Полилиния 29"/>
                      <p:cNvSpPr/>
                      <p:nvPr/>
                    </p:nvSpPr>
                    <p:spPr bwMode="auto">
                      <a:xfrm>
                        <a:off x="10481955" y="373095"/>
                        <a:ext cx="202231" cy="129293"/>
                      </a:xfrm>
                      <a:custGeom>
                        <a:avLst/>
                        <a:gdLst>
                          <a:gd name="connsiteX0" fmla="*/ 179981 w 202231"/>
                          <a:gd name="connsiteY0" fmla="*/ 112337 h 129293"/>
                          <a:gd name="connsiteX1" fmla="*/ 117469 w 202231"/>
                          <a:gd name="connsiteY1" fmla="*/ 116841 h 129293"/>
                          <a:gd name="connsiteX2" fmla="*/ 13105 w 202231"/>
                          <a:gd name="connsiteY2" fmla="*/ 80808 h 129293"/>
                          <a:gd name="connsiteX3" fmla="*/ 72174 w 202231"/>
                          <a:gd name="connsiteY3" fmla="*/ 12452 h 129293"/>
                          <a:gd name="connsiteX4" fmla="*/ 68730 w 202231"/>
                          <a:gd name="connsiteY4" fmla="*/ 0 h 129293"/>
                          <a:gd name="connsiteX5" fmla="*/ 920 w 202231"/>
                          <a:gd name="connsiteY5" fmla="*/ 83458 h 129293"/>
                          <a:gd name="connsiteX6" fmla="*/ 117733 w 202231"/>
                          <a:gd name="connsiteY6" fmla="*/ 129293 h 129293"/>
                          <a:gd name="connsiteX7" fmla="*/ 202231 w 202231"/>
                          <a:gd name="connsiteY7" fmla="*/ 121610 h 129293"/>
                          <a:gd name="connsiteX8" fmla="*/ 179981 w 202231"/>
                          <a:gd name="connsiteY8" fmla="*/ 112337 h 12929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02231" h="129293" fill="norm" stroke="1" extrusionOk="0">
                            <a:moveTo>
                              <a:pt x="179981" y="112337"/>
                            </a:moveTo>
                            <a:cubicBezTo>
                              <a:pt x="158261" y="115251"/>
                              <a:pt x="137070" y="116841"/>
                              <a:pt x="117469" y="116841"/>
                            </a:cubicBezTo>
                            <a:cubicBezTo>
                              <a:pt x="58135" y="116841"/>
                              <a:pt x="18137" y="103063"/>
                              <a:pt x="13105" y="80808"/>
                            </a:cubicBezTo>
                            <a:cubicBezTo>
                              <a:pt x="8866" y="61997"/>
                              <a:pt x="30587" y="36297"/>
                              <a:pt x="72174" y="12452"/>
                            </a:cubicBezTo>
                            <a:cubicBezTo>
                              <a:pt x="70584" y="8213"/>
                              <a:pt x="69525" y="4239"/>
                              <a:pt x="68730" y="0"/>
                            </a:cubicBezTo>
                            <a:cubicBezTo>
                              <a:pt x="21581" y="26494"/>
                              <a:pt x="-5437" y="56963"/>
                              <a:pt x="920" y="83458"/>
                            </a:cubicBezTo>
                            <a:cubicBezTo>
                              <a:pt x="7807" y="112602"/>
                              <a:pt x="50188" y="129293"/>
                              <a:pt x="117733" y="129293"/>
                            </a:cubicBezTo>
                            <a:cubicBezTo>
                              <a:pt x="143957" y="129293"/>
                              <a:pt x="172829" y="126644"/>
                              <a:pt x="202231" y="121610"/>
                            </a:cubicBezTo>
                            <a:cubicBezTo>
                              <a:pt x="194285" y="118960"/>
                              <a:pt x="187133" y="115781"/>
                              <a:pt x="179981" y="1123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31" name="Полилиния 30"/>
                      <p:cNvSpPr/>
                      <p:nvPr/>
                    </p:nvSpPr>
                    <p:spPr bwMode="auto">
                      <a:xfrm>
                        <a:off x="10700609" y="310833"/>
                        <a:ext cx="214657" cy="131942"/>
                      </a:xfrm>
                      <a:custGeom>
                        <a:avLst/>
                        <a:gdLst>
                          <a:gd name="connsiteX0" fmla="*/ 213761 w 214657"/>
                          <a:gd name="connsiteY0" fmla="*/ 45835 h 131942"/>
                          <a:gd name="connsiteX1" fmla="*/ 96947 w 214657"/>
                          <a:gd name="connsiteY1" fmla="*/ 0 h 131942"/>
                          <a:gd name="connsiteX2" fmla="*/ 0 w 214657"/>
                          <a:gd name="connsiteY2" fmla="*/ 10068 h 131942"/>
                          <a:gd name="connsiteX3" fmla="*/ 22250 w 214657"/>
                          <a:gd name="connsiteY3" fmla="*/ 18811 h 131942"/>
                          <a:gd name="connsiteX4" fmla="*/ 96947 w 214657"/>
                          <a:gd name="connsiteY4" fmla="*/ 12452 h 131942"/>
                          <a:gd name="connsiteX5" fmla="*/ 201311 w 214657"/>
                          <a:gd name="connsiteY5" fmla="*/ 48485 h 131942"/>
                          <a:gd name="connsiteX6" fmla="*/ 154957 w 214657"/>
                          <a:gd name="connsiteY6" fmla="*/ 109157 h 131942"/>
                          <a:gd name="connsiteX7" fmla="*/ 136680 w 214657"/>
                          <a:gd name="connsiteY7" fmla="*/ 119755 h 131942"/>
                          <a:gd name="connsiteX8" fmla="*/ 140653 w 214657"/>
                          <a:gd name="connsiteY8" fmla="*/ 131942 h 131942"/>
                          <a:gd name="connsiteX9" fmla="*/ 161844 w 214657"/>
                          <a:gd name="connsiteY9" fmla="*/ 119755 h 131942"/>
                          <a:gd name="connsiteX10" fmla="*/ 213761 w 214657"/>
                          <a:gd name="connsiteY10" fmla="*/ 45835 h 13194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14657" h="131942" fill="norm" stroke="1" extrusionOk="0">
                            <a:moveTo>
                              <a:pt x="213761" y="45835"/>
                            </a:moveTo>
                            <a:cubicBezTo>
                              <a:pt x="207139" y="16692"/>
                              <a:pt x="164493" y="0"/>
                              <a:pt x="96947" y="0"/>
                            </a:cubicBezTo>
                            <a:cubicBezTo>
                              <a:pt x="67015" y="0"/>
                              <a:pt x="33640" y="3444"/>
                              <a:pt x="0" y="10068"/>
                            </a:cubicBezTo>
                            <a:cubicBezTo>
                              <a:pt x="7417" y="12717"/>
                              <a:pt x="14833" y="15632"/>
                              <a:pt x="22250" y="18811"/>
                            </a:cubicBezTo>
                            <a:cubicBezTo>
                              <a:pt x="48209" y="14572"/>
                              <a:pt x="73638" y="12452"/>
                              <a:pt x="96947" y="12452"/>
                            </a:cubicBezTo>
                            <a:cubicBezTo>
                              <a:pt x="156281" y="12452"/>
                              <a:pt x="196279" y="26230"/>
                              <a:pt x="201311" y="48485"/>
                            </a:cubicBezTo>
                            <a:cubicBezTo>
                              <a:pt x="205285" y="65441"/>
                              <a:pt x="188332" y="87697"/>
                              <a:pt x="154957" y="109157"/>
                            </a:cubicBezTo>
                            <a:cubicBezTo>
                              <a:pt x="149129" y="112866"/>
                              <a:pt x="143037" y="116311"/>
                              <a:pt x="136680" y="119755"/>
                            </a:cubicBezTo>
                            <a:cubicBezTo>
                              <a:pt x="138269" y="123994"/>
                              <a:pt x="139594" y="127968"/>
                              <a:pt x="140653" y="131942"/>
                            </a:cubicBezTo>
                            <a:cubicBezTo>
                              <a:pt x="148070" y="127968"/>
                              <a:pt x="155222" y="123729"/>
                              <a:pt x="161844" y="119755"/>
                            </a:cubicBezTo>
                            <a:cubicBezTo>
                              <a:pt x="200781" y="95115"/>
                              <a:pt x="219058" y="68621"/>
                              <a:pt x="213761" y="4583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2" name="Полилиния 31"/>
                <p:cNvSpPr/>
                <p:nvPr/>
              </p:nvSpPr>
              <p:spPr bwMode="auto">
                <a:xfrm>
                  <a:off x="10660612" y="372830"/>
                  <a:ext cx="69929" cy="69945"/>
                </a:xfrm>
                <a:custGeom>
                  <a:avLst/>
                  <a:gdLst>
                    <a:gd name="connsiteX0" fmla="*/ 69929 w 69929"/>
                    <a:gd name="connsiteY0" fmla="*/ 34973 h 69945"/>
                    <a:gd name="connsiteX1" fmla="*/ 34965 w 69929"/>
                    <a:gd name="connsiteY1" fmla="*/ 69945 h 69945"/>
                    <a:gd name="connsiteX2" fmla="*/ 0 w 69929"/>
                    <a:gd name="connsiteY2" fmla="*/ 34973 h 69945"/>
                    <a:gd name="connsiteX3" fmla="*/ 34965 w 69929"/>
                    <a:gd name="connsiteY3" fmla="*/ 0 h 69945"/>
                    <a:gd name="connsiteX4" fmla="*/ 69929 w 69929"/>
                    <a:gd name="connsiteY4" fmla="*/ 34973 h 6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929" h="69945" fill="norm" stroke="1" extrusionOk="0">
                      <a:moveTo>
                        <a:pt x="69929" y="34973"/>
                      </a:moveTo>
                      <a:cubicBezTo>
                        <a:pt x="69929" y="54314"/>
                        <a:pt x="54301" y="69945"/>
                        <a:pt x="34965" y="69945"/>
                      </a:cubicBezTo>
                      <a:cubicBezTo>
                        <a:pt x="15628" y="69945"/>
                        <a:pt x="0" y="54314"/>
                        <a:pt x="0" y="34973"/>
                      </a:cubicBezTo>
                      <a:cubicBezTo>
                        <a:pt x="0" y="15632"/>
                        <a:pt x="15628" y="0"/>
                        <a:pt x="34965" y="0"/>
                      </a:cubicBezTo>
                      <a:cubicBezTo>
                        <a:pt x="54301" y="0"/>
                        <a:pt x="69929" y="15632"/>
                        <a:pt x="69929" y="34973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33" name="Рисунок 8"/>
              <p:cNvGrpSpPr/>
              <p:nvPr/>
            </p:nvGrpSpPr>
            <p:grpSpPr bwMode="auto">
              <a:xfrm>
                <a:off x="10626707" y="178626"/>
                <a:ext cx="216670" cy="164795"/>
                <a:chOff x="10626707" y="178626"/>
                <a:chExt cx="216670" cy="164795"/>
              </a:xfrm>
              <a:solidFill>
                <a:srgbClr val="0061AF"/>
              </a:solidFill>
            </p:grpSpPr>
            <p:sp>
              <p:nvSpPr>
                <p:cNvPr id="34" name="Полилиния 33"/>
                <p:cNvSpPr/>
                <p:nvPr/>
              </p:nvSpPr>
              <p:spPr bwMode="auto">
                <a:xfrm>
                  <a:off x="10626707" y="314542"/>
                  <a:ext cx="30726" cy="28878"/>
                </a:xfrm>
                <a:custGeom>
                  <a:avLst/>
                  <a:gdLst>
                    <a:gd name="connsiteX0" fmla="*/ 16953 w 30726"/>
                    <a:gd name="connsiteY0" fmla="*/ 23845 h 28878"/>
                    <a:gd name="connsiteX1" fmla="*/ 30726 w 30726"/>
                    <a:gd name="connsiteY1" fmla="*/ 1855 h 28878"/>
                    <a:gd name="connsiteX2" fmla="*/ 17217 w 30726"/>
                    <a:gd name="connsiteY2" fmla="*/ 0 h 28878"/>
                    <a:gd name="connsiteX3" fmla="*/ 0 w 30726"/>
                    <a:gd name="connsiteY3" fmla="*/ 28879 h 28878"/>
                    <a:gd name="connsiteX4" fmla="*/ 16953 w 30726"/>
                    <a:gd name="connsiteY4" fmla="*/ 23845 h 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726" h="28878" fill="norm" stroke="1" extrusionOk="0">
                      <a:moveTo>
                        <a:pt x="16953" y="23845"/>
                      </a:moveTo>
                      <a:cubicBezTo>
                        <a:pt x="21456" y="16427"/>
                        <a:pt x="25959" y="9008"/>
                        <a:pt x="30726" y="1855"/>
                      </a:cubicBezTo>
                      <a:cubicBezTo>
                        <a:pt x="26223" y="1060"/>
                        <a:pt x="21720" y="530"/>
                        <a:pt x="17217" y="0"/>
                      </a:cubicBezTo>
                      <a:cubicBezTo>
                        <a:pt x="11390" y="9273"/>
                        <a:pt x="5563" y="18811"/>
                        <a:pt x="0" y="28879"/>
                      </a:cubicBezTo>
                      <a:cubicBezTo>
                        <a:pt x="5563" y="27289"/>
                        <a:pt x="11390" y="25435"/>
                        <a:pt x="16953" y="23845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35" name="Полилиния 34"/>
                <p:cNvSpPr/>
                <p:nvPr/>
              </p:nvSpPr>
              <p:spPr bwMode="auto">
                <a:xfrm>
                  <a:off x="10651871" y="178626"/>
                  <a:ext cx="191506" cy="140420"/>
                </a:xfrm>
                <a:custGeom>
                  <a:avLst/>
                  <a:gdLst>
                    <a:gd name="connsiteX0" fmla="*/ 13244 w 191506"/>
                    <a:gd name="connsiteY0" fmla="*/ 126379 h 140420"/>
                    <a:gd name="connsiteX1" fmla="*/ 145686 w 191506"/>
                    <a:gd name="connsiteY1" fmla="*/ 12187 h 140420"/>
                    <a:gd name="connsiteX2" fmla="*/ 159195 w 191506"/>
                    <a:gd name="connsiteY2" fmla="*/ 15367 h 140420"/>
                    <a:gd name="connsiteX3" fmla="*/ 169260 w 191506"/>
                    <a:gd name="connsiteY3" fmla="*/ 139096 h 140420"/>
                    <a:gd name="connsiteX4" fmla="*/ 181445 w 191506"/>
                    <a:gd name="connsiteY4" fmla="*/ 140421 h 140420"/>
                    <a:gd name="connsiteX5" fmla="*/ 165022 w 191506"/>
                    <a:gd name="connsiteY5" fmla="*/ 4504 h 140420"/>
                    <a:gd name="connsiteX6" fmla="*/ 145951 w 191506"/>
                    <a:gd name="connsiteY6" fmla="*/ 0 h 140420"/>
                    <a:gd name="connsiteX7" fmla="*/ 0 w 191506"/>
                    <a:gd name="connsiteY7" fmla="*/ 124259 h 140420"/>
                    <a:gd name="connsiteX8" fmla="*/ 13244 w 191506"/>
                    <a:gd name="connsiteY8" fmla="*/ 126379 h 140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1506" h="140420" fill="norm" stroke="1" extrusionOk="0">
                      <a:moveTo>
                        <a:pt x="13244" y="126379"/>
                      </a:moveTo>
                      <a:cubicBezTo>
                        <a:pt x="59864" y="58288"/>
                        <a:pt x="111781" y="12187"/>
                        <a:pt x="145686" y="12187"/>
                      </a:cubicBezTo>
                      <a:cubicBezTo>
                        <a:pt x="150719" y="12187"/>
                        <a:pt x="155222" y="13247"/>
                        <a:pt x="159195" y="15367"/>
                      </a:cubicBezTo>
                      <a:cubicBezTo>
                        <a:pt x="181180" y="27024"/>
                        <a:pt x="185948" y="73920"/>
                        <a:pt x="169260" y="139096"/>
                      </a:cubicBezTo>
                      <a:cubicBezTo>
                        <a:pt x="173499" y="139361"/>
                        <a:pt x="177472" y="139891"/>
                        <a:pt x="181445" y="140421"/>
                      </a:cubicBezTo>
                      <a:cubicBezTo>
                        <a:pt x="198662" y="72330"/>
                        <a:pt x="194159" y="19871"/>
                        <a:pt x="165022" y="4504"/>
                      </a:cubicBezTo>
                      <a:cubicBezTo>
                        <a:pt x="159195" y="1590"/>
                        <a:pt x="152838" y="0"/>
                        <a:pt x="145951" y="0"/>
                      </a:cubicBezTo>
                      <a:cubicBezTo>
                        <a:pt x="106218" y="0"/>
                        <a:pt x="50328" y="48750"/>
                        <a:pt x="0" y="124259"/>
                      </a:cubicBezTo>
                      <a:cubicBezTo>
                        <a:pt x="4238" y="124789"/>
                        <a:pt x="8741" y="125584"/>
                        <a:pt x="13244" y="126379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36" name="Рисунок 8"/>
            <p:cNvGrpSpPr/>
            <p:nvPr/>
          </p:nvGrpSpPr>
          <p:grpSpPr bwMode="auto">
            <a:xfrm>
              <a:off x="10776631" y="535241"/>
              <a:ext cx="830409" cy="194204"/>
              <a:chOff x="10776631" y="535241"/>
              <a:chExt cx="830409" cy="194204"/>
            </a:xfrm>
            <a:solidFill>
              <a:srgbClr val="0061AF"/>
            </a:solidFill>
          </p:grpSpPr>
          <p:sp>
            <p:nvSpPr>
              <p:cNvPr id="37" name="Полилиния 36"/>
              <p:cNvSpPr/>
              <p:nvPr/>
            </p:nvSpPr>
            <p:spPr bwMode="auto">
              <a:xfrm>
                <a:off x="10776631" y="535241"/>
                <a:ext cx="190451" cy="194204"/>
              </a:xfrm>
              <a:custGeom>
                <a:avLst/>
                <a:gdLst>
                  <a:gd name="connsiteX0" fmla="*/ 160519 w 190451"/>
                  <a:gd name="connsiteY0" fmla="*/ 194204 h 194204"/>
                  <a:gd name="connsiteX1" fmla="*/ 160519 w 190451"/>
                  <a:gd name="connsiteY1" fmla="*/ 56168 h 194204"/>
                  <a:gd name="connsiteX2" fmla="*/ 95358 w 190451"/>
                  <a:gd name="connsiteY2" fmla="*/ 138301 h 194204"/>
                  <a:gd name="connsiteX3" fmla="*/ 29932 w 190451"/>
                  <a:gd name="connsiteY3" fmla="*/ 56168 h 194204"/>
                  <a:gd name="connsiteX4" fmla="*/ 29932 w 190451"/>
                  <a:gd name="connsiteY4" fmla="*/ 194204 h 194204"/>
                  <a:gd name="connsiteX5" fmla="*/ 0 w 190451"/>
                  <a:gd name="connsiteY5" fmla="*/ 194204 h 194204"/>
                  <a:gd name="connsiteX6" fmla="*/ 0 w 190451"/>
                  <a:gd name="connsiteY6" fmla="*/ 0 h 194204"/>
                  <a:gd name="connsiteX7" fmla="*/ 17482 w 190451"/>
                  <a:gd name="connsiteY7" fmla="*/ 0 h 194204"/>
                  <a:gd name="connsiteX8" fmla="*/ 95358 w 190451"/>
                  <a:gd name="connsiteY8" fmla="*/ 98559 h 194204"/>
                  <a:gd name="connsiteX9" fmla="*/ 173234 w 190451"/>
                  <a:gd name="connsiteY9" fmla="*/ 0 h 194204"/>
                  <a:gd name="connsiteX10" fmla="*/ 190451 w 190451"/>
                  <a:gd name="connsiteY10" fmla="*/ 0 h 194204"/>
                  <a:gd name="connsiteX11" fmla="*/ 190451 w 190451"/>
                  <a:gd name="connsiteY11" fmla="*/ 194204 h 194204"/>
                  <a:gd name="connsiteX12" fmla="*/ 160519 w 190451"/>
                  <a:gd name="connsiteY12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451" h="194204" fill="norm" stroke="1" extrusionOk="0">
                    <a:moveTo>
                      <a:pt x="160519" y="194204"/>
                    </a:moveTo>
                    <a:lnTo>
                      <a:pt x="160519" y="56168"/>
                    </a:lnTo>
                    <a:lnTo>
                      <a:pt x="95358" y="138301"/>
                    </a:lnTo>
                    <a:lnTo>
                      <a:pt x="29932" y="56168"/>
                    </a:lnTo>
                    <a:lnTo>
                      <a:pt x="2993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17482" y="0"/>
                    </a:lnTo>
                    <a:lnTo>
                      <a:pt x="95358" y="98559"/>
                    </a:lnTo>
                    <a:lnTo>
                      <a:pt x="173234" y="0"/>
                    </a:lnTo>
                    <a:lnTo>
                      <a:pt x="190451" y="0"/>
                    </a:lnTo>
                    <a:lnTo>
                      <a:pt x="190451" y="194204"/>
                    </a:lnTo>
                    <a:lnTo>
                      <a:pt x="160519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8" name="Полилиния 37"/>
              <p:cNvSpPr/>
              <p:nvPr/>
            </p:nvSpPr>
            <p:spPr bwMode="auto">
              <a:xfrm>
                <a:off x="10991716" y="535241"/>
                <a:ext cx="149923" cy="194204"/>
              </a:xfrm>
              <a:custGeom>
                <a:avLst/>
                <a:gdLst>
                  <a:gd name="connsiteX0" fmla="*/ 119992 w 149923"/>
                  <a:gd name="connsiteY0" fmla="*/ 194204 h 194204"/>
                  <a:gd name="connsiteX1" fmla="*/ 119992 w 149923"/>
                  <a:gd name="connsiteY1" fmla="*/ 57228 h 194204"/>
                  <a:gd name="connsiteX2" fmla="*/ 17482 w 149923"/>
                  <a:gd name="connsiteY2" fmla="*/ 194204 h 194204"/>
                  <a:gd name="connsiteX3" fmla="*/ 0 w 149923"/>
                  <a:gd name="connsiteY3" fmla="*/ 194204 h 194204"/>
                  <a:gd name="connsiteX4" fmla="*/ 0 w 149923"/>
                  <a:gd name="connsiteY4" fmla="*/ 0 h 194204"/>
                  <a:gd name="connsiteX5" fmla="*/ 29932 w 149923"/>
                  <a:gd name="connsiteY5" fmla="*/ 0 h 194204"/>
                  <a:gd name="connsiteX6" fmla="*/ 29932 w 149923"/>
                  <a:gd name="connsiteY6" fmla="*/ 136976 h 194204"/>
                  <a:gd name="connsiteX7" fmla="*/ 132442 w 149923"/>
                  <a:gd name="connsiteY7" fmla="*/ 0 h 194204"/>
                  <a:gd name="connsiteX8" fmla="*/ 149924 w 149923"/>
                  <a:gd name="connsiteY8" fmla="*/ 0 h 194204"/>
                  <a:gd name="connsiteX9" fmla="*/ 149924 w 149923"/>
                  <a:gd name="connsiteY9" fmla="*/ 194204 h 194204"/>
                  <a:gd name="connsiteX10" fmla="*/ 119992 w 149923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3" h="194204" fill="norm" stroke="1" extrusionOk="0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9" name="Полилиния 38"/>
              <p:cNvSpPr/>
              <p:nvPr/>
            </p:nvSpPr>
            <p:spPr bwMode="auto">
              <a:xfrm>
                <a:off x="11457116" y="535241"/>
                <a:ext cx="149924" cy="194204"/>
              </a:xfrm>
              <a:custGeom>
                <a:avLst/>
                <a:gdLst>
                  <a:gd name="connsiteX0" fmla="*/ 119992 w 149924"/>
                  <a:gd name="connsiteY0" fmla="*/ 194204 h 194204"/>
                  <a:gd name="connsiteX1" fmla="*/ 119992 w 149924"/>
                  <a:gd name="connsiteY1" fmla="*/ 57228 h 194204"/>
                  <a:gd name="connsiteX2" fmla="*/ 17482 w 149924"/>
                  <a:gd name="connsiteY2" fmla="*/ 194204 h 194204"/>
                  <a:gd name="connsiteX3" fmla="*/ 0 w 149924"/>
                  <a:gd name="connsiteY3" fmla="*/ 194204 h 194204"/>
                  <a:gd name="connsiteX4" fmla="*/ 0 w 149924"/>
                  <a:gd name="connsiteY4" fmla="*/ 0 h 194204"/>
                  <a:gd name="connsiteX5" fmla="*/ 29932 w 149924"/>
                  <a:gd name="connsiteY5" fmla="*/ 0 h 194204"/>
                  <a:gd name="connsiteX6" fmla="*/ 29932 w 149924"/>
                  <a:gd name="connsiteY6" fmla="*/ 136976 h 194204"/>
                  <a:gd name="connsiteX7" fmla="*/ 132442 w 149924"/>
                  <a:gd name="connsiteY7" fmla="*/ 0 h 194204"/>
                  <a:gd name="connsiteX8" fmla="*/ 149924 w 149924"/>
                  <a:gd name="connsiteY8" fmla="*/ 0 h 194204"/>
                  <a:gd name="connsiteX9" fmla="*/ 149924 w 149924"/>
                  <a:gd name="connsiteY9" fmla="*/ 194204 h 194204"/>
                  <a:gd name="connsiteX10" fmla="*/ 119992 w 149924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4" h="194204" fill="norm" stroke="1" extrusionOk="0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40" name="Рисунок 8"/>
            <p:cNvGrpSpPr/>
            <p:nvPr/>
          </p:nvGrpSpPr>
          <p:grpSpPr bwMode="auto">
            <a:xfrm>
              <a:off x="11286796" y="386342"/>
              <a:ext cx="348056" cy="84782"/>
              <a:chOff x="11286796" y="386342"/>
              <a:chExt cx="348056" cy="84782"/>
            </a:xfrm>
            <a:solidFill>
              <a:srgbClr val="0061AF"/>
            </a:solidFill>
          </p:grpSpPr>
          <p:sp>
            <p:nvSpPr>
              <p:cNvPr id="41" name="Полилиния 40"/>
              <p:cNvSpPr/>
              <p:nvPr/>
            </p:nvSpPr>
            <p:spPr bwMode="auto">
              <a:xfrm>
                <a:off x="11286796" y="386342"/>
                <a:ext cx="70194" cy="84782"/>
              </a:xfrm>
              <a:custGeom>
                <a:avLst/>
                <a:gdLst>
                  <a:gd name="connsiteX0" fmla="*/ 52712 w 70194"/>
                  <a:gd name="connsiteY0" fmla="*/ 84517 h 84782"/>
                  <a:gd name="connsiteX1" fmla="*/ 52712 w 70194"/>
                  <a:gd name="connsiteY1" fmla="*/ 49810 h 84782"/>
                  <a:gd name="connsiteX2" fmla="*/ 17747 w 70194"/>
                  <a:gd name="connsiteY2" fmla="*/ 49810 h 84782"/>
                  <a:gd name="connsiteX3" fmla="*/ 17747 w 70194"/>
                  <a:gd name="connsiteY3" fmla="*/ 84517 h 84782"/>
                  <a:gd name="connsiteX4" fmla="*/ 0 w 70194"/>
                  <a:gd name="connsiteY4" fmla="*/ 84517 h 84782"/>
                  <a:gd name="connsiteX5" fmla="*/ 0 w 70194"/>
                  <a:gd name="connsiteY5" fmla="*/ 0 h 84782"/>
                  <a:gd name="connsiteX6" fmla="*/ 17747 w 70194"/>
                  <a:gd name="connsiteY6" fmla="*/ 0 h 84782"/>
                  <a:gd name="connsiteX7" fmla="*/ 17747 w 70194"/>
                  <a:gd name="connsiteY7" fmla="*/ 34443 h 84782"/>
                  <a:gd name="connsiteX8" fmla="*/ 52447 w 70194"/>
                  <a:gd name="connsiteY8" fmla="*/ 34443 h 84782"/>
                  <a:gd name="connsiteX9" fmla="*/ 52447 w 70194"/>
                  <a:gd name="connsiteY9" fmla="*/ 265 h 84782"/>
                  <a:gd name="connsiteX10" fmla="*/ 70194 w 70194"/>
                  <a:gd name="connsiteY10" fmla="*/ 265 h 84782"/>
                  <a:gd name="connsiteX11" fmla="*/ 70194 w 70194"/>
                  <a:gd name="connsiteY11" fmla="*/ 84782 h 84782"/>
                  <a:gd name="connsiteX12" fmla="*/ 52712 w 70194"/>
                  <a:gd name="connsiteY12" fmla="*/ 84782 h 84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0194" h="84782" fill="norm" stroke="1" extrusionOk="0">
                    <a:moveTo>
                      <a:pt x="52712" y="84517"/>
                    </a:moveTo>
                    <a:lnTo>
                      <a:pt x="52712" y="49810"/>
                    </a:lnTo>
                    <a:lnTo>
                      <a:pt x="17747" y="49810"/>
                    </a:lnTo>
                    <a:lnTo>
                      <a:pt x="17747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34443"/>
                    </a:lnTo>
                    <a:lnTo>
                      <a:pt x="52447" y="34443"/>
                    </a:lnTo>
                    <a:lnTo>
                      <a:pt x="52447" y="265"/>
                    </a:lnTo>
                    <a:lnTo>
                      <a:pt x="70194" y="265"/>
                    </a:lnTo>
                    <a:lnTo>
                      <a:pt x="70194" y="84782"/>
                    </a:lnTo>
                    <a:lnTo>
                      <a:pt x="52712" y="8478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2" name="Полилиния 41"/>
              <p:cNvSpPr/>
              <p:nvPr/>
            </p:nvSpPr>
            <p:spPr bwMode="auto">
              <a:xfrm>
                <a:off x="11377386" y="386342"/>
                <a:ext cx="70988" cy="84517"/>
              </a:xfrm>
              <a:custGeom>
                <a:avLst/>
                <a:gdLst>
                  <a:gd name="connsiteX0" fmla="*/ 52977 w 70988"/>
                  <a:gd name="connsiteY0" fmla="*/ 84517 h 84517"/>
                  <a:gd name="connsiteX1" fmla="*/ 52977 w 70988"/>
                  <a:gd name="connsiteY1" fmla="*/ 31263 h 84517"/>
                  <a:gd name="connsiteX2" fmla="*/ 10331 w 70988"/>
                  <a:gd name="connsiteY2" fmla="*/ 84517 h 84517"/>
                  <a:gd name="connsiteX3" fmla="*/ 0 w 70988"/>
                  <a:gd name="connsiteY3" fmla="*/ 84517 h 84517"/>
                  <a:gd name="connsiteX4" fmla="*/ 0 w 70988"/>
                  <a:gd name="connsiteY4" fmla="*/ 0 h 84517"/>
                  <a:gd name="connsiteX5" fmla="*/ 17747 w 70988"/>
                  <a:gd name="connsiteY5" fmla="*/ 0 h 84517"/>
                  <a:gd name="connsiteX6" fmla="*/ 17747 w 70988"/>
                  <a:gd name="connsiteY6" fmla="*/ 53254 h 84517"/>
                  <a:gd name="connsiteX7" fmla="*/ 60393 w 70988"/>
                  <a:gd name="connsiteY7" fmla="*/ 0 h 84517"/>
                  <a:gd name="connsiteX8" fmla="*/ 70989 w 70988"/>
                  <a:gd name="connsiteY8" fmla="*/ 0 h 84517"/>
                  <a:gd name="connsiteX9" fmla="*/ 70989 w 70988"/>
                  <a:gd name="connsiteY9" fmla="*/ 84517 h 84517"/>
                  <a:gd name="connsiteX10" fmla="*/ 52977 w 70988"/>
                  <a:gd name="connsiteY10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988" h="84517" fill="norm" stroke="1" extrusionOk="0">
                    <a:moveTo>
                      <a:pt x="52977" y="84517"/>
                    </a:moveTo>
                    <a:lnTo>
                      <a:pt x="52977" y="31263"/>
                    </a:lnTo>
                    <a:lnTo>
                      <a:pt x="10331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53254"/>
                    </a:lnTo>
                    <a:lnTo>
                      <a:pt x="60393" y="0"/>
                    </a:lnTo>
                    <a:lnTo>
                      <a:pt x="70989" y="0"/>
                    </a:lnTo>
                    <a:lnTo>
                      <a:pt x="70989" y="84517"/>
                    </a:lnTo>
                    <a:lnTo>
                      <a:pt x="52977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3" name="Полилиния 42"/>
              <p:cNvSpPr/>
              <p:nvPr/>
            </p:nvSpPr>
            <p:spPr bwMode="auto">
              <a:xfrm>
                <a:off x="11462678" y="386607"/>
                <a:ext cx="71518" cy="84517"/>
              </a:xfrm>
              <a:custGeom>
                <a:avLst/>
                <a:gdLst>
                  <a:gd name="connsiteX0" fmla="*/ 53771 w 71518"/>
                  <a:gd name="connsiteY0" fmla="*/ 84252 h 84517"/>
                  <a:gd name="connsiteX1" fmla="*/ 53771 w 71518"/>
                  <a:gd name="connsiteY1" fmla="*/ 63587 h 84517"/>
                  <a:gd name="connsiteX2" fmla="*/ 43706 w 71518"/>
                  <a:gd name="connsiteY2" fmla="*/ 63587 h 84517"/>
                  <a:gd name="connsiteX3" fmla="*/ 25694 w 71518"/>
                  <a:gd name="connsiteY3" fmla="*/ 75774 h 84517"/>
                  <a:gd name="connsiteX4" fmla="*/ 19866 w 71518"/>
                  <a:gd name="connsiteY4" fmla="*/ 84252 h 84517"/>
                  <a:gd name="connsiteX5" fmla="*/ 0 w 71518"/>
                  <a:gd name="connsiteY5" fmla="*/ 84252 h 84517"/>
                  <a:gd name="connsiteX6" fmla="*/ 7682 w 71518"/>
                  <a:gd name="connsiteY6" fmla="*/ 73125 h 84517"/>
                  <a:gd name="connsiteX7" fmla="*/ 21191 w 71518"/>
                  <a:gd name="connsiteY7" fmla="*/ 58288 h 84517"/>
                  <a:gd name="connsiteX8" fmla="*/ 1854 w 71518"/>
                  <a:gd name="connsiteY8" fmla="*/ 31793 h 84517"/>
                  <a:gd name="connsiteX9" fmla="*/ 40792 w 71518"/>
                  <a:gd name="connsiteY9" fmla="*/ 0 h 84517"/>
                  <a:gd name="connsiteX10" fmla="*/ 71518 w 71518"/>
                  <a:gd name="connsiteY10" fmla="*/ 0 h 84517"/>
                  <a:gd name="connsiteX11" fmla="*/ 71518 w 71518"/>
                  <a:gd name="connsiteY11" fmla="*/ 84517 h 84517"/>
                  <a:gd name="connsiteX12" fmla="*/ 53771 w 71518"/>
                  <a:gd name="connsiteY12" fmla="*/ 84517 h 84517"/>
                  <a:gd name="connsiteX13" fmla="*/ 39203 w 71518"/>
                  <a:gd name="connsiteY13" fmla="*/ 15632 h 84517"/>
                  <a:gd name="connsiteX14" fmla="*/ 18542 w 71518"/>
                  <a:gd name="connsiteY14" fmla="*/ 31793 h 84517"/>
                  <a:gd name="connsiteX15" fmla="*/ 39203 w 71518"/>
                  <a:gd name="connsiteY15" fmla="*/ 47955 h 84517"/>
                  <a:gd name="connsiteX16" fmla="*/ 53771 w 71518"/>
                  <a:gd name="connsiteY16" fmla="*/ 47955 h 84517"/>
                  <a:gd name="connsiteX17" fmla="*/ 53771 w 71518"/>
                  <a:gd name="connsiteY17" fmla="*/ 15632 h 84517"/>
                  <a:gd name="connsiteX18" fmla="*/ 39203 w 71518"/>
                  <a:gd name="connsiteY18" fmla="*/ 15632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1518" h="84517" fill="norm" stroke="1" extrusionOk="0">
                    <a:moveTo>
                      <a:pt x="53771" y="84252"/>
                    </a:moveTo>
                    <a:lnTo>
                      <a:pt x="53771" y="63587"/>
                    </a:lnTo>
                    <a:lnTo>
                      <a:pt x="43706" y="63587"/>
                    </a:lnTo>
                    <a:cubicBezTo>
                      <a:pt x="34965" y="63852"/>
                      <a:pt x="32581" y="65706"/>
                      <a:pt x="25694" y="75774"/>
                    </a:cubicBezTo>
                    <a:lnTo>
                      <a:pt x="19866" y="84252"/>
                    </a:lnTo>
                    <a:lnTo>
                      <a:pt x="0" y="84252"/>
                    </a:lnTo>
                    <a:lnTo>
                      <a:pt x="7682" y="73125"/>
                    </a:lnTo>
                    <a:cubicBezTo>
                      <a:pt x="13244" y="64911"/>
                      <a:pt x="17217" y="60672"/>
                      <a:pt x="21191" y="58288"/>
                    </a:cubicBezTo>
                    <a:cubicBezTo>
                      <a:pt x="9006" y="53784"/>
                      <a:pt x="1854" y="44246"/>
                      <a:pt x="1854" y="31793"/>
                    </a:cubicBezTo>
                    <a:cubicBezTo>
                      <a:pt x="1854" y="14042"/>
                      <a:pt x="15628" y="0"/>
                      <a:pt x="40792" y="0"/>
                    </a:cubicBezTo>
                    <a:lnTo>
                      <a:pt x="71518" y="0"/>
                    </a:lnTo>
                    <a:lnTo>
                      <a:pt x="71518" y="84517"/>
                    </a:lnTo>
                    <a:lnTo>
                      <a:pt x="53771" y="84517"/>
                    </a:lnTo>
                    <a:close/>
                    <a:moveTo>
                      <a:pt x="39203" y="15632"/>
                    </a:moveTo>
                    <a:cubicBezTo>
                      <a:pt x="27548" y="15632"/>
                      <a:pt x="18542" y="20931"/>
                      <a:pt x="18542" y="31793"/>
                    </a:cubicBezTo>
                    <a:cubicBezTo>
                      <a:pt x="18542" y="43186"/>
                      <a:pt x="27548" y="47955"/>
                      <a:pt x="39203" y="47955"/>
                    </a:cubicBezTo>
                    <a:lnTo>
                      <a:pt x="53771" y="47955"/>
                    </a:lnTo>
                    <a:lnTo>
                      <a:pt x="53771" y="15632"/>
                    </a:lnTo>
                    <a:lnTo>
                      <a:pt x="39203" y="1563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4" name="Полилиния 43"/>
              <p:cNvSpPr/>
              <p:nvPr/>
            </p:nvSpPr>
            <p:spPr bwMode="auto">
              <a:xfrm>
                <a:off x="11549560" y="386342"/>
                <a:ext cx="85292" cy="84517"/>
              </a:xfrm>
              <a:custGeom>
                <a:avLst/>
                <a:gdLst>
                  <a:gd name="connsiteX0" fmla="*/ 14039 w 85292"/>
                  <a:gd name="connsiteY0" fmla="*/ 84517 h 84517"/>
                  <a:gd name="connsiteX1" fmla="*/ 32581 w 85292"/>
                  <a:gd name="connsiteY1" fmla="*/ 54049 h 84517"/>
                  <a:gd name="connsiteX2" fmla="*/ 0 w 85292"/>
                  <a:gd name="connsiteY2" fmla="*/ 0 h 84517"/>
                  <a:gd name="connsiteX3" fmla="*/ 20131 w 85292"/>
                  <a:gd name="connsiteY3" fmla="*/ 0 h 84517"/>
                  <a:gd name="connsiteX4" fmla="*/ 42646 w 85292"/>
                  <a:gd name="connsiteY4" fmla="*/ 36827 h 84517"/>
                  <a:gd name="connsiteX5" fmla="*/ 65161 w 85292"/>
                  <a:gd name="connsiteY5" fmla="*/ 0 h 84517"/>
                  <a:gd name="connsiteX6" fmla="*/ 85292 w 85292"/>
                  <a:gd name="connsiteY6" fmla="*/ 0 h 84517"/>
                  <a:gd name="connsiteX7" fmla="*/ 33905 w 85292"/>
                  <a:gd name="connsiteY7" fmla="*/ 84517 h 84517"/>
                  <a:gd name="connsiteX8" fmla="*/ 14039 w 85292"/>
                  <a:gd name="connsiteY8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5292" h="84517" fill="norm" stroke="1" extrusionOk="0">
                    <a:moveTo>
                      <a:pt x="14039" y="84517"/>
                    </a:moveTo>
                    <a:lnTo>
                      <a:pt x="32581" y="54049"/>
                    </a:lnTo>
                    <a:lnTo>
                      <a:pt x="0" y="0"/>
                    </a:lnTo>
                    <a:lnTo>
                      <a:pt x="20131" y="0"/>
                    </a:lnTo>
                    <a:lnTo>
                      <a:pt x="42646" y="36827"/>
                    </a:lnTo>
                    <a:lnTo>
                      <a:pt x="65161" y="0"/>
                    </a:lnTo>
                    <a:lnTo>
                      <a:pt x="85292" y="0"/>
                    </a:lnTo>
                    <a:lnTo>
                      <a:pt x="33905" y="84517"/>
                    </a:lnTo>
                    <a:lnTo>
                      <a:pt x="14039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45" name="Полилиния 44"/>
            <p:cNvSpPr/>
            <p:nvPr/>
          </p:nvSpPr>
          <p:spPr bwMode="auto">
            <a:xfrm>
              <a:off x="11153560" y="535241"/>
              <a:ext cx="292166" cy="193674"/>
            </a:xfrm>
            <a:custGeom>
              <a:avLst/>
              <a:gdLst>
                <a:gd name="connsiteX0" fmla="*/ 214291 w 292166"/>
                <a:gd name="connsiteY0" fmla="*/ 6889 h 193674"/>
                <a:gd name="connsiteX1" fmla="*/ 160784 w 292166"/>
                <a:gd name="connsiteY1" fmla="*/ 35768 h 193674"/>
                <a:gd name="connsiteX2" fmla="*/ 160784 w 292166"/>
                <a:gd name="connsiteY2" fmla="*/ 0 h 193674"/>
                <a:gd name="connsiteX3" fmla="*/ 130852 w 292166"/>
                <a:gd name="connsiteY3" fmla="*/ 0 h 193674"/>
                <a:gd name="connsiteX4" fmla="*/ 130852 w 292166"/>
                <a:gd name="connsiteY4" fmla="*/ 87167 h 193674"/>
                <a:gd name="connsiteX5" fmla="*/ 80525 w 292166"/>
                <a:gd name="connsiteY5" fmla="*/ 138831 h 193674"/>
                <a:gd name="connsiteX6" fmla="*/ 30197 w 292166"/>
                <a:gd name="connsiteY6" fmla="*/ 87167 h 193674"/>
                <a:gd name="connsiteX7" fmla="*/ 80525 w 292166"/>
                <a:gd name="connsiteY7" fmla="*/ 35238 h 193674"/>
                <a:gd name="connsiteX8" fmla="*/ 117873 w 292166"/>
                <a:gd name="connsiteY8" fmla="*/ 51664 h 193674"/>
                <a:gd name="connsiteX9" fmla="*/ 117873 w 292166"/>
                <a:gd name="connsiteY9" fmla="*/ 21196 h 193674"/>
                <a:gd name="connsiteX10" fmla="*/ 77611 w 292166"/>
                <a:gd name="connsiteY10" fmla="*/ 6889 h 193674"/>
                <a:gd name="connsiteX11" fmla="*/ 0 w 292166"/>
                <a:gd name="connsiteY11" fmla="*/ 86902 h 193674"/>
                <a:gd name="connsiteX12" fmla="*/ 77611 w 292166"/>
                <a:gd name="connsiteY12" fmla="*/ 166650 h 193674"/>
                <a:gd name="connsiteX13" fmla="*/ 131117 w 292166"/>
                <a:gd name="connsiteY13" fmla="*/ 138036 h 193674"/>
                <a:gd name="connsiteX14" fmla="*/ 131117 w 292166"/>
                <a:gd name="connsiteY14" fmla="*/ 193675 h 193674"/>
                <a:gd name="connsiteX15" fmla="*/ 161579 w 292166"/>
                <a:gd name="connsiteY15" fmla="*/ 193675 h 193674"/>
                <a:gd name="connsiteX16" fmla="*/ 161579 w 292166"/>
                <a:gd name="connsiteY16" fmla="*/ 82663 h 193674"/>
                <a:gd name="connsiteX17" fmla="*/ 161579 w 292166"/>
                <a:gd name="connsiteY17" fmla="*/ 82663 h 193674"/>
                <a:gd name="connsiteX18" fmla="*/ 211907 w 292166"/>
                <a:gd name="connsiteY18" fmla="*/ 34708 h 193674"/>
                <a:gd name="connsiteX19" fmla="*/ 262234 w 292166"/>
                <a:gd name="connsiteY19" fmla="*/ 86637 h 193674"/>
                <a:gd name="connsiteX20" fmla="*/ 211907 w 292166"/>
                <a:gd name="connsiteY20" fmla="*/ 138301 h 193674"/>
                <a:gd name="connsiteX21" fmla="*/ 175088 w 292166"/>
                <a:gd name="connsiteY21" fmla="*/ 122404 h 193674"/>
                <a:gd name="connsiteX22" fmla="*/ 175088 w 292166"/>
                <a:gd name="connsiteY22" fmla="*/ 153138 h 193674"/>
                <a:gd name="connsiteX23" fmla="*/ 214820 w 292166"/>
                <a:gd name="connsiteY23" fmla="*/ 166650 h 193674"/>
                <a:gd name="connsiteX24" fmla="*/ 292166 w 292166"/>
                <a:gd name="connsiteY24" fmla="*/ 86902 h 193674"/>
                <a:gd name="connsiteX25" fmla="*/ 214291 w 292166"/>
                <a:gd name="connsiteY25" fmla="*/ 6889 h 193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92166" h="193674" fill="norm" stroke="1" extrusionOk="0">
                  <a:moveTo>
                    <a:pt x="214291" y="6889"/>
                  </a:moveTo>
                  <a:cubicBezTo>
                    <a:pt x="191246" y="6889"/>
                    <a:pt x="171380" y="18811"/>
                    <a:pt x="160784" y="35768"/>
                  </a:cubicBezTo>
                  <a:lnTo>
                    <a:pt x="160784" y="0"/>
                  </a:lnTo>
                  <a:lnTo>
                    <a:pt x="130852" y="0"/>
                  </a:lnTo>
                  <a:lnTo>
                    <a:pt x="130852" y="87167"/>
                  </a:lnTo>
                  <a:cubicBezTo>
                    <a:pt x="130852" y="117106"/>
                    <a:pt x="108602" y="138831"/>
                    <a:pt x="80525" y="138831"/>
                  </a:cubicBezTo>
                  <a:cubicBezTo>
                    <a:pt x="52182" y="138831"/>
                    <a:pt x="30197" y="117106"/>
                    <a:pt x="30197" y="87167"/>
                  </a:cubicBezTo>
                  <a:cubicBezTo>
                    <a:pt x="30197" y="57228"/>
                    <a:pt x="52447" y="35238"/>
                    <a:pt x="80525" y="35238"/>
                  </a:cubicBezTo>
                  <a:cubicBezTo>
                    <a:pt x="95358" y="35238"/>
                    <a:pt x="108602" y="41331"/>
                    <a:pt x="117873" y="51664"/>
                  </a:cubicBezTo>
                  <a:lnTo>
                    <a:pt x="117873" y="21196"/>
                  </a:lnTo>
                  <a:cubicBezTo>
                    <a:pt x="107013" y="12452"/>
                    <a:pt x="92974" y="6889"/>
                    <a:pt x="77611" y="6889"/>
                  </a:cubicBezTo>
                  <a:cubicBezTo>
                    <a:pt x="31256" y="6889"/>
                    <a:pt x="0" y="42391"/>
                    <a:pt x="0" y="86902"/>
                  </a:cubicBezTo>
                  <a:cubicBezTo>
                    <a:pt x="0" y="131413"/>
                    <a:pt x="31256" y="166650"/>
                    <a:pt x="77611" y="166650"/>
                  </a:cubicBezTo>
                  <a:cubicBezTo>
                    <a:pt x="100656" y="166650"/>
                    <a:pt x="120522" y="154993"/>
                    <a:pt x="131117" y="138036"/>
                  </a:cubicBezTo>
                  <a:lnTo>
                    <a:pt x="131117" y="193675"/>
                  </a:lnTo>
                  <a:lnTo>
                    <a:pt x="161579" y="193675"/>
                  </a:lnTo>
                  <a:lnTo>
                    <a:pt x="161579" y="82663"/>
                  </a:lnTo>
                  <a:lnTo>
                    <a:pt x="161579" y="82663"/>
                  </a:lnTo>
                  <a:cubicBezTo>
                    <a:pt x="163433" y="54844"/>
                    <a:pt x="184888" y="34708"/>
                    <a:pt x="211907" y="34708"/>
                  </a:cubicBezTo>
                  <a:cubicBezTo>
                    <a:pt x="240249" y="34708"/>
                    <a:pt x="262234" y="56698"/>
                    <a:pt x="262234" y="86637"/>
                  </a:cubicBezTo>
                  <a:cubicBezTo>
                    <a:pt x="262234" y="116576"/>
                    <a:pt x="239984" y="138301"/>
                    <a:pt x="211907" y="138301"/>
                  </a:cubicBezTo>
                  <a:cubicBezTo>
                    <a:pt x="197073" y="138301"/>
                    <a:pt x="184094" y="132207"/>
                    <a:pt x="175088" y="122404"/>
                  </a:cubicBezTo>
                  <a:lnTo>
                    <a:pt x="175088" y="153138"/>
                  </a:lnTo>
                  <a:cubicBezTo>
                    <a:pt x="185683" y="161351"/>
                    <a:pt x="199457" y="166650"/>
                    <a:pt x="214820" y="166650"/>
                  </a:cubicBezTo>
                  <a:cubicBezTo>
                    <a:pt x="260910" y="166650"/>
                    <a:pt x="292166" y="131413"/>
                    <a:pt x="292166" y="86902"/>
                  </a:cubicBezTo>
                  <a:cubicBezTo>
                    <a:pt x="291636" y="42391"/>
                    <a:pt x="260115" y="6889"/>
                    <a:pt x="214291" y="6889"/>
                  </a:cubicBezTo>
                  <a:close/>
                </a:path>
              </a:pathLst>
            </a:custGeom>
            <a:solidFill>
              <a:srgbClr val="0061AF"/>
            </a:solidFill>
            <a:ln w="2647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устой слайд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 bwMode="auto"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fld id="{14D38384-7A71-42FD-A8FA-E9EF1AAD0FA2}" type="slidenum">
              <a:rPr lang="ru-RU" sz="1400">
                <a:solidFill>
                  <a:srgbClr val="8F9092"/>
                </a:solidFill>
                <a:latin typeface="Montserrat"/>
              </a:rPr>
              <a:t/>
            </a:fld>
            <a:endParaRPr lang="ru-RU" sz="1400">
              <a:solidFill>
                <a:srgbClr val="8F9092"/>
              </a:solidFill>
              <a:latin typeface="Montserrat"/>
            </a:endParaRPr>
          </a:p>
        </p:txBody>
      </p:sp>
      <p:grpSp>
        <p:nvGrpSpPr>
          <p:cNvPr id="2" name="Рисунок 4"/>
          <p:cNvGrpSpPr/>
          <p:nvPr/>
        </p:nvGrpSpPr>
        <p:grpSpPr bwMode="auto">
          <a:xfrm>
            <a:off x="9874174" y="-127650"/>
            <a:ext cx="1760679" cy="1190926"/>
            <a:chOff x="9874174" y="-127650"/>
            <a:chExt cx="1760679" cy="1190926"/>
          </a:xfrm>
        </p:grpSpPr>
        <p:grpSp>
          <p:nvGrpSpPr>
            <p:cNvPr id="3" name="Рисунок 4"/>
            <p:cNvGrpSpPr/>
            <p:nvPr/>
          </p:nvGrpSpPr>
          <p:grpSpPr bwMode="auto">
            <a:xfrm>
              <a:off x="10243400" y="326271"/>
              <a:ext cx="856918" cy="737004"/>
              <a:chOff x="10243400" y="326271"/>
              <a:chExt cx="856918" cy="737004"/>
            </a:xfrm>
            <a:solidFill>
              <a:srgbClr val="DDDFDF"/>
            </a:solidFill>
          </p:grpSpPr>
          <p:sp>
            <p:nvSpPr>
              <p:cNvPr id="4" name="Полилиния 3"/>
              <p:cNvSpPr/>
              <p:nvPr/>
            </p:nvSpPr>
            <p:spPr bwMode="auto">
              <a:xfrm>
                <a:off x="10262492" y="722027"/>
                <a:ext cx="86086" cy="130352"/>
              </a:xfrm>
              <a:custGeom>
                <a:avLst/>
                <a:gdLst>
                  <a:gd name="connsiteX0" fmla="*/ 86087 w 86087"/>
                  <a:gd name="connsiteY0" fmla="*/ 0 h 130352"/>
                  <a:gd name="connsiteX1" fmla="*/ 0 w 86087"/>
                  <a:gd name="connsiteY1" fmla="*/ 78424 h 130352"/>
                  <a:gd name="connsiteX2" fmla="*/ 42381 w 86087"/>
                  <a:gd name="connsiteY2" fmla="*/ 130353 h 130352"/>
                  <a:gd name="connsiteX3" fmla="*/ 85557 w 86087"/>
                  <a:gd name="connsiteY3" fmla="*/ 87962 h 130352"/>
                  <a:gd name="connsiteX4" fmla="*/ 86087 w 86087"/>
                  <a:gd name="connsiteY4" fmla="*/ 0 h 130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6087" h="130352" fill="norm" stroke="1" extrusionOk="0">
                    <a:moveTo>
                      <a:pt x="86087" y="0"/>
                    </a:moveTo>
                    <a:lnTo>
                      <a:pt x="0" y="78424"/>
                    </a:lnTo>
                    <a:cubicBezTo>
                      <a:pt x="13244" y="96440"/>
                      <a:pt x="27283" y="113926"/>
                      <a:pt x="42381" y="130353"/>
                    </a:cubicBezTo>
                    <a:lnTo>
                      <a:pt x="85557" y="87962"/>
                    </a:lnTo>
                    <a:cubicBezTo>
                      <a:pt x="84498" y="56433"/>
                      <a:pt x="84763" y="27289"/>
                      <a:pt x="86087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6" name="Полилиния 5"/>
              <p:cNvSpPr/>
              <p:nvPr/>
            </p:nvSpPr>
            <p:spPr bwMode="auto">
              <a:xfrm>
                <a:off x="10243400" y="599623"/>
                <a:ext cx="119748" cy="188375"/>
              </a:xfrm>
              <a:custGeom>
                <a:avLst/>
                <a:gdLst>
                  <a:gd name="connsiteX0" fmla="*/ 119748 w 119748"/>
                  <a:gd name="connsiteY0" fmla="*/ 0 h 188375"/>
                  <a:gd name="connsiteX1" fmla="*/ 815 w 119748"/>
                  <a:gd name="connsiteY1" fmla="*/ 102004 h 188375"/>
                  <a:gd name="connsiteX2" fmla="*/ 2670 w 119748"/>
                  <a:gd name="connsiteY2" fmla="*/ 177778 h 188375"/>
                  <a:gd name="connsiteX3" fmla="*/ 9821 w 119748"/>
                  <a:gd name="connsiteY3" fmla="*/ 188376 h 188375"/>
                  <a:gd name="connsiteX4" fmla="*/ 106504 w 119748"/>
                  <a:gd name="connsiteY4" fmla="*/ 100414 h 188375"/>
                  <a:gd name="connsiteX5" fmla="*/ 119748 w 119748"/>
                  <a:gd name="connsiteY5" fmla="*/ 0 h 18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48" h="188375" fill="norm" stroke="1" extrusionOk="0">
                    <a:moveTo>
                      <a:pt x="119748" y="0"/>
                    </a:moveTo>
                    <a:lnTo>
                      <a:pt x="815" y="102004"/>
                    </a:lnTo>
                    <a:cubicBezTo>
                      <a:pt x="-774" y="128233"/>
                      <a:pt x="21" y="153403"/>
                      <a:pt x="2670" y="177778"/>
                    </a:cubicBezTo>
                    <a:cubicBezTo>
                      <a:pt x="5054" y="181222"/>
                      <a:pt x="7438" y="184931"/>
                      <a:pt x="9821" y="188376"/>
                    </a:cubicBezTo>
                    <a:lnTo>
                      <a:pt x="106504" y="100414"/>
                    </a:lnTo>
                    <a:cubicBezTo>
                      <a:pt x="109418" y="61997"/>
                      <a:pt x="114185" y="28614"/>
                      <a:pt x="119748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7" name="Полилиния 6"/>
              <p:cNvSpPr/>
              <p:nvPr/>
            </p:nvSpPr>
            <p:spPr bwMode="auto">
              <a:xfrm>
                <a:off x="10315469" y="830919"/>
                <a:ext cx="39202" cy="70740"/>
              </a:xfrm>
              <a:custGeom>
                <a:avLst/>
                <a:gdLst>
                  <a:gd name="connsiteX0" fmla="*/ 0 w 39202"/>
                  <a:gd name="connsiteY0" fmla="*/ 32853 h 70740"/>
                  <a:gd name="connsiteX1" fmla="*/ 39203 w 39202"/>
                  <a:gd name="connsiteY1" fmla="*/ 70740 h 70740"/>
                  <a:gd name="connsiteX2" fmla="*/ 33375 w 39202"/>
                  <a:gd name="connsiteY2" fmla="*/ 0 h 70740"/>
                  <a:gd name="connsiteX3" fmla="*/ 0 w 39202"/>
                  <a:gd name="connsiteY3" fmla="*/ 32853 h 707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202" h="70740" fill="norm" stroke="1" extrusionOk="0">
                    <a:moveTo>
                      <a:pt x="0" y="32853"/>
                    </a:moveTo>
                    <a:cubicBezTo>
                      <a:pt x="12450" y="46100"/>
                      <a:pt x="25694" y="58553"/>
                      <a:pt x="39203" y="70740"/>
                    </a:cubicBezTo>
                    <a:cubicBezTo>
                      <a:pt x="36554" y="46100"/>
                      <a:pt x="34700" y="22520"/>
                      <a:pt x="33375" y="0"/>
                    </a:cubicBezTo>
                    <a:lnTo>
                      <a:pt x="0" y="32853"/>
                    </a:ln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8" name="Полилиния 7"/>
              <p:cNvSpPr/>
              <p:nvPr/>
            </p:nvSpPr>
            <p:spPr bwMode="auto">
              <a:xfrm>
                <a:off x="10246070" y="447544"/>
                <a:ext cx="167671" cy="231826"/>
              </a:xfrm>
              <a:custGeom>
                <a:avLst/>
                <a:gdLst>
                  <a:gd name="connsiteX0" fmla="*/ 123436 w 167671"/>
                  <a:gd name="connsiteY0" fmla="*/ 122404 h 231826"/>
                  <a:gd name="connsiteX1" fmla="*/ 167671 w 167671"/>
                  <a:gd name="connsiteY1" fmla="*/ 0 h 231826"/>
                  <a:gd name="connsiteX2" fmla="*/ 29402 w 167671"/>
                  <a:gd name="connsiteY2" fmla="*/ 113661 h 231826"/>
                  <a:gd name="connsiteX3" fmla="*/ 0 w 167671"/>
                  <a:gd name="connsiteY3" fmla="*/ 231827 h 231826"/>
                  <a:gd name="connsiteX4" fmla="*/ 122376 w 167671"/>
                  <a:gd name="connsiteY4" fmla="*/ 126644 h 231826"/>
                  <a:gd name="connsiteX5" fmla="*/ 123436 w 167671"/>
                  <a:gd name="connsiteY5" fmla="*/ 122404 h 231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7671" h="231826" fill="norm" stroke="1" extrusionOk="0">
                    <a:moveTo>
                      <a:pt x="123436" y="122404"/>
                    </a:moveTo>
                    <a:cubicBezTo>
                      <a:pt x="136945" y="66236"/>
                      <a:pt x="154162" y="25965"/>
                      <a:pt x="167671" y="0"/>
                    </a:cubicBezTo>
                    <a:lnTo>
                      <a:pt x="29402" y="113661"/>
                    </a:lnTo>
                    <a:cubicBezTo>
                      <a:pt x="13509" y="154728"/>
                      <a:pt x="4238" y="194204"/>
                      <a:pt x="0" y="231827"/>
                    </a:cubicBezTo>
                    <a:lnTo>
                      <a:pt x="122376" y="126644"/>
                    </a:lnTo>
                    <a:cubicBezTo>
                      <a:pt x="122906" y="125319"/>
                      <a:pt x="123171" y="123994"/>
                      <a:pt x="123436" y="122404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9" name="Полилиния 8"/>
              <p:cNvSpPr/>
              <p:nvPr/>
            </p:nvSpPr>
            <p:spPr bwMode="auto">
              <a:xfrm>
                <a:off x="10288451" y="387402"/>
                <a:ext cx="135090" cy="143070"/>
              </a:xfrm>
              <a:custGeom>
                <a:avLst/>
                <a:gdLst>
                  <a:gd name="connsiteX0" fmla="*/ 90060 w 135090"/>
                  <a:gd name="connsiteY0" fmla="*/ 0 h 143070"/>
                  <a:gd name="connsiteX1" fmla="*/ 0 w 135090"/>
                  <a:gd name="connsiteY1" fmla="*/ 143070 h 143070"/>
                  <a:gd name="connsiteX2" fmla="*/ 135090 w 135090"/>
                  <a:gd name="connsiteY2" fmla="*/ 32058 h 143070"/>
                  <a:gd name="connsiteX3" fmla="*/ 90060 w 135090"/>
                  <a:gd name="connsiteY3" fmla="*/ 0 h 143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090" h="143070" fill="norm" stroke="1" extrusionOk="0">
                    <a:moveTo>
                      <a:pt x="90060" y="0"/>
                    </a:moveTo>
                    <a:cubicBezTo>
                      <a:pt x="50328" y="49280"/>
                      <a:pt x="20926" y="96970"/>
                      <a:pt x="0" y="143070"/>
                    </a:cubicBezTo>
                    <a:lnTo>
                      <a:pt x="135090" y="32058"/>
                    </a:lnTo>
                    <a:cubicBezTo>
                      <a:pt x="119462" y="23845"/>
                      <a:pt x="104364" y="12982"/>
                      <a:pt x="90060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0" name="Полилиния 9"/>
              <p:cNvSpPr/>
              <p:nvPr/>
            </p:nvSpPr>
            <p:spPr bwMode="auto">
              <a:xfrm>
                <a:off x="10362738" y="326271"/>
                <a:ext cx="737580" cy="737004"/>
              </a:xfrm>
              <a:custGeom>
                <a:avLst/>
                <a:gdLst>
                  <a:gd name="connsiteX0" fmla="*/ 621827 w 737580"/>
                  <a:gd name="connsiteY0" fmla="*/ 160220 h 737004"/>
                  <a:gd name="connsiteX1" fmla="*/ 624211 w 737580"/>
                  <a:gd name="connsiteY1" fmla="*/ 157571 h 737004"/>
                  <a:gd name="connsiteX2" fmla="*/ 728045 w 737580"/>
                  <a:gd name="connsiteY2" fmla="*/ 157571 h 737004"/>
                  <a:gd name="connsiteX3" fmla="*/ 737581 w 737580"/>
                  <a:gd name="connsiteY3" fmla="*/ 137700 h 737004"/>
                  <a:gd name="connsiteX4" fmla="*/ 724072 w 737580"/>
                  <a:gd name="connsiteY4" fmla="*/ 49738 h 737004"/>
                  <a:gd name="connsiteX5" fmla="*/ 627654 w 737580"/>
                  <a:gd name="connsiteY5" fmla="*/ 28808 h 737004"/>
                  <a:gd name="connsiteX6" fmla="*/ 581564 w 737580"/>
                  <a:gd name="connsiteY6" fmla="*/ 36756 h 737004"/>
                  <a:gd name="connsiteX7" fmla="*/ 444885 w 737580"/>
                  <a:gd name="connsiteY7" fmla="*/ 36756 h 737004"/>
                  <a:gd name="connsiteX8" fmla="*/ 388464 w 737580"/>
                  <a:gd name="connsiteY8" fmla="*/ 8672 h 737004"/>
                  <a:gd name="connsiteX9" fmla="*/ 224502 w 737580"/>
                  <a:gd name="connsiteY9" fmla="*/ 8672 h 737004"/>
                  <a:gd name="connsiteX10" fmla="*/ 26104 w 737580"/>
                  <a:gd name="connsiteY10" fmla="*/ 49473 h 737004"/>
                  <a:gd name="connsiteX11" fmla="*/ 162519 w 737580"/>
                  <a:gd name="connsiteY11" fmla="*/ 97693 h 737004"/>
                  <a:gd name="connsiteX12" fmla="*/ 164373 w 737580"/>
                  <a:gd name="connsiteY12" fmla="*/ 113060 h 737004"/>
                  <a:gd name="connsiteX13" fmla="*/ 143712 w 737580"/>
                  <a:gd name="connsiteY13" fmla="*/ 114385 h 737004"/>
                  <a:gd name="connsiteX14" fmla="*/ 80140 w 737580"/>
                  <a:gd name="connsiteY14" fmla="*/ 102197 h 737004"/>
                  <a:gd name="connsiteX15" fmla="*/ 21336 w 737580"/>
                  <a:gd name="connsiteY15" fmla="*/ 248712 h 737004"/>
                  <a:gd name="connsiteX16" fmla="*/ 9152 w 737580"/>
                  <a:gd name="connsiteY16" fmla="*/ 590226 h 737004"/>
                  <a:gd name="connsiteX17" fmla="*/ 418131 w 737580"/>
                  <a:gd name="connsiteY17" fmla="*/ 737005 h 737004"/>
                  <a:gd name="connsiteX18" fmla="*/ 612821 w 737580"/>
                  <a:gd name="connsiteY18" fmla="*/ 707066 h 737004"/>
                  <a:gd name="connsiteX19" fmla="*/ 468459 w 737580"/>
                  <a:gd name="connsiteY19" fmla="*/ 341443 h 737004"/>
                  <a:gd name="connsiteX20" fmla="*/ 434289 w 737580"/>
                  <a:gd name="connsiteY20" fmla="*/ 371646 h 737004"/>
                  <a:gd name="connsiteX21" fmla="*/ 182120 w 737580"/>
                  <a:gd name="connsiteY21" fmla="*/ 371116 h 737004"/>
                  <a:gd name="connsiteX22" fmla="*/ 90471 w 737580"/>
                  <a:gd name="connsiteY22" fmla="*/ 261959 h 737004"/>
                  <a:gd name="connsiteX23" fmla="*/ 102391 w 737580"/>
                  <a:gd name="connsiteY23" fmla="*/ 251891 h 737004"/>
                  <a:gd name="connsiteX24" fmla="*/ 189537 w 737580"/>
                  <a:gd name="connsiteY24" fmla="*/ 355750 h 737004"/>
                  <a:gd name="connsiteX25" fmla="*/ 428462 w 737580"/>
                  <a:gd name="connsiteY25" fmla="*/ 356279 h 737004"/>
                  <a:gd name="connsiteX26" fmla="*/ 546600 w 737580"/>
                  <a:gd name="connsiteY26" fmla="*/ 251626 h 737004"/>
                  <a:gd name="connsiteX27" fmla="*/ 510046 w 737580"/>
                  <a:gd name="connsiteY27" fmla="*/ 199432 h 737004"/>
                  <a:gd name="connsiteX28" fmla="*/ 510046 w 737580"/>
                  <a:gd name="connsiteY28" fmla="*/ 82327 h 737004"/>
                  <a:gd name="connsiteX29" fmla="*/ 525674 w 737580"/>
                  <a:gd name="connsiteY29" fmla="*/ 82327 h 737004"/>
                  <a:gd name="connsiteX30" fmla="*/ 525674 w 737580"/>
                  <a:gd name="connsiteY30" fmla="*/ 194398 h 737004"/>
                  <a:gd name="connsiteX31" fmla="*/ 558255 w 737580"/>
                  <a:gd name="connsiteY31" fmla="*/ 241293 h 737004"/>
                  <a:gd name="connsiteX32" fmla="*/ 558255 w 737580"/>
                  <a:gd name="connsiteY32" fmla="*/ 241293 h 737004"/>
                  <a:gd name="connsiteX33" fmla="*/ 559314 w 737580"/>
                  <a:gd name="connsiteY33" fmla="*/ 242618 h 737004"/>
                  <a:gd name="connsiteX34" fmla="*/ 562493 w 737580"/>
                  <a:gd name="connsiteY34" fmla="*/ 239439 h 737004"/>
                  <a:gd name="connsiteX35" fmla="*/ 691226 w 737580"/>
                  <a:gd name="connsiteY35" fmla="*/ 239439 h 737004"/>
                  <a:gd name="connsiteX36" fmla="*/ 723542 w 737580"/>
                  <a:gd name="connsiteY36" fmla="*/ 207116 h 737004"/>
                  <a:gd name="connsiteX37" fmla="*/ 706059 w 737580"/>
                  <a:gd name="connsiteY37" fmla="*/ 189629 h 737004"/>
                  <a:gd name="connsiteX38" fmla="*/ 706059 w 737580"/>
                  <a:gd name="connsiteY38" fmla="*/ 173468 h 737004"/>
                  <a:gd name="connsiteX39" fmla="*/ 630303 w 737580"/>
                  <a:gd name="connsiteY39" fmla="*/ 173468 h 737004"/>
                  <a:gd name="connsiteX40" fmla="*/ 564082 w 737580"/>
                  <a:gd name="connsiteY40" fmla="*/ 208175 h 737004"/>
                  <a:gd name="connsiteX41" fmla="*/ 563023 w 737580"/>
                  <a:gd name="connsiteY41" fmla="*/ 200492 h 737004"/>
                  <a:gd name="connsiteX42" fmla="*/ 561963 w 737580"/>
                  <a:gd name="connsiteY42" fmla="*/ 192809 h 737004"/>
                  <a:gd name="connsiteX43" fmla="*/ 621827 w 737580"/>
                  <a:gd name="connsiteY43" fmla="*/ 160220 h 737004"/>
                  <a:gd name="connsiteX44" fmla="*/ 637984 w 737580"/>
                  <a:gd name="connsiteY44" fmla="*/ 50003 h 737004"/>
                  <a:gd name="connsiteX45" fmla="*/ 657056 w 737580"/>
                  <a:gd name="connsiteY45" fmla="*/ 73054 h 737004"/>
                  <a:gd name="connsiteX46" fmla="*/ 706854 w 737580"/>
                  <a:gd name="connsiteY46" fmla="*/ 73054 h 737004"/>
                  <a:gd name="connsiteX47" fmla="*/ 706854 w 737580"/>
                  <a:gd name="connsiteY47" fmla="*/ 88685 h 737004"/>
                  <a:gd name="connsiteX48" fmla="*/ 649904 w 737580"/>
                  <a:gd name="connsiteY48" fmla="*/ 88685 h 737004"/>
                  <a:gd name="connsiteX49" fmla="*/ 626065 w 737580"/>
                  <a:gd name="connsiteY49" fmla="*/ 60071 h 737004"/>
                  <a:gd name="connsiteX50" fmla="*/ 637984 w 737580"/>
                  <a:gd name="connsiteY50" fmla="*/ 50003 h 737004"/>
                  <a:gd name="connsiteX51" fmla="*/ 332839 w 737580"/>
                  <a:gd name="connsiteY51" fmla="*/ 118359 h 737004"/>
                  <a:gd name="connsiteX52" fmla="*/ 297874 w 737580"/>
                  <a:gd name="connsiteY52" fmla="*/ 83386 h 737004"/>
                  <a:gd name="connsiteX53" fmla="*/ 332839 w 737580"/>
                  <a:gd name="connsiteY53" fmla="*/ 48414 h 737004"/>
                  <a:gd name="connsiteX54" fmla="*/ 367804 w 737580"/>
                  <a:gd name="connsiteY54" fmla="*/ 83386 h 737004"/>
                  <a:gd name="connsiteX55" fmla="*/ 332839 w 737580"/>
                  <a:gd name="connsiteY55" fmla="*/ 118359 h 737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737580" h="737004" fill="norm" stroke="1" extrusionOk="0">
                    <a:moveTo>
                      <a:pt x="621827" y="160220"/>
                    </a:moveTo>
                    <a:lnTo>
                      <a:pt x="624211" y="157571"/>
                    </a:lnTo>
                    <a:lnTo>
                      <a:pt x="728045" y="157571"/>
                    </a:lnTo>
                    <a:lnTo>
                      <a:pt x="737581" y="137700"/>
                    </a:lnTo>
                    <a:lnTo>
                      <a:pt x="724072" y="49738"/>
                    </a:lnTo>
                    <a:lnTo>
                      <a:pt x="627654" y="28808"/>
                    </a:lnTo>
                    <a:lnTo>
                      <a:pt x="581564" y="36756"/>
                    </a:lnTo>
                    <a:lnTo>
                      <a:pt x="444885" y="36756"/>
                    </a:lnTo>
                    <a:lnTo>
                      <a:pt x="388464" y="8672"/>
                    </a:lnTo>
                    <a:lnTo>
                      <a:pt x="224502" y="8672"/>
                    </a:lnTo>
                    <a:cubicBezTo>
                      <a:pt x="113516" y="-20472"/>
                      <a:pt x="45176" y="31722"/>
                      <a:pt x="26104" y="49473"/>
                    </a:cubicBezTo>
                    <a:cubicBezTo>
                      <a:pt x="67161" y="87096"/>
                      <a:pt x="112986" y="103257"/>
                      <a:pt x="162519" y="97693"/>
                    </a:cubicBezTo>
                    <a:lnTo>
                      <a:pt x="164373" y="113060"/>
                    </a:lnTo>
                    <a:cubicBezTo>
                      <a:pt x="157486" y="113855"/>
                      <a:pt x="150599" y="114385"/>
                      <a:pt x="143712" y="114385"/>
                    </a:cubicBezTo>
                    <a:cubicBezTo>
                      <a:pt x="121992" y="114385"/>
                      <a:pt x="100536" y="110146"/>
                      <a:pt x="80140" y="102197"/>
                    </a:cubicBezTo>
                    <a:cubicBezTo>
                      <a:pt x="68750" y="119419"/>
                      <a:pt x="40938" y="167109"/>
                      <a:pt x="21336" y="248712"/>
                    </a:cubicBezTo>
                    <a:cubicBezTo>
                      <a:pt x="3589" y="322102"/>
                      <a:pt x="-9655" y="435498"/>
                      <a:pt x="9152" y="590226"/>
                    </a:cubicBezTo>
                    <a:cubicBezTo>
                      <a:pt x="120403" y="681897"/>
                      <a:pt x="262910" y="737005"/>
                      <a:pt x="418131" y="737005"/>
                    </a:cubicBezTo>
                    <a:cubicBezTo>
                      <a:pt x="485941" y="737005"/>
                      <a:pt x="551368" y="726407"/>
                      <a:pt x="612821" y="707066"/>
                    </a:cubicBezTo>
                    <a:lnTo>
                      <a:pt x="468459" y="341443"/>
                    </a:lnTo>
                    <a:lnTo>
                      <a:pt x="434289" y="371646"/>
                    </a:lnTo>
                    <a:lnTo>
                      <a:pt x="182120" y="371116"/>
                    </a:lnTo>
                    <a:lnTo>
                      <a:pt x="90471" y="261959"/>
                    </a:lnTo>
                    <a:lnTo>
                      <a:pt x="102391" y="251891"/>
                    </a:lnTo>
                    <a:lnTo>
                      <a:pt x="189537" y="355750"/>
                    </a:lnTo>
                    <a:lnTo>
                      <a:pt x="428462" y="356279"/>
                    </a:lnTo>
                    <a:lnTo>
                      <a:pt x="546600" y="251626"/>
                    </a:lnTo>
                    <a:lnTo>
                      <a:pt x="510046" y="199432"/>
                    </a:lnTo>
                    <a:lnTo>
                      <a:pt x="510046" y="82327"/>
                    </a:lnTo>
                    <a:lnTo>
                      <a:pt x="525674" y="82327"/>
                    </a:lnTo>
                    <a:lnTo>
                      <a:pt x="525674" y="194398"/>
                    </a:lnTo>
                    <a:lnTo>
                      <a:pt x="558255" y="241293"/>
                    </a:lnTo>
                    <a:lnTo>
                      <a:pt x="558255" y="241293"/>
                    </a:lnTo>
                    <a:lnTo>
                      <a:pt x="559314" y="242618"/>
                    </a:lnTo>
                    <a:lnTo>
                      <a:pt x="562493" y="239439"/>
                    </a:lnTo>
                    <a:lnTo>
                      <a:pt x="691226" y="239439"/>
                    </a:lnTo>
                    <a:lnTo>
                      <a:pt x="723542" y="207116"/>
                    </a:lnTo>
                    <a:lnTo>
                      <a:pt x="706059" y="189629"/>
                    </a:lnTo>
                    <a:lnTo>
                      <a:pt x="706059" y="173468"/>
                    </a:lnTo>
                    <a:lnTo>
                      <a:pt x="630303" y="173468"/>
                    </a:lnTo>
                    <a:cubicBezTo>
                      <a:pt x="603285" y="202347"/>
                      <a:pt x="565671" y="207910"/>
                      <a:pt x="564082" y="208175"/>
                    </a:cubicBezTo>
                    <a:lnTo>
                      <a:pt x="563023" y="200492"/>
                    </a:lnTo>
                    <a:lnTo>
                      <a:pt x="561963" y="192809"/>
                    </a:lnTo>
                    <a:cubicBezTo>
                      <a:pt x="563023" y="192279"/>
                      <a:pt x="598517" y="186980"/>
                      <a:pt x="621827" y="160220"/>
                    </a:cubicBezTo>
                    <a:close/>
                    <a:moveTo>
                      <a:pt x="637984" y="50003"/>
                    </a:moveTo>
                    <a:lnTo>
                      <a:pt x="657056" y="73054"/>
                    </a:lnTo>
                    <a:lnTo>
                      <a:pt x="706854" y="73054"/>
                    </a:lnTo>
                    <a:lnTo>
                      <a:pt x="706854" y="88685"/>
                    </a:lnTo>
                    <a:lnTo>
                      <a:pt x="649904" y="88685"/>
                    </a:lnTo>
                    <a:lnTo>
                      <a:pt x="626065" y="60071"/>
                    </a:lnTo>
                    <a:lnTo>
                      <a:pt x="637984" y="50003"/>
                    </a:lnTo>
                    <a:close/>
                    <a:moveTo>
                      <a:pt x="332839" y="118359"/>
                    </a:moveTo>
                    <a:cubicBezTo>
                      <a:pt x="313502" y="118359"/>
                      <a:pt x="297874" y="102727"/>
                      <a:pt x="297874" y="83386"/>
                    </a:cubicBezTo>
                    <a:cubicBezTo>
                      <a:pt x="297874" y="64045"/>
                      <a:pt x="313502" y="48414"/>
                      <a:pt x="332839" y="48414"/>
                    </a:cubicBezTo>
                    <a:cubicBezTo>
                      <a:pt x="352175" y="48414"/>
                      <a:pt x="367804" y="64045"/>
                      <a:pt x="367804" y="83386"/>
                    </a:cubicBezTo>
                    <a:cubicBezTo>
                      <a:pt x="367804" y="102727"/>
                      <a:pt x="352175" y="118359"/>
                      <a:pt x="332839" y="118359"/>
                    </a:cubicBezTo>
                    <a:close/>
                  </a:path>
                </a:pathLst>
              </a:custGeom>
              <a:solidFill>
                <a:srgbClr val="DDDFD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12" name="Рисунок 4"/>
            <p:cNvGrpSpPr/>
            <p:nvPr/>
          </p:nvGrpSpPr>
          <p:grpSpPr bwMode="auto">
            <a:xfrm>
              <a:off x="9874174" y="-127650"/>
              <a:ext cx="1041093" cy="762245"/>
              <a:chOff x="9874174" y="-127650"/>
              <a:chExt cx="1041093" cy="762245"/>
            </a:xfrm>
            <a:solidFill>
              <a:srgbClr val="0061AF"/>
            </a:solidFill>
          </p:grpSpPr>
          <p:grpSp>
            <p:nvGrpSpPr>
              <p:cNvPr id="13" name="Рисунок 4"/>
              <p:cNvGrpSpPr/>
              <p:nvPr/>
            </p:nvGrpSpPr>
            <p:grpSpPr bwMode="auto">
              <a:xfrm>
                <a:off x="9874174" y="-127650"/>
                <a:ext cx="1041093" cy="762245"/>
                <a:chOff x="9874174" y="-127650"/>
                <a:chExt cx="1041093" cy="762245"/>
              </a:xfrm>
              <a:solidFill>
                <a:srgbClr val="0061AF"/>
              </a:solidFill>
            </p:grpSpPr>
            <p:grpSp>
              <p:nvGrpSpPr>
                <p:cNvPr id="14" name="Рисунок 4"/>
                <p:cNvGrpSpPr/>
                <p:nvPr/>
              </p:nvGrpSpPr>
              <p:grpSpPr bwMode="auto">
                <a:xfrm>
                  <a:off x="9874174" y="-127650"/>
                  <a:ext cx="1041093" cy="762245"/>
                  <a:chOff x="9874174" y="-127650"/>
                  <a:chExt cx="1041093" cy="762245"/>
                </a:xfrm>
                <a:solidFill>
                  <a:srgbClr val="0061AF"/>
                </a:solidFill>
              </p:grpSpPr>
              <p:sp>
                <p:nvSpPr>
                  <p:cNvPr id="15" name="Полилиния 14"/>
                  <p:cNvSpPr/>
                  <p:nvPr/>
                </p:nvSpPr>
                <p:spPr bwMode="auto">
                  <a:xfrm>
                    <a:off x="9874174" y="-127650"/>
                    <a:ext cx="2648" cy="264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48" h="2649" fill="norm" stroke="1" extrusionOk="0"/>
                    </a:pathLst>
                  </a:custGeom>
                  <a:solidFill>
                    <a:srgbClr val="0061AF"/>
                  </a:solidFill>
                  <a:ln w="264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16" name="Рисунок 4"/>
                  <p:cNvGrpSpPr/>
                  <p:nvPr/>
                </p:nvGrpSpPr>
                <p:grpSpPr bwMode="auto">
                  <a:xfrm>
                    <a:off x="10481955" y="304209"/>
                    <a:ext cx="433311" cy="330386"/>
                    <a:chOff x="10481955" y="304209"/>
                    <a:chExt cx="433311" cy="330386"/>
                  </a:xfrm>
                  <a:solidFill>
                    <a:srgbClr val="0061AF"/>
                  </a:solidFill>
                </p:grpSpPr>
                <p:grpSp>
                  <p:nvGrpSpPr>
                    <p:cNvPr id="17" name="Рисунок 4"/>
                    <p:cNvGrpSpPr/>
                    <p:nvPr/>
                  </p:nvGrpSpPr>
                  <p:grpSpPr bwMode="auto">
                    <a:xfrm>
                      <a:off x="10551345" y="304209"/>
                      <a:ext cx="294029" cy="330386"/>
                      <a:chOff x="10551345" y="304209"/>
                      <a:chExt cx="294029" cy="330386"/>
                    </a:xfrm>
                    <a:solidFill>
                      <a:srgbClr val="0061AF"/>
                    </a:solidFill>
                  </p:grpSpPr>
                  <p:sp>
                    <p:nvSpPr>
                      <p:cNvPr id="18" name="Полилиния 17"/>
                      <p:cNvSpPr/>
                      <p:nvPr/>
                    </p:nvSpPr>
                    <p:spPr bwMode="auto">
                      <a:xfrm>
                        <a:off x="10758089" y="327260"/>
                        <a:ext cx="72577" cy="140155"/>
                      </a:xfrm>
                      <a:custGeom>
                        <a:avLst/>
                        <a:gdLst>
                          <a:gd name="connsiteX0" fmla="*/ 23045 w 72577"/>
                          <a:gd name="connsiteY0" fmla="*/ 123199 h 140155"/>
                          <a:gd name="connsiteX1" fmla="*/ 72578 w 72577"/>
                          <a:gd name="connsiteY1" fmla="*/ 1325 h 140155"/>
                          <a:gd name="connsiteX2" fmla="*/ 60393 w 72577"/>
                          <a:gd name="connsiteY2" fmla="*/ 0 h 140155"/>
                          <a:gd name="connsiteX3" fmla="*/ 12449 w 72577"/>
                          <a:gd name="connsiteY3" fmla="*/ 117635 h 140155"/>
                          <a:gd name="connsiteX4" fmla="*/ 0 w 72577"/>
                          <a:gd name="connsiteY4" fmla="*/ 140156 h 140155"/>
                          <a:gd name="connsiteX5" fmla="*/ 17482 w 72577"/>
                          <a:gd name="connsiteY5" fmla="*/ 134062 h 140155"/>
                          <a:gd name="connsiteX6" fmla="*/ 23045 w 72577"/>
                          <a:gd name="connsiteY6" fmla="*/ 123199 h 14015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2577" h="140155" fill="norm" stroke="1" extrusionOk="0">
                            <a:moveTo>
                              <a:pt x="23045" y="123199"/>
                            </a:moveTo>
                            <a:cubicBezTo>
                              <a:pt x="45030" y="81603"/>
                              <a:pt x="62248" y="37887"/>
                              <a:pt x="72578" y="1325"/>
                            </a:cubicBezTo>
                            <a:cubicBezTo>
                              <a:pt x="68605" y="795"/>
                              <a:pt x="64631" y="530"/>
                              <a:pt x="60393" y="0"/>
                            </a:cubicBezTo>
                            <a:cubicBezTo>
                              <a:pt x="50328" y="34443"/>
                              <a:pt x="34170" y="76304"/>
                              <a:pt x="12449" y="117635"/>
                            </a:cubicBezTo>
                            <a:cubicBezTo>
                              <a:pt x="8476" y="125319"/>
                              <a:pt x="4238" y="132737"/>
                              <a:pt x="0" y="140156"/>
                            </a:cubicBezTo>
                            <a:cubicBezTo>
                              <a:pt x="5827" y="138301"/>
                              <a:pt x="11655" y="136182"/>
                              <a:pt x="17482" y="134062"/>
                            </a:cubicBezTo>
                            <a:cubicBezTo>
                              <a:pt x="19072" y="130353"/>
                              <a:pt x="20926" y="126644"/>
                              <a:pt x="23045" y="12319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9" name="Полилиния 18"/>
                      <p:cNvSpPr/>
                      <p:nvPr/>
                    </p:nvSpPr>
                    <p:spPr bwMode="auto">
                      <a:xfrm>
                        <a:off x="10563929" y="354284"/>
                        <a:ext cx="70723" cy="140685"/>
                      </a:xfrm>
                      <a:custGeom>
                        <a:avLst/>
                        <a:gdLst>
                          <a:gd name="connsiteX0" fmla="*/ 62777 w 70723"/>
                          <a:gd name="connsiteY0" fmla="*/ 14572 h 140685"/>
                          <a:gd name="connsiteX1" fmla="*/ 70724 w 70723"/>
                          <a:gd name="connsiteY1" fmla="*/ 0 h 140685"/>
                          <a:gd name="connsiteX2" fmla="*/ 53771 w 70723"/>
                          <a:gd name="connsiteY2" fmla="*/ 5564 h 140685"/>
                          <a:gd name="connsiteX3" fmla="*/ 51917 w 70723"/>
                          <a:gd name="connsiteY3" fmla="*/ 9008 h 140685"/>
                          <a:gd name="connsiteX4" fmla="*/ 0 w 70723"/>
                          <a:gd name="connsiteY4" fmla="*/ 139891 h 140685"/>
                          <a:gd name="connsiteX5" fmla="*/ 12185 w 70723"/>
                          <a:gd name="connsiteY5" fmla="*/ 140686 h 140685"/>
                          <a:gd name="connsiteX6" fmla="*/ 62777 w 70723"/>
                          <a:gd name="connsiteY6" fmla="*/ 14572 h 140685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0723" h="140685" fill="norm" stroke="1" extrusionOk="0">
                            <a:moveTo>
                              <a:pt x="62777" y="14572"/>
                            </a:moveTo>
                            <a:cubicBezTo>
                              <a:pt x="65426" y="9538"/>
                              <a:pt x="68075" y="4769"/>
                              <a:pt x="70724" y="0"/>
                            </a:cubicBezTo>
                            <a:cubicBezTo>
                              <a:pt x="64896" y="1855"/>
                              <a:pt x="59334" y="3709"/>
                              <a:pt x="53771" y="5564"/>
                            </a:cubicBezTo>
                            <a:cubicBezTo>
                              <a:pt x="53242" y="6624"/>
                              <a:pt x="52447" y="7683"/>
                              <a:pt x="51917" y="9008"/>
                            </a:cubicBezTo>
                            <a:cubicBezTo>
                              <a:pt x="27548" y="55109"/>
                              <a:pt x="10066" y="100149"/>
                              <a:pt x="0" y="139891"/>
                            </a:cubicBezTo>
                            <a:cubicBezTo>
                              <a:pt x="3973" y="140156"/>
                              <a:pt x="7946" y="140421"/>
                              <a:pt x="12185" y="140686"/>
                            </a:cubicBezTo>
                            <a:cubicBezTo>
                              <a:pt x="21985" y="103593"/>
                              <a:pt x="38408" y="60407"/>
                              <a:pt x="62777" y="1457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20" name="Рисунок 4"/>
                      <p:cNvGrpSpPr/>
                      <p:nvPr/>
                    </p:nvGrpSpPr>
                    <p:grpSpPr bwMode="auto">
                      <a:xfrm>
                        <a:off x="10551345" y="304209"/>
                        <a:ext cx="294029" cy="205067"/>
                        <a:chOff x="10551345" y="304209"/>
                        <a:chExt cx="294029" cy="205067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1" name="Полилиния 20"/>
                        <p:cNvSpPr/>
                        <p:nvPr/>
                      </p:nvSpPr>
                      <p:spPr bwMode="auto">
                        <a:xfrm>
                          <a:off x="10597835" y="426614"/>
                          <a:ext cx="148069" cy="80013"/>
                        </a:xfrm>
                        <a:custGeom>
                          <a:avLst/>
                          <a:gdLst>
                            <a:gd name="connsiteX0" fmla="*/ 5298 w 148069"/>
                            <a:gd name="connsiteY0" fmla="*/ 0 h 80013"/>
                            <a:gd name="connsiteX1" fmla="*/ 0 w 148069"/>
                            <a:gd name="connsiteY1" fmla="*/ 12717 h 80013"/>
                            <a:gd name="connsiteX2" fmla="*/ 64102 w 148069"/>
                            <a:gd name="connsiteY2" fmla="*/ 55109 h 80013"/>
                            <a:gd name="connsiteX3" fmla="*/ 140653 w 148069"/>
                            <a:gd name="connsiteY3" fmla="*/ 80013 h 80013"/>
                            <a:gd name="connsiteX4" fmla="*/ 148070 w 148069"/>
                            <a:gd name="connsiteY4" fmla="*/ 68356 h 80013"/>
                            <a:gd name="connsiteX5" fmla="*/ 69399 w 148069"/>
                            <a:gd name="connsiteY5" fmla="*/ 43716 h 80013"/>
                            <a:gd name="connsiteX6" fmla="*/ 5298 w 148069"/>
                            <a:gd name="connsiteY6" fmla="*/ 0 h 8001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48069" h="80013" fill="norm" stroke="1" extrusionOk="0">
                              <a:moveTo>
                                <a:pt x="5298" y="0"/>
                              </a:moveTo>
                              <a:cubicBezTo>
                                <a:pt x="3443" y="4239"/>
                                <a:pt x="1589" y="8478"/>
                                <a:pt x="0" y="12717"/>
                              </a:cubicBezTo>
                              <a:cubicBezTo>
                                <a:pt x="17482" y="28349"/>
                                <a:pt x="39203" y="42921"/>
                                <a:pt x="64102" y="55109"/>
                              </a:cubicBezTo>
                              <a:cubicBezTo>
                                <a:pt x="89795" y="67561"/>
                                <a:pt x="116019" y="76039"/>
                                <a:pt x="140653" y="80013"/>
                              </a:cubicBezTo>
                              <a:cubicBezTo>
                                <a:pt x="143302" y="76304"/>
                                <a:pt x="145686" y="72330"/>
                                <a:pt x="148070" y="68356"/>
                              </a:cubicBezTo>
                              <a:cubicBezTo>
                                <a:pt x="123171" y="65176"/>
                                <a:pt x="95888" y="56698"/>
                                <a:pt x="69399" y="43716"/>
                              </a:cubicBezTo>
                              <a:cubicBezTo>
                                <a:pt x="44500" y="31528"/>
                                <a:pt x="22515" y="16162"/>
                                <a:pt x="5298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22" name="Полилиния 21"/>
                        <p:cNvSpPr/>
                        <p:nvPr/>
                      </p:nvSpPr>
                      <p:spPr bwMode="auto">
                        <a:xfrm>
                          <a:off x="10551345" y="304209"/>
                          <a:ext cx="294029" cy="205067"/>
                        </a:xfrm>
                        <a:custGeom>
                          <a:avLst/>
                          <a:gdLst>
                            <a:gd name="connsiteX0" fmla="*/ 272699 w 294029"/>
                            <a:gd name="connsiteY0" fmla="*/ 96705 h 205067"/>
                            <a:gd name="connsiteX1" fmla="*/ 183699 w 294029"/>
                            <a:gd name="connsiteY1" fmla="*/ 27554 h 205067"/>
                            <a:gd name="connsiteX2" fmla="*/ 76951 w 294029"/>
                            <a:gd name="connsiteY2" fmla="*/ 0 h 205067"/>
                            <a:gd name="connsiteX3" fmla="*/ 4902 w 294029"/>
                            <a:gd name="connsiteY3" fmla="*/ 33118 h 205067"/>
                            <a:gd name="connsiteX4" fmla="*/ 36953 w 294029"/>
                            <a:gd name="connsiteY4" fmla="*/ 126114 h 205067"/>
                            <a:gd name="connsiteX5" fmla="*/ 42251 w 294029"/>
                            <a:gd name="connsiteY5" fmla="*/ 113131 h 205067"/>
                            <a:gd name="connsiteX6" fmla="*/ 16028 w 294029"/>
                            <a:gd name="connsiteY6" fmla="*/ 38682 h 205067"/>
                            <a:gd name="connsiteX7" fmla="*/ 76686 w 294029"/>
                            <a:gd name="connsiteY7" fmla="*/ 12717 h 205067"/>
                            <a:gd name="connsiteX8" fmla="*/ 177871 w 294029"/>
                            <a:gd name="connsiteY8" fmla="*/ 38947 h 205067"/>
                            <a:gd name="connsiteX9" fmla="*/ 262104 w 294029"/>
                            <a:gd name="connsiteY9" fmla="*/ 104388 h 205067"/>
                            <a:gd name="connsiteX10" fmla="*/ 277467 w 294029"/>
                            <a:gd name="connsiteY10" fmla="*/ 166385 h 205067"/>
                            <a:gd name="connsiteX11" fmla="*/ 216809 w 294029"/>
                            <a:gd name="connsiteY11" fmla="*/ 192350 h 205067"/>
                            <a:gd name="connsiteX12" fmla="*/ 207803 w 294029"/>
                            <a:gd name="connsiteY12" fmla="*/ 192085 h 205067"/>
                            <a:gd name="connsiteX13" fmla="*/ 200121 w 294029"/>
                            <a:gd name="connsiteY13" fmla="*/ 204272 h 205067"/>
                            <a:gd name="connsiteX14" fmla="*/ 216809 w 294029"/>
                            <a:gd name="connsiteY14" fmla="*/ 205067 h 205067"/>
                            <a:gd name="connsiteX15" fmla="*/ 288857 w 294029"/>
                            <a:gd name="connsiteY15" fmla="*/ 171949 h 205067"/>
                            <a:gd name="connsiteX16" fmla="*/ 272699 w 294029"/>
                            <a:gd name="connsiteY16" fmla="*/ 96705 h 20506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294029" h="205067" fill="norm" stroke="1" extrusionOk="0">
                              <a:moveTo>
                                <a:pt x="272699" y="96705"/>
                              </a:moveTo>
                              <a:cubicBezTo>
                                <a:pt x="252833" y="70210"/>
                                <a:pt x="221047" y="45570"/>
                                <a:pt x="183699" y="27554"/>
                              </a:cubicBezTo>
                              <a:cubicBezTo>
                                <a:pt x="147410" y="9803"/>
                                <a:pt x="109531" y="0"/>
                                <a:pt x="76951" y="0"/>
                              </a:cubicBezTo>
                              <a:cubicBezTo>
                                <a:pt x="40927" y="0"/>
                                <a:pt x="15498" y="11658"/>
                                <a:pt x="4902" y="33118"/>
                              </a:cubicBezTo>
                              <a:cubicBezTo>
                                <a:pt x="-8077" y="59613"/>
                                <a:pt x="5432" y="94320"/>
                                <a:pt x="36953" y="126114"/>
                              </a:cubicBezTo>
                              <a:cubicBezTo>
                                <a:pt x="38808" y="121875"/>
                                <a:pt x="40397" y="117371"/>
                                <a:pt x="42251" y="113131"/>
                              </a:cubicBezTo>
                              <a:cubicBezTo>
                                <a:pt x="17617" y="86637"/>
                                <a:pt x="6492" y="58553"/>
                                <a:pt x="16028" y="38682"/>
                              </a:cubicBezTo>
                              <a:cubicBezTo>
                                <a:pt x="23974" y="22255"/>
                                <a:pt x="46224" y="12717"/>
                                <a:pt x="76686" y="12717"/>
                              </a:cubicBezTo>
                              <a:cubicBezTo>
                                <a:pt x="107412" y="12717"/>
                                <a:pt x="143436" y="21990"/>
                                <a:pt x="177871" y="38947"/>
                              </a:cubicBezTo>
                              <a:cubicBezTo>
                                <a:pt x="213366" y="56433"/>
                                <a:pt x="243297" y="79483"/>
                                <a:pt x="262104" y="104388"/>
                              </a:cubicBezTo>
                              <a:cubicBezTo>
                                <a:pt x="279851" y="127968"/>
                                <a:pt x="285414" y="149959"/>
                                <a:pt x="277467" y="166385"/>
                              </a:cubicBezTo>
                              <a:cubicBezTo>
                                <a:pt x="269521" y="182812"/>
                                <a:pt x="247271" y="192350"/>
                                <a:pt x="216809" y="192350"/>
                              </a:cubicBezTo>
                              <a:cubicBezTo>
                                <a:pt x="213895" y="192350"/>
                                <a:pt x="210717" y="192085"/>
                                <a:pt x="207803" y="192085"/>
                              </a:cubicBezTo>
                              <a:cubicBezTo>
                                <a:pt x="205154" y="196059"/>
                                <a:pt x="202770" y="200298"/>
                                <a:pt x="200121" y="204272"/>
                              </a:cubicBezTo>
                              <a:cubicBezTo>
                                <a:pt x="205684" y="204802"/>
                                <a:pt x="211247" y="205067"/>
                                <a:pt x="216809" y="205067"/>
                              </a:cubicBezTo>
                              <a:cubicBezTo>
                                <a:pt x="252833" y="205067"/>
                                <a:pt x="278262" y="193410"/>
                                <a:pt x="288857" y="171949"/>
                              </a:cubicBezTo>
                              <a:cubicBezTo>
                                <a:pt x="299453" y="151018"/>
                                <a:pt x="293625" y="124524"/>
                                <a:pt x="272699" y="96705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647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23" name="Полилиния 22"/>
                      <p:cNvSpPr/>
                      <p:nvPr/>
                    </p:nvSpPr>
                    <p:spPr bwMode="auto">
                      <a:xfrm>
                        <a:off x="10553508" y="477483"/>
                        <a:ext cx="211997" cy="157111"/>
                      </a:xfrm>
                      <a:custGeom>
                        <a:avLst/>
                        <a:gdLst>
                          <a:gd name="connsiteX0" fmla="*/ 194516 w 211997"/>
                          <a:gd name="connsiteY0" fmla="*/ 5829 h 157112"/>
                          <a:gd name="connsiteX1" fmla="*/ 45651 w 211997"/>
                          <a:gd name="connsiteY1" fmla="*/ 145190 h 157112"/>
                          <a:gd name="connsiteX2" fmla="*/ 32142 w 211997"/>
                          <a:gd name="connsiteY2" fmla="*/ 142010 h 157112"/>
                          <a:gd name="connsiteX3" fmla="*/ 19428 w 211997"/>
                          <a:gd name="connsiteY3" fmla="*/ 29674 h 157112"/>
                          <a:gd name="connsiteX4" fmla="*/ 7243 w 211997"/>
                          <a:gd name="connsiteY4" fmla="*/ 28879 h 157112"/>
                          <a:gd name="connsiteX5" fmla="*/ 26580 w 211997"/>
                          <a:gd name="connsiteY5" fmla="*/ 152608 h 157112"/>
                          <a:gd name="connsiteX6" fmla="*/ 45651 w 211997"/>
                          <a:gd name="connsiteY6" fmla="*/ 157112 h 157112"/>
                          <a:gd name="connsiteX7" fmla="*/ 211998 w 211997"/>
                          <a:gd name="connsiteY7" fmla="*/ 0 h 157112"/>
                          <a:gd name="connsiteX8" fmla="*/ 194516 w 211997"/>
                          <a:gd name="connsiteY8" fmla="*/ 5829 h 15711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11997" h="157112" fill="norm" stroke="1" extrusionOk="0">
                            <a:moveTo>
                              <a:pt x="194516" y="5829"/>
                            </a:moveTo>
                            <a:cubicBezTo>
                              <a:pt x="144188" y="87432"/>
                              <a:pt x="83794" y="145190"/>
                              <a:pt x="45651" y="145190"/>
                            </a:cubicBezTo>
                            <a:cubicBezTo>
                              <a:pt x="40618" y="145190"/>
                              <a:pt x="36115" y="144130"/>
                              <a:pt x="32142" y="142010"/>
                            </a:cubicBezTo>
                            <a:cubicBezTo>
                              <a:pt x="11481" y="131148"/>
                              <a:pt x="5919" y="89021"/>
                              <a:pt x="19428" y="29674"/>
                            </a:cubicBezTo>
                            <a:cubicBezTo>
                              <a:pt x="15190" y="29409"/>
                              <a:pt x="11216" y="29144"/>
                              <a:pt x="7243" y="28879"/>
                            </a:cubicBezTo>
                            <a:cubicBezTo>
                              <a:pt x="-6531" y="91141"/>
                              <a:pt x="-968" y="138301"/>
                              <a:pt x="26580" y="152608"/>
                            </a:cubicBezTo>
                            <a:cubicBezTo>
                              <a:pt x="32142" y="155523"/>
                              <a:pt x="38764" y="157112"/>
                              <a:pt x="45651" y="157112"/>
                            </a:cubicBezTo>
                            <a:cubicBezTo>
                              <a:pt x="90946" y="157112"/>
                              <a:pt x="157167" y="93790"/>
                              <a:pt x="211998" y="0"/>
                            </a:cubicBezTo>
                            <a:cubicBezTo>
                              <a:pt x="206435" y="2385"/>
                              <a:pt x="200608" y="4239"/>
                              <a:pt x="194516" y="582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24" name="Рисунок 4"/>
                    <p:cNvGrpSpPr/>
                    <p:nvPr/>
                  </p:nvGrpSpPr>
                  <p:grpSpPr bwMode="auto">
                    <a:xfrm>
                      <a:off x="10481955" y="310833"/>
                      <a:ext cx="433311" cy="191555"/>
                      <a:chOff x="10481955" y="310833"/>
                      <a:chExt cx="433311" cy="191555"/>
                    </a:xfrm>
                    <a:solidFill>
                      <a:srgbClr val="0061AF"/>
                    </a:solidFill>
                  </p:grpSpPr>
                  <p:sp>
                    <p:nvSpPr>
                      <p:cNvPr id="25" name="Полилиния 24"/>
                      <p:cNvSpPr/>
                      <p:nvPr/>
                    </p:nvSpPr>
                    <p:spPr bwMode="auto">
                      <a:xfrm>
                        <a:off x="10684981" y="436947"/>
                        <a:ext cx="144626" cy="52988"/>
                      </a:xfrm>
                      <a:custGeom>
                        <a:avLst/>
                        <a:gdLst>
                          <a:gd name="connsiteX0" fmla="*/ 29402 w 144626"/>
                          <a:gd name="connsiteY0" fmla="*/ 38682 h 52988"/>
                          <a:gd name="connsiteX1" fmla="*/ 0 w 144626"/>
                          <a:gd name="connsiteY1" fmla="*/ 44776 h 52988"/>
                          <a:gd name="connsiteX2" fmla="*/ 23310 w 144626"/>
                          <a:gd name="connsiteY2" fmla="*/ 52989 h 52988"/>
                          <a:gd name="connsiteX3" fmla="*/ 32051 w 144626"/>
                          <a:gd name="connsiteY3" fmla="*/ 51134 h 52988"/>
                          <a:gd name="connsiteX4" fmla="*/ 144626 w 144626"/>
                          <a:gd name="connsiteY4" fmla="*/ 12187 h 52988"/>
                          <a:gd name="connsiteX5" fmla="*/ 141183 w 144626"/>
                          <a:gd name="connsiteY5" fmla="*/ 0 h 52988"/>
                          <a:gd name="connsiteX6" fmla="*/ 29402 w 144626"/>
                          <a:gd name="connsiteY6" fmla="*/ 38682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44626" h="52988" fill="norm" stroke="1" extrusionOk="0">
                            <a:moveTo>
                              <a:pt x="29402" y="38682"/>
                            </a:moveTo>
                            <a:cubicBezTo>
                              <a:pt x="19601" y="41066"/>
                              <a:pt x="9801" y="42921"/>
                              <a:pt x="0" y="44776"/>
                            </a:cubicBezTo>
                            <a:cubicBezTo>
                              <a:pt x="7946" y="47955"/>
                              <a:pt x="15628" y="50604"/>
                              <a:pt x="23310" y="52989"/>
                            </a:cubicBezTo>
                            <a:cubicBezTo>
                              <a:pt x="26223" y="52459"/>
                              <a:pt x="29137" y="51664"/>
                              <a:pt x="32051" y="51134"/>
                            </a:cubicBezTo>
                            <a:cubicBezTo>
                              <a:pt x="73638" y="41596"/>
                              <a:pt x="112310" y="28084"/>
                              <a:pt x="144626" y="12187"/>
                            </a:cubicBezTo>
                            <a:cubicBezTo>
                              <a:pt x="143832" y="8213"/>
                              <a:pt x="142772" y="4239"/>
                              <a:pt x="141183" y="0"/>
                            </a:cubicBezTo>
                            <a:cubicBezTo>
                              <a:pt x="109662" y="15632"/>
                              <a:pt x="70989" y="29144"/>
                              <a:pt x="29402" y="38682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6" name="Полилиния 25"/>
                      <p:cNvSpPr/>
                      <p:nvPr/>
                    </p:nvSpPr>
                    <p:spPr bwMode="auto">
                      <a:xfrm>
                        <a:off x="10562340" y="326200"/>
                        <a:ext cx="137474" cy="52988"/>
                      </a:xfrm>
                      <a:custGeom>
                        <a:avLst/>
                        <a:gdLst>
                          <a:gd name="connsiteX0" fmla="*/ 0 w 137474"/>
                          <a:gd name="connsiteY0" fmla="*/ 40537 h 52988"/>
                          <a:gd name="connsiteX1" fmla="*/ 2914 w 137474"/>
                          <a:gd name="connsiteY1" fmla="*/ 52989 h 52988"/>
                          <a:gd name="connsiteX2" fmla="*/ 120257 w 137474"/>
                          <a:gd name="connsiteY2" fmla="*/ 11393 h 52988"/>
                          <a:gd name="connsiteX3" fmla="*/ 137474 w 137474"/>
                          <a:gd name="connsiteY3" fmla="*/ 7683 h 52988"/>
                          <a:gd name="connsiteX4" fmla="*/ 113370 w 137474"/>
                          <a:gd name="connsiteY4" fmla="*/ 0 h 52988"/>
                          <a:gd name="connsiteX5" fmla="*/ 0 w 137474"/>
                          <a:gd name="connsiteY5" fmla="*/ 40537 h 5298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37474" h="52988" fill="norm" stroke="1" extrusionOk="0">
                            <a:moveTo>
                              <a:pt x="0" y="40537"/>
                            </a:moveTo>
                            <a:cubicBezTo>
                              <a:pt x="530" y="44511"/>
                              <a:pt x="1589" y="48750"/>
                              <a:pt x="2914" y="52989"/>
                            </a:cubicBezTo>
                            <a:cubicBezTo>
                              <a:pt x="33640" y="37092"/>
                              <a:pt x="73373" y="22255"/>
                              <a:pt x="120257" y="11393"/>
                            </a:cubicBezTo>
                            <a:cubicBezTo>
                              <a:pt x="126084" y="10068"/>
                              <a:pt x="131647" y="8743"/>
                              <a:pt x="137474" y="7683"/>
                            </a:cubicBezTo>
                            <a:cubicBezTo>
                              <a:pt x="129263" y="4769"/>
                              <a:pt x="121317" y="2120"/>
                              <a:pt x="113370" y="0"/>
                            </a:cubicBezTo>
                            <a:cubicBezTo>
                              <a:pt x="69929" y="10598"/>
                              <a:pt x="31256" y="24640"/>
                              <a:pt x="0" y="405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7" name="Полилиния 26"/>
                      <p:cNvSpPr/>
                      <p:nvPr/>
                    </p:nvSpPr>
                    <p:spPr bwMode="auto">
                      <a:xfrm>
                        <a:off x="10481955" y="373095"/>
                        <a:ext cx="202231" cy="129293"/>
                      </a:xfrm>
                      <a:custGeom>
                        <a:avLst/>
                        <a:gdLst>
                          <a:gd name="connsiteX0" fmla="*/ 179981 w 202231"/>
                          <a:gd name="connsiteY0" fmla="*/ 112337 h 129293"/>
                          <a:gd name="connsiteX1" fmla="*/ 117469 w 202231"/>
                          <a:gd name="connsiteY1" fmla="*/ 116841 h 129293"/>
                          <a:gd name="connsiteX2" fmla="*/ 13105 w 202231"/>
                          <a:gd name="connsiteY2" fmla="*/ 80808 h 129293"/>
                          <a:gd name="connsiteX3" fmla="*/ 72174 w 202231"/>
                          <a:gd name="connsiteY3" fmla="*/ 12452 h 129293"/>
                          <a:gd name="connsiteX4" fmla="*/ 68730 w 202231"/>
                          <a:gd name="connsiteY4" fmla="*/ 0 h 129293"/>
                          <a:gd name="connsiteX5" fmla="*/ 920 w 202231"/>
                          <a:gd name="connsiteY5" fmla="*/ 83458 h 129293"/>
                          <a:gd name="connsiteX6" fmla="*/ 117733 w 202231"/>
                          <a:gd name="connsiteY6" fmla="*/ 129293 h 129293"/>
                          <a:gd name="connsiteX7" fmla="*/ 202231 w 202231"/>
                          <a:gd name="connsiteY7" fmla="*/ 121610 h 129293"/>
                          <a:gd name="connsiteX8" fmla="*/ 179981 w 202231"/>
                          <a:gd name="connsiteY8" fmla="*/ 112337 h 12929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02231" h="129293" fill="norm" stroke="1" extrusionOk="0">
                            <a:moveTo>
                              <a:pt x="179981" y="112337"/>
                            </a:moveTo>
                            <a:cubicBezTo>
                              <a:pt x="158261" y="115251"/>
                              <a:pt x="137070" y="116841"/>
                              <a:pt x="117469" y="116841"/>
                            </a:cubicBezTo>
                            <a:cubicBezTo>
                              <a:pt x="58135" y="116841"/>
                              <a:pt x="18137" y="103063"/>
                              <a:pt x="13105" y="80808"/>
                            </a:cubicBezTo>
                            <a:cubicBezTo>
                              <a:pt x="8866" y="61997"/>
                              <a:pt x="30587" y="36297"/>
                              <a:pt x="72174" y="12452"/>
                            </a:cubicBezTo>
                            <a:cubicBezTo>
                              <a:pt x="70584" y="8213"/>
                              <a:pt x="69525" y="4239"/>
                              <a:pt x="68730" y="0"/>
                            </a:cubicBezTo>
                            <a:cubicBezTo>
                              <a:pt x="21581" y="26494"/>
                              <a:pt x="-5437" y="56963"/>
                              <a:pt x="920" y="83458"/>
                            </a:cubicBezTo>
                            <a:cubicBezTo>
                              <a:pt x="7807" y="112602"/>
                              <a:pt x="50188" y="129293"/>
                              <a:pt x="117733" y="129293"/>
                            </a:cubicBezTo>
                            <a:cubicBezTo>
                              <a:pt x="143957" y="129293"/>
                              <a:pt x="172829" y="126644"/>
                              <a:pt x="202231" y="121610"/>
                            </a:cubicBezTo>
                            <a:cubicBezTo>
                              <a:pt x="194285" y="118960"/>
                              <a:pt x="187133" y="115781"/>
                              <a:pt x="179981" y="11233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8" name="Полилиния 27"/>
                      <p:cNvSpPr/>
                      <p:nvPr/>
                    </p:nvSpPr>
                    <p:spPr bwMode="auto">
                      <a:xfrm>
                        <a:off x="10700609" y="310833"/>
                        <a:ext cx="214657" cy="131942"/>
                      </a:xfrm>
                      <a:custGeom>
                        <a:avLst/>
                        <a:gdLst>
                          <a:gd name="connsiteX0" fmla="*/ 213761 w 214657"/>
                          <a:gd name="connsiteY0" fmla="*/ 45835 h 131942"/>
                          <a:gd name="connsiteX1" fmla="*/ 96947 w 214657"/>
                          <a:gd name="connsiteY1" fmla="*/ 0 h 131942"/>
                          <a:gd name="connsiteX2" fmla="*/ 0 w 214657"/>
                          <a:gd name="connsiteY2" fmla="*/ 10068 h 131942"/>
                          <a:gd name="connsiteX3" fmla="*/ 22250 w 214657"/>
                          <a:gd name="connsiteY3" fmla="*/ 18811 h 131942"/>
                          <a:gd name="connsiteX4" fmla="*/ 96947 w 214657"/>
                          <a:gd name="connsiteY4" fmla="*/ 12452 h 131942"/>
                          <a:gd name="connsiteX5" fmla="*/ 201311 w 214657"/>
                          <a:gd name="connsiteY5" fmla="*/ 48485 h 131942"/>
                          <a:gd name="connsiteX6" fmla="*/ 154957 w 214657"/>
                          <a:gd name="connsiteY6" fmla="*/ 109157 h 131942"/>
                          <a:gd name="connsiteX7" fmla="*/ 136680 w 214657"/>
                          <a:gd name="connsiteY7" fmla="*/ 119755 h 131942"/>
                          <a:gd name="connsiteX8" fmla="*/ 140653 w 214657"/>
                          <a:gd name="connsiteY8" fmla="*/ 131942 h 131942"/>
                          <a:gd name="connsiteX9" fmla="*/ 161844 w 214657"/>
                          <a:gd name="connsiteY9" fmla="*/ 119755 h 131942"/>
                          <a:gd name="connsiteX10" fmla="*/ 213761 w 214657"/>
                          <a:gd name="connsiteY10" fmla="*/ 45835 h 13194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14657" h="131942" fill="norm" stroke="1" extrusionOk="0">
                            <a:moveTo>
                              <a:pt x="213761" y="45835"/>
                            </a:moveTo>
                            <a:cubicBezTo>
                              <a:pt x="207139" y="16692"/>
                              <a:pt x="164493" y="0"/>
                              <a:pt x="96947" y="0"/>
                            </a:cubicBezTo>
                            <a:cubicBezTo>
                              <a:pt x="67015" y="0"/>
                              <a:pt x="33640" y="3444"/>
                              <a:pt x="0" y="10068"/>
                            </a:cubicBezTo>
                            <a:cubicBezTo>
                              <a:pt x="7417" y="12717"/>
                              <a:pt x="14833" y="15632"/>
                              <a:pt x="22250" y="18811"/>
                            </a:cubicBezTo>
                            <a:cubicBezTo>
                              <a:pt x="48209" y="14572"/>
                              <a:pt x="73638" y="12452"/>
                              <a:pt x="96947" y="12452"/>
                            </a:cubicBezTo>
                            <a:cubicBezTo>
                              <a:pt x="156281" y="12452"/>
                              <a:pt x="196279" y="26230"/>
                              <a:pt x="201311" y="48485"/>
                            </a:cubicBezTo>
                            <a:cubicBezTo>
                              <a:pt x="205285" y="65441"/>
                              <a:pt x="188332" y="87697"/>
                              <a:pt x="154957" y="109157"/>
                            </a:cubicBezTo>
                            <a:cubicBezTo>
                              <a:pt x="149129" y="112866"/>
                              <a:pt x="143037" y="116311"/>
                              <a:pt x="136680" y="119755"/>
                            </a:cubicBezTo>
                            <a:cubicBezTo>
                              <a:pt x="138269" y="123994"/>
                              <a:pt x="139594" y="127968"/>
                              <a:pt x="140653" y="131942"/>
                            </a:cubicBezTo>
                            <a:cubicBezTo>
                              <a:pt x="148070" y="127968"/>
                              <a:pt x="155222" y="123729"/>
                              <a:pt x="161844" y="119755"/>
                            </a:cubicBezTo>
                            <a:cubicBezTo>
                              <a:pt x="200781" y="95115"/>
                              <a:pt x="219058" y="68621"/>
                              <a:pt x="213761" y="4583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647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9" name="Полилиния 28"/>
                <p:cNvSpPr/>
                <p:nvPr/>
              </p:nvSpPr>
              <p:spPr bwMode="auto">
                <a:xfrm>
                  <a:off x="10660612" y="372830"/>
                  <a:ext cx="69929" cy="69945"/>
                </a:xfrm>
                <a:custGeom>
                  <a:avLst/>
                  <a:gdLst>
                    <a:gd name="connsiteX0" fmla="*/ 69929 w 69929"/>
                    <a:gd name="connsiteY0" fmla="*/ 34973 h 69945"/>
                    <a:gd name="connsiteX1" fmla="*/ 34965 w 69929"/>
                    <a:gd name="connsiteY1" fmla="*/ 69945 h 69945"/>
                    <a:gd name="connsiteX2" fmla="*/ 0 w 69929"/>
                    <a:gd name="connsiteY2" fmla="*/ 34973 h 69945"/>
                    <a:gd name="connsiteX3" fmla="*/ 34965 w 69929"/>
                    <a:gd name="connsiteY3" fmla="*/ 0 h 69945"/>
                    <a:gd name="connsiteX4" fmla="*/ 69929 w 69929"/>
                    <a:gd name="connsiteY4" fmla="*/ 34973 h 6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9929" h="69945" fill="norm" stroke="1" extrusionOk="0">
                      <a:moveTo>
                        <a:pt x="69929" y="34973"/>
                      </a:moveTo>
                      <a:cubicBezTo>
                        <a:pt x="69929" y="54314"/>
                        <a:pt x="54301" y="69945"/>
                        <a:pt x="34965" y="69945"/>
                      </a:cubicBezTo>
                      <a:cubicBezTo>
                        <a:pt x="15628" y="69945"/>
                        <a:pt x="0" y="54314"/>
                        <a:pt x="0" y="34973"/>
                      </a:cubicBezTo>
                      <a:cubicBezTo>
                        <a:pt x="0" y="15632"/>
                        <a:pt x="15628" y="0"/>
                        <a:pt x="34965" y="0"/>
                      </a:cubicBezTo>
                      <a:cubicBezTo>
                        <a:pt x="54301" y="0"/>
                        <a:pt x="69929" y="15632"/>
                        <a:pt x="69929" y="34973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30" name="Рисунок 4"/>
              <p:cNvGrpSpPr/>
              <p:nvPr/>
            </p:nvGrpSpPr>
            <p:grpSpPr bwMode="auto">
              <a:xfrm>
                <a:off x="10626707" y="178626"/>
                <a:ext cx="216670" cy="164795"/>
                <a:chOff x="10626707" y="178626"/>
                <a:chExt cx="216670" cy="164795"/>
              </a:xfrm>
              <a:solidFill>
                <a:srgbClr val="0061AF"/>
              </a:solidFill>
            </p:grpSpPr>
            <p:sp>
              <p:nvSpPr>
                <p:cNvPr id="31" name="Полилиния 30"/>
                <p:cNvSpPr/>
                <p:nvPr/>
              </p:nvSpPr>
              <p:spPr bwMode="auto">
                <a:xfrm>
                  <a:off x="10626707" y="314542"/>
                  <a:ext cx="30726" cy="28878"/>
                </a:xfrm>
                <a:custGeom>
                  <a:avLst/>
                  <a:gdLst>
                    <a:gd name="connsiteX0" fmla="*/ 16953 w 30726"/>
                    <a:gd name="connsiteY0" fmla="*/ 23845 h 28878"/>
                    <a:gd name="connsiteX1" fmla="*/ 30726 w 30726"/>
                    <a:gd name="connsiteY1" fmla="*/ 1855 h 28878"/>
                    <a:gd name="connsiteX2" fmla="*/ 17217 w 30726"/>
                    <a:gd name="connsiteY2" fmla="*/ 0 h 28878"/>
                    <a:gd name="connsiteX3" fmla="*/ 0 w 30726"/>
                    <a:gd name="connsiteY3" fmla="*/ 28879 h 28878"/>
                    <a:gd name="connsiteX4" fmla="*/ 16953 w 30726"/>
                    <a:gd name="connsiteY4" fmla="*/ 23845 h 28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726" h="28878" fill="norm" stroke="1" extrusionOk="0">
                      <a:moveTo>
                        <a:pt x="16953" y="23845"/>
                      </a:moveTo>
                      <a:cubicBezTo>
                        <a:pt x="21456" y="16427"/>
                        <a:pt x="25959" y="9008"/>
                        <a:pt x="30726" y="1855"/>
                      </a:cubicBezTo>
                      <a:cubicBezTo>
                        <a:pt x="26223" y="1060"/>
                        <a:pt x="21720" y="530"/>
                        <a:pt x="17217" y="0"/>
                      </a:cubicBezTo>
                      <a:cubicBezTo>
                        <a:pt x="11390" y="9273"/>
                        <a:pt x="5563" y="18811"/>
                        <a:pt x="0" y="28879"/>
                      </a:cubicBezTo>
                      <a:cubicBezTo>
                        <a:pt x="5563" y="27289"/>
                        <a:pt x="11390" y="25435"/>
                        <a:pt x="16953" y="23845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32" name="Полилиния 31"/>
                <p:cNvSpPr/>
                <p:nvPr/>
              </p:nvSpPr>
              <p:spPr bwMode="auto">
                <a:xfrm>
                  <a:off x="10651871" y="178626"/>
                  <a:ext cx="191506" cy="140420"/>
                </a:xfrm>
                <a:custGeom>
                  <a:avLst/>
                  <a:gdLst>
                    <a:gd name="connsiteX0" fmla="*/ 13244 w 191506"/>
                    <a:gd name="connsiteY0" fmla="*/ 126379 h 140420"/>
                    <a:gd name="connsiteX1" fmla="*/ 145686 w 191506"/>
                    <a:gd name="connsiteY1" fmla="*/ 12187 h 140420"/>
                    <a:gd name="connsiteX2" fmla="*/ 159195 w 191506"/>
                    <a:gd name="connsiteY2" fmla="*/ 15367 h 140420"/>
                    <a:gd name="connsiteX3" fmla="*/ 169260 w 191506"/>
                    <a:gd name="connsiteY3" fmla="*/ 139096 h 140420"/>
                    <a:gd name="connsiteX4" fmla="*/ 181445 w 191506"/>
                    <a:gd name="connsiteY4" fmla="*/ 140421 h 140420"/>
                    <a:gd name="connsiteX5" fmla="*/ 165022 w 191506"/>
                    <a:gd name="connsiteY5" fmla="*/ 4504 h 140420"/>
                    <a:gd name="connsiteX6" fmla="*/ 145951 w 191506"/>
                    <a:gd name="connsiteY6" fmla="*/ 0 h 140420"/>
                    <a:gd name="connsiteX7" fmla="*/ 0 w 191506"/>
                    <a:gd name="connsiteY7" fmla="*/ 124259 h 140420"/>
                    <a:gd name="connsiteX8" fmla="*/ 13244 w 191506"/>
                    <a:gd name="connsiteY8" fmla="*/ 126379 h 1404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91506" h="140420" fill="norm" stroke="1" extrusionOk="0">
                      <a:moveTo>
                        <a:pt x="13244" y="126379"/>
                      </a:moveTo>
                      <a:cubicBezTo>
                        <a:pt x="59864" y="58288"/>
                        <a:pt x="111781" y="12187"/>
                        <a:pt x="145686" y="12187"/>
                      </a:cubicBezTo>
                      <a:cubicBezTo>
                        <a:pt x="150719" y="12187"/>
                        <a:pt x="155222" y="13247"/>
                        <a:pt x="159195" y="15367"/>
                      </a:cubicBezTo>
                      <a:cubicBezTo>
                        <a:pt x="181180" y="27024"/>
                        <a:pt x="185948" y="73920"/>
                        <a:pt x="169260" y="139096"/>
                      </a:cubicBezTo>
                      <a:cubicBezTo>
                        <a:pt x="173499" y="139361"/>
                        <a:pt x="177472" y="139891"/>
                        <a:pt x="181445" y="140421"/>
                      </a:cubicBezTo>
                      <a:cubicBezTo>
                        <a:pt x="198662" y="72330"/>
                        <a:pt x="194159" y="19871"/>
                        <a:pt x="165022" y="4504"/>
                      </a:cubicBezTo>
                      <a:cubicBezTo>
                        <a:pt x="159195" y="1590"/>
                        <a:pt x="152838" y="0"/>
                        <a:pt x="145951" y="0"/>
                      </a:cubicBezTo>
                      <a:cubicBezTo>
                        <a:pt x="106218" y="0"/>
                        <a:pt x="50328" y="48750"/>
                        <a:pt x="0" y="124259"/>
                      </a:cubicBezTo>
                      <a:cubicBezTo>
                        <a:pt x="4238" y="124789"/>
                        <a:pt x="8741" y="125584"/>
                        <a:pt x="13244" y="126379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64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33" name="Рисунок 4"/>
            <p:cNvGrpSpPr/>
            <p:nvPr/>
          </p:nvGrpSpPr>
          <p:grpSpPr bwMode="auto">
            <a:xfrm>
              <a:off x="10776631" y="535241"/>
              <a:ext cx="830409" cy="194204"/>
              <a:chOff x="10776631" y="535241"/>
              <a:chExt cx="830409" cy="194204"/>
            </a:xfrm>
            <a:solidFill>
              <a:srgbClr val="0061AF"/>
            </a:solidFill>
          </p:grpSpPr>
          <p:sp>
            <p:nvSpPr>
              <p:cNvPr id="34" name="Полилиния 33"/>
              <p:cNvSpPr/>
              <p:nvPr/>
            </p:nvSpPr>
            <p:spPr bwMode="auto">
              <a:xfrm>
                <a:off x="10776631" y="535241"/>
                <a:ext cx="190451" cy="194204"/>
              </a:xfrm>
              <a:custGeom>
                <a:avLst/>
                <a:gdLst>
                  <a:gd name="connsiteX0" fmla="*/ 160519 w 190451"/>
                  <a:gd name="connsiteY0" fmla="*/ 194204 h 194204"/>
                  <a:gd name="connsiteX1" fmla="*/ 160519 w 190451"/>
                  <a:gd name="connsiteY1" fmla="*/ 56168 h 194204"/>
                  <a:gd name="connsiteX2" fmla="*/ 95358 w 190451"/>
                  <a:gd name="connsiteY2" fmla="*/ 138301 h 194204"/>
                  <a:gd name="connsiteX3" fmla="*/ 29932 w 190451"/>
                  <a:gd name="connsiteY3" fmla="*/ 56168 h 194204"/>
                  <a:gd name="connsiteX4" fmla="*/ 29932 w 190451"/>
                  <a:gd name="connsiteY4" fmla="*/ 194204 h 194204"/>
                  <a:gd name="connsiteX5" fmla="*/ 0 w 190451"/>
                  <a:gd name="connsiteY5" fmla="*/ 194204 h 194204"/>
                  <a:gd name="connsiteX6" fmla="*/ 0 w 190451"/>
                  <a:gd name="connsiteY6" fmla="*/ 0 h 194204"/>
                  <a:gd name="connsiteX7" fmla="*/ 17482 w 190451"/>
                  <a:gd name="connsiteY7" fmla="*/ 0 h 194204"/>
                  <a:gd name="connsiteX8" fmla="*/ 95358 w 190451"/>
                  <a:gd name="connsiteY8" fmla="*/ 98559 h 194204"/>
                  <a:gd name="connsiteX9" fmla="*/ 173234 w 190451"/>
                  <a:gd name="connsiteY9" fmla="*/ 0 h 194204"/>
                  <a:gd name="connsiteX10" fmla="*/ 190451 w 190451"/>
                  <a:gd name="connsiteY10" fmla="*/ 0 h 194204"/>
                  <a:gd name="connsiteX11" fmla="*/ 190451 w 190451"/>
                  <a:gd name="connsiteY11" fmla="*/ 194204 h 194204"/>
                  <a:gd name="connsiteX12" fmla="*/ 160519 w 190451"/>
                  <a:gd name="connsiteY12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0451" h="194204" fill="norm" stroke="1" extrusionOk="0">
                    <a:moveTo>
                      <a:pt x="160519" y="194204"/>
                    </a:moveTo>
                    <a:lnTo>
                      <a:pt x="160519" y="56168"/>
                    </a:lnTo>
                    <a:lnTo>
                      <a:pt x="95358" y="138301"/>
                    </a:lnTo>
                    <a:lnTo>
                      <a:pt x="29932" y="56168"/>
                    </a:lnTo>
                    <a:lnTo>
                      <a:pt x="2993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17482" y="0"/>
                    </a:lnTo>
                    <a:lnTo>
                      <a:pt x="95358" y="98559"/>
                    </a:lnTo>
                    <a:lnTo>
                      <a:pt x="173234" y="0"/>
                    </a:lnTo>
                    <a:lnTo>
                      <a:pt x="190451" y="0"/>
                    </a:lnTo>
                    <a:lnTo>
                      <a:pt x="190451" y="194204"/>
                    </a:lnTo>
                    <a:lnTo>
                      <a:pt x="160519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5" name="Полилиния 34"/>
              <p:cNvSpPr/>
              <p:nvPr/>
            </p:nvSpPr>
            <p:spPr bwMode="auto">
              <a:xfrm>
                <a:off x="10991716" y="535241"/>
                <a:ext cx="149923" cy="194204"/>
              </a:xfrm>
              <a:custGeom>
                <a:avLst/>
                <a:gdLst>
                  <a:gd name="connsiteX0" fmla="*/ 119992 w 149923"/>
                  <a:gd name="connsiteY0" fmla="*/ 194204 h 194204"/>
                  <a:gd name="connsiteX1" fmla="*/ 119992 w 149923"/>
                  <a:gd name="connsiteY1" fmla="*/ 57228 h 194204"/>
                  <a:gd name="connsiteX2" fmla="*/ 17482 w 149923"/>
                  <a:gd name="connsiteY2" fmla="*/ 194204 h 194204"/>
                  <a:gd name="connsiteX3" fmla="*/ 0 w 149923"/>
                  <a:gd name="connsiteY3" fmla="*/ 194204 h 194204"/>
                  <a:gd name="connsiteX4" fmla="*/ 0 w 149923"/>
                  <a:gd name="connsiteY4" fmla="*/ 0 h 194204"/>
                  <a:gd name="connsiteX5" fmla="*/ 29932 w 149923"/>
                  <a:gd name="connsiteY5" fmla="*/ 0 h 194204"/>
                  <a:gd name="connsiteX6" fmla="*/ 29932 w 149923"/>
                  <a:gd name="connsiteY6" fmla="*/ 136976 h 194204"/>
                  <a:gd name="connsiteX7" fmla="*/ 132442 w 149923"/>
                  <a:gd name="connsiteY7" fmla="*/ 0 h 194204"/>
                  <a:gd name="connsiteX8" fmla="*/ 149924 w 149923"/>
                  <a:gd name="connsiteY8" fmla="*/ 0 h 194204"/>
                  <a:gd name="connsiteX9" fmla="*/ 149924 w 149923"/>
                  <a:gd name="connsiteY9" fmla="*/ 194204 h 194204"/>
                  <a:gd name="connsiteX10" fmla="*/ 119992 w 149923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3" h="194204" fill="norm" stroke="1" extrusionOk="0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6" name="Полилиния 35"/>
              <p:cNvSpPr/>
              <p:nvPr/>
            </p:nvSpPr>
            <p:spPr bwMode="auto">
              <a:xfrm>
                <a:off x="11457116" y="535241"/>
                <a:ext cx="149924" cy="194204"/>
              </a:xfrm>
              <a:custGeom>
                <a:avLst/>
                <a:gdLst>
                  <a:gd name="connsiteX0" fmla="*/ 119992 w 149924"/>
                  <a:gd name="connsiteY0" fmla="*/ 194204 h 194204"/>
                  <a:gd name="connsiteX1" fmla="*/ 119992 w 149924"/>
                  <a:gd name="connsiteY1" fmla="*/ 57228 h 194204"/>
                  <a:gd name="connsiteX2" fmla="*/ 17482 w 149924"/>
                  <a:gd name="connsiteY2" fmla="*/ 194204 h 194204"/>
                  <a:gd name="connsiteX3" fmla="*/ 0 w 149924"/>
                  <a:gd name="connsiteY3" fmla="*/ 194204 h 194204"/>
                  <a:gd name="connsiteX4" fmla="*/ 0 w 149924"/>
                  <a:gd name="connsiteY4" fmla="*/ 0 h 194204"/>
                  <a:gd name="connsiteX5" fmla="*/ 29932 w 149924"/>
                  <a:gd name="connsiteY5" fmla="*/ 0 h 194204"/>
                  <a:gd name="connsiteX6" fmla="*/ 29932 w 149924"/>
                  <a:gd name="connsiteY6" fmla="*/ 136976 h 194204"/>
                  <a:gd name="connsiteX7" fmla="*/ 132442 w 149924"/>
                  <a:gd name="connsiteY7" fmla="*/ 0 h 194204"/>
                  <a:gd name="connsiteX8" fmla="*/ 149924 w 149924"/>
                  <a:gd name="connsiteY8" fmla="*/ 0 h 194204"/>
                  <a:gd name="connsiteX9" fmla="*/ 149924 w 149924"/>
                  <a:gd name="connsiteY9" fmla="*/ 194204 h 194204"/>
                  <a:gd name="connsiteX10" fmla="*/ 119992 w 149924"/>
                  <a:gd name="connsiteY10" fmla="*/ 194204 h 1942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9924" h="194204" fill="norm" stroke="1" extrusionOk="0">
                    <a:moveTo>
                      <a:pt x="119992" y="194204"/>
                    </a:moveTo>
                    <a:lnTo>
                      <a:pt x="119992" y="57228"/>
                    </a:lnTo>
                    <a:lnTo>
                      <a:pt x="17482" y="194204"/>
                    </a:lnTo>
                    <a:lnTo>
                      <a:pt x="0" y="194204"/>
                    </a:lnTo>
                    <a:lnTo>
                      <a:pt x="0" y="0"/>
                    </a:lnTo>
                    <a:lnTo>
                      <a:pt x="29932" y="0"/>
                    </a:lnTo>
                    <a:lnTo>
                      <a:pt x="29932" y="136976"/>
                    </a:lnTo>
                    <a:lnTo>
                      <a:pt x="132442" y="0"/>
                    </a:lnTo>
                    <a:lnTo>
                      <a:pt x="149924" y="0"/>
                    </a:lnTo>
                    <a:lnTo>
                      <a:pt x="149924" y="194204"/>
                    </a:lnTo>
                    <a:lnTo>
                      <a:pt x="119992" y="194204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37" name="Рисунок 4"/>
            <p:cNvGrpSpPr/>
            <p:nvPr/>
          </p:nvGrpSpPr>
          <p:grpSpPr bwMode="auto">
            <a:xfrm>
              <a:off x="11286796" y="386342"/>
              <a:ext cx="348056" cy="84782"/>
              <a:chOff x="11286796" y="386342"/>
              <a:chExt cx="348056" cy="84782"/>
            </a:xfrm>
            <a:solidFill>
              <a:srgbClr val="0061AF"/>
            </a:solidFill>
          </p:grpSpPr>
          <p:sp>
            <p:nvSpPr>
              <p:cNvPr id="38" name="Полилиния 37"/>
              <p:cNvSpPr/>
              <p:nvPr/>
            </p:nvSpPr>
            <p:spPr bwMode="auto">
              <a:xfrm>
                <a:off x="11286796" y="386342"/>
                <a:ext cx="70194" cy="84782"/>
              </a:xfrm>
              <a:custGeom>
                <a:avLst/>
                <a:gdLst>
                  <a:gd name="connsiteX0" fmla="*/ 52712 w 70194"/>
                  <a:gd name="connsiteY0" fmla="*/ 84517 h 84782"/>
                  <a:gd name="connsiteX1" fmla="*/ 52712 w 70194"/>
                  <a:gd name="connsiteY1" fmla="*/ 49810 h 84782"/>
                  <a:gd name="connsiteX2" fmla="*/ 17747 w 70194"/>
                  <a:gd name="connsiteY2" fmla="*/ 49810 h 84782"/>
                  <a:gd name="connsiteX3" fmla="*/ 17747 w 70194"/>
                  <a:gd name="connsiteY3" fmla="*/ 84517 h 84782"/>
                  <a:gd name="connsiteX4" fmla="*/ 0 w 70194"/>
                  <a:gd name="connsiteY4" fmla="*/ 84517 h 84782"/>
                  <a:gd name="connsiteX5" fmla="*/ 0 w 70194"/>
                  <a:gd name="connsiteY5" fmla="*/ 0 h 84782"/>
                  <a:gd name="connsiteX6" fmla="*/ 17747 w 70194"/>
                  <a:gd name="connsiteY6" fmla="*/ 0 h 84782"/>
                  <a:gd name="connsiteX7" fmla="*/ 17747 w 70194"/>
                  <a:gd name="connsiteY7" fmla="*/ 34443 h 84782"/>
                  <a:gd name="connsiteX8" fmla="*/ 52447 w 70194"/>
                  <a:gd name="connsiteY8" fmla="*/ 34443 h 84782"/>
                  <a:gd name="connsiteX9" fmla="*/ 52447 w 70194"/>
                  <a:gd name="connsiteY9" fmla="*/ 265 h 84782"/>
                  <a:gd name="connsiteX10" fmla="*/ 70194 w 70194"/>
                  <a:gd name="connsiteY10" fmla="*/ 265 h 84782"/>
                  <a:gd name="connsiteX11" fmla="*/ 70194 w 70194"/>
                  <a:gd name="connsiteY11" fmla="*/ 84782 h 84782"/>
                  <a:gd name="connsiteX12" fmla="*/ 52712 w 70194"/>
                  <a:gd name="connsiteY12" fmla="*/ 84782 h 84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0194" h="84782" fill="norm" stroke="1" extrusionOk="0">
                    <a:moveTo>
                      <a:pt x="52712" y="84517"/>
                    </a:moveTo>
                    <a:lnTo>
                      <a:pt x="52712" y="49810"/>
                    </a:lnTo>
                    <a:lnTo>
                      <a:pt x="17747" y="49810"/>
                    </a:lnTo>
                    <a:lnTo>
                      <a:pt x="17747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34443"/>
                    </a:lnTo>
                    <a:lnTo>
                      <a:pt x="52447" y="34443"/>
                    </a:lnTo>
                    <a:lnTo>
                      <a:pt x="52447" y="265"/>
                    </a:lnTo>
                    <a:lnTo>
                      <a:pt x="70194" y="265"/>
                    </a:lnTo>
                    <a:lnTo>
                      <a:pt x="70194" y="84782"/>
                    </a:lnTo>
                    <a:lnTo>
                      <a:pt x="52712" y="8478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9" name="Полилиния 38"/>
              <p:cNvSpPr/>
              <p:nvPr/>
            </p:nvSpPr>
            <p:spPr bwMode="auto">
              <a:xfrm>
                <a:off x="11377386" y="386342"/>
                <a:ext cx="70988" cy="84517"/>
              </a:xfrm>
              <a:custGeom>
                <a:avLst/>
                <a:gdLst>
                  <a:gd name="connsiteX0" fmla="*/ 52977 w 70988"/>
                  <a:gd name="connsiteY0" fmla="*/ 84517 h 84517"/>
                  <a:gd name="connsiteX1" fmla="*/ 52977 w 70988"/>
                  <a:gd name="connsiteY1" fmla="*/ 31263 h 84517"/>
                  <a:gd name="connsiteX2" fmla="*/ 10331 w 70988"/>
                  <a:gd name="connsiteY2" fmla="*/ 84517 h 84517"/>
                  <a:gd name="connsiteX3" fmla="*/ 0 w 70988"/>
                  <a:gd name="connsiteY3" fmla="*/ 84517 h 84517"/>
                  <a:gd name="connsiteX4" fmla="*/ 0 w 70988"/>
                  <a:gd name="connsiteY4" fmla="*/ 0 h 84517"/>
                  <a:gd name="connsiteX5" fmla="*/ 17747 w 70988"/>
                  <a:gd name="connsiteY5" fmla="*/ 0 h 84517"/>
                  <a:gd name="connsiteX6" fmla="*/ 17747 w 70988"/>
                  <a:gd name="connsiteY6" fmla="*/ 53254 h 84517"/>
                  <a:gd name="connsiteX7" fmla="*/ 60393 w 70988"/>
                  <a:gd name="connsiteY7" fmla="*/ 0 h 84517"/>
                  <a:gd name="connsiteX8" fmla="*/ 70989 w 70988"/>
                  <a:gd name="connsiteY8" fmla="*/ 0 h 84517"/>
                  <a:gd name="connsiteX9" fmla="*/ 70989 w 70988"/>
                  <a:gd name="connsiteY9" fmla="*/ 84517 h 84517"/>
                  <a:gd name="connsiteX10" fmla="*/ 52977 w 70988"/>
                  <a:gd name="connsiteY10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0988" h="84517" fill="norm" stroke="1" extrusionOk="0">
                    <a:moveTo>
                      <a:pt x="52977" y="84517"/>
                    </a:moveTo>
                    <a:lnTo>
                      <a:pt x="52977" y="31263"/>
                    </a:lnTo>
                    <a:lnTo>
                      <a:pt x="10331" y="84517"/>
                    </a:lnTo>
                    <a:lnTo>
                      <a:pt x="0" y="84517"/>
                    </a:lnTo>
                    <a:lnTo>
                      <a:pt x="0" y="0"/>
                    </a:lnTo>
                    <a:lnTo>
                      <a:pt x="17747" y="0"/>
                    </a:lnTo>
                    <a:lnTo>
                      <a:pt x="17747" y="53254"/>
                    </a:lnTo>
                    <a:lnTo>
                      <a:pt x="60393" y="0"/>
                    </a:lnTo>
                    <a:lnTo>
                      <a:pt x="70989" y="0"/>
                    </a:lnTo>
                    <a:lnTo>
                      <a:pt x="70989" y="84517"/>
                    </a:lnTo>
                    <a:lnTo>
                      <a:pt x="52977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0" name="Полилиния 39"/>
              <p:cNvSpPr/>
              <p:nvPr/>
            </p:nvSpPr>
            <p:spPr bwMode="auto">
              <a:xfrm>
                <a:off x="11462678" y="386607"/>
                <a:ext cx="71518" cy="84517"/>
              </a:xfrm>
              <a:custGeom>
                <a:avLst/>
                <a:gdLst>
                  <a:gd name="connsiteX0" fmla="*/ 53771 w 71518"/>
                  <a:gd name="connsiteY0" fmla="*/ 84252 h 84517"/>
                  <a:gd name="connsiteX1" fmla="*/ 53771 w 71518"/>
                  <a:gd name="connsiteY1" fmla="*/ 63587 h 84517"/>
                  <a:gd name="connsiteX2" fmla="*/ 43706 w 71518"/>
                  <a:gd name="connsiteY2" fmla="*/ 63587 h 84517"/>
                  <a:gd name="connsiteX3" fmla="*/ 25694 w 71518"/>
                  <a:gd name="connsiteY3" fmla="*/ 75774 h 84517"/>
                  <a:gd name="connsiteX4" fmla="*/ 19866 w 71518"/>
                  <a:gd name="connsiteY4" fmla="*/ 84252 h 84517"/>
                  <a:gd name="connsiteX5" fmla="*/ 0 w 71518"/>
                  <a:gd name="connsiteY5" fmla="*/ 84252 h 84517"/>
                  <a:gd name="connsiteX6" fmla="*/ 7682 w 71518"/>
                  <a:gd name="connsiteY6" fmla="*/ 73125 h 84517"/>
                  <a:gd name="connsiteX7" fmla="*/ 21191 w 71518"/>
                  <a:gd name="connsiteY7" fmla="*/ 58288 h 84517"/>
                  <a:gd name="connsiteX8" fmla="*/ 1854 w 71518"/>
                  <a:gd name="connsiteY8" fmla="*/ 31793 h 84517"/>
                  <a:gd name="connsiteX9" fmla="*/ 40792 w 71518"/>
                  <a:gd name="connsiteY9" fmla="*/ 0 h 84517"/>
                  <a:gd name="connsiteX10" fmla="*/ 71518 w 71518"/>
                  <a:gd name="connsiteY10" fmla="*/ 0 h 84517"/>
                  <a:gd name="connsiteX11" fmla="*/ 71518 w 71518"/>
                  <a:gd name="connsiteY11" fmla="*/ 84517 h 84517"/>
                  <a:gd name="connsiteX12" fmla="*/ 53771 w 71518"/>
                  <a:gd name="connsiteY12" fmla="*/ 84517 h 84517"/>
                  <a:gd name="connsiteX13" fmla="*/ 39203 w 71518"/>
                  <a:gd name="connsiteY13" fmla="*/ 15632 h 84517"/>
                  <a:gd name="connsiteX14" fmla="*/ 18542 w 71518"/>
                  <a:gd name="connsiteY14" fmla="*/ 31793 h 84517"/>
                  <a:gd name="connsiteX15" fmla="*/ 39203 w 71518"/>
                  <a:gd name="connsiteY15" fmla="*/ 47955 h 84517"/>
                  <a:gd name="connsiteX16" fmla="*/ 53771 w 71518"/>
                  <a:gd name="connsiteY16" fmla="*/ 47955 h 84517"/>
                  <a:gd name="connsiteX17" fmla="*/ 53771 w 71518"/>
                  <a:gd name="connsiteY17" fmla="*/ 15632 h 84517"/>
                  <a:gd name="connsiteX18" fmla="*/ 39203 w 71518"/>
                  <a:gd name="connsiteY18" fmla="*/ 15632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1518" h="84517" fill="norm" stroke="1" extrusionOk="0">
                    <a:moveTo>
                      <a:pt x="53771" y="84252"/>
                    </a:moveTo>
                    <a:lnTo>
                      <a:pt x="53771" y="63587"/>
                    </a:lnTo>
                    <a:lnTo>
                      <a:pt x="43706" y="63587"/>
                    </a:lnTo>
                    <a:cubicBezTo>
                      <a:pt x="34965" y="63852"/>
                      <a:pt x="32581" y="65706"/>
                      <a:pt x="25694" y="75774"/>
                    </a:cubicBezTo>
                    <a:lnTo>
                      <a:pt x="19866" y="84252"/>
                    </a:lnTo>
                    <a:lnTo>
                      <a:pt x="0" y="84252"/>
                    </a:lnTo>
                    <a:lnTo>
                      <a:pt x="7682" y="73125"/>
                    </a:lnTo>
                    <a:cubicBezTo>
                      <a:pt x="13244" y="64911"/>
                      <a:pt x="17217" y="60672"/>
                      <a:pt x="21191" y="58288"/>
                    </a:cubicBezTo>
                    <a:cubicBezTo>
                      <a:pt x="9006" y="53784"/>
                      <a:pt x="1854" y="44246"/>
                      <a:pt x="1854" y="31793"/>
                    </a:cubicBezTo>
                    <a:cubicBezTo>
                      <a:pt x="1854" y="14042"/>
                      <a:pt x="15628" y="0"/>
                      <a:pt x="40792" y="0"/>
                    </a:cubicBezTo>
                    <a:lnTo>
                      <a:pt x="71518" y="0"/>
                    </a:lnTo>
                    <a:lnTo>
                      <a:pt x="71518" y="84517"/>
                    </a:lnTo>
                    <a:lnTo>
                      <a:pt x="53771" y="84517"/>
                    </a:lnTo>
                    <a:close/>
                    <a:moveTo>
                      <a:pt x="39203" y="15632"/>
                    </a:moveTo>
                    <a:cubicBezTo>
                      <a:pt x="27548" y="15632"/>
                      <a:pt x="18542" y="20931"/>
                      <a:pt x="18542" y="31793"/>
                    </a:cubicBezTo>
                    <a:cubicBezTo>
                      <a:pt x="18542" y="43186"/>
                      <a:pt x="27548" y="47955"/>
                      <a:pt x="39203" y="47955"/>
                    </a:cubicBezTo>
                    <a:lnTo>
                      <a:pt x="53771" y="47955"/>
                    </a:lnTo>
                    <a:lnTo>
                      <a:pt x="53771" y="15632"/>
                    </a:lnTo>
                    <a:lnTo>
                      <a:pt x="39203" y="15632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1" name="Полилиния 40"/>
              <p:cNvSpPr/>
              <p:nvPr/>
            </p:nvSpPr>
            <p:spPr bwMode="auto">
              <a:xfrm>
                <a:off x="11549560" y="386342"/>
                <a:ext cx="85292" cy="84517"/>
              </a:xfrm>
              <a:custGeom>
                <a:avLst/>
                <a:gdLst>
                  <a:gd name="connsiteX0" fmla="*/ 14039 w 85292"/>
                  <a:gd name="connsiteY0" fmla="*/ 84517 h 84517"/>
                  <a:gd name="connsiteX1" fmla="*/ 32581 w 85292"/>
                  <a:gd name="connsiteY1" fmla="*/ 54049 h 84517"/>
                  <a:gd name="connsiteX2" fmla="*/ 0 w 85292"/>
                  <a:gd name="connsiteY2" fmla="*/ 0 h 84517"/>
                  <a:gd name="connsiteX3" fmla="*/ 20131 w 85292"/>
                  <a:gd name="connsiteY3" fmla="*/ 0 h 84517"/>
                  <a:gd name="connsiteX4" fmla="*/ 42646 w 85292"/>
                  <a:gd name="connsiteY4" fmla="*/ 36827 h 84517"/>
                  <a:gd name="connsiteX5" fmla="*/ 65161 w 85292"/>
                  <a:gd name="connsiteY5" fmla="*/ 0 h 84517"/>
                  <a:gd name="connsiteX6" fmla="*/ 85292 w 85292"/>
                  <a:gd name="connsiteY6" fmla="*/ 0 h 84517"/>
                  <a:gd name="connsiteX7" fmla="*/ 33905 w 85292"/>
                  <a:gd name="connsiteY7" fmla="*/ 84517 h 84517"/>
                  <a:gd name="connsiteX8" fmla="*/ 14039 w 85292"/>
                  <a:gd name="connsiteY8" fmla="*/ 84517 h 84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5292" h="84517" fill="norm" stroke="1" extrusionOk="0">
                    <a:moveTo>
                      <a:pt x="14039" y="84517"/>
                    </a:moveTo>
                    <a:lnTo>
                      <a:pt x="32581" y="54049"/>
                    </a:lnTo>
                    <a:lnTo>
                      <a:pt x="0" y="0"/>
                    </a:lnTo>
                    <a:lnTo>
                      <a:pt x="20131" y="0"/>
                    </a:lnTo>
                    <a:lnTo>
                      <a:pt x="42646" y="36827"/>
                    </a:lnTo>
                    <a:lnTo>
                      <a:pt x="65161" y="0"/>
                    </a:lnTo>
                    <a:lnTo>
                      <a:pt x="85292" y="0"/>
                    </a:lnTo>
                    <a:lnTo>
                      <a:pt x="33905" y="84517"/>
                    </a:lnTo>
                    <a:lnTo>
                      <a:pt x="14039" y="84517"/>
                    </a:lnTo>
                    <a:close/>
                  </a:path>
                </a:pathLst>
              </a:custGeom>
              <a:solidFill>
                <a:srgbClr val="0061AF"/>
              </a:solidFill>
              <a:ln w="26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42" name="Полилиния 41"/>
            <p:cNvSpPr/>
            <p:nvPr/>
          </p:nvSpPr>
          <p:spPr bwMode="auto">
            <a:xfrm>
              <a:off x="11153560" y="535241"/>
              <a:ext cx="292166" cy="193674"/>
            </a:xfrm>
            <a:custGeom>
              <a:avLst/>
              <a:gdLst>
                <a:gd name="connsiteX0" fmla="*/ 214291 w 292166"/>
                <a:gd name="connsiteY0" fmla="*/ 6889 h 193674"/>
                <a:gd name="connsiteX1" fmla="*/ 160784 w 292166"/>
                <a:gd name="connsiteY1" fmla="*/ 35768 h 193674"/>
                <a:gd name="connsiteX2" fmla="*/ 160784 w 292166"/>
                <a:gd name="connsiteY2" fmla="*/ 0 h 193674"/>
                <a:gd name="connsiteX3" fmla="*/ 130852 w 292166"/>
                <a:gd name="connsiteY3" fmla="*/ 0 h 193674"/>
                <a:gd name="connsiteX4" fmla="*/ 130852 w 292166"/>
                <a:gd name="connsiteY4" fmla="*/ 87167 h 193674"/>
                <a:gd name="connsiteX5" fmla="*/ 80525 w 292166"/>
                <a:gd name="connsiteY5" fmla="*/ 138831 h 193674"/>
                <a:gd name="connsiteX6" fmla="*/ 30197 w 292166"/>
                <a:gd name="connsiteY6" fmla="*/ 87167 h 193674"/>
                <a:gd name="connsiteX7" fmla="*/ 80525 w 292166"/>
                <a:gd name="connsiteY7" fmla="*/ 35238 h 193674"/>
                <a:gd name="connsiteX8" fmla="*/ 117873 w 292166"/>
                <a:gd name="connsiteY8" fmla="*/ 51664 h 193674"/>
                <a:gd name="connsiteX9" fmla="*/ 117873 w 292166"/>
                <a:gd name="connsiteY9" fmla="*/ 21196 h 193674"/>
                <a:gd name="connsiteX10" fmla="*/ 77611 w 292166"/>
                <a:gd name="connsiteY10" fmla="*/ 6889 h 193674"/>
                <a:gd name="connsiteX11" fmla="*/ 0 w 292166"/>
                <a:gd name="connsiteY11" fmla="*/ 86902 h 193674"/>
                <a:gd name="connsiteX12" fmla="*/ 77611 w 292166"/>
                <a:gd name="connsiteY12" fmla="*/ 166650 h 193674"/>
                <a:gd name="connsiteX13" fmla="*/ 131117 w 292166"/>
                <a:gd name="connsiteY13" fmla="*/ 138036 h 193674"/>
                <a:gd name="connsiteX14" fmla="*/ 131117 w 292166"/>
                <a:gd name="connsiteY14" fmla="*/ 193675 h 193674"/>
                <a:gd name="connsiteX15" fmla="*/ 161579 w 292166"/>
                <a:gd name="connsiteY15" fmla="*/ 193675 h 193674"/>
                <a:gd name="connsiteX16" fmla="*/ 161579 w 292166"/>
                <a:gd name="connsiteY16" fmla="*/ 82663 h 193674"/>
                <a:gd name="connsiteX17" fmla="*/ 161579 w 292166"/>
                <a:gd name="connsiteY17" fmla="*/ 82663 h 193674"/>
                <a:gd name="connsiteX18" fmla="*/ 211907 w 292166"/>
                <a:gd name="connsiteY18" fmla="*/ 34708 h 193674"/>
                <a:gd name="connsiteX19" fmla="*/ 262234 w 292166"/>
                <a:gd name="connsiteY19" fmla="*/ 86637 h 193674"/>
                <a:gd name="connsiteX20" fmla="*/ 211907 w 292166"/>
                <a:gd name="connsiteY20" fmla="*/ 138301 h 193674"/>
                <a:gd name="connsiteX21" fmla="*/ 175088 w 292166"/>
                <a:gd name="connsiteY21" fmla="*/ 122404 h 193674"/>
                <a:gd name="connsiteX22" fmla="*/ 175088 w 292166"/>
                <a:gd name="connsiteY22" fmla="*/ 153138 h 193674"/>
                <a:gd name="connsiteX23" fmla="*/ 214820 w 292166"/>
                <a:gd name="connsiteY23" fmla="*/ 166650 h 193674"/>
                <a:gd name="connsiteX24" fmla="*/ 292166 w 292166"/>
                <a:gd name="connsiteY24" fmla="*/ 86902 h 193674"/>
                <a:gd name="connsiteX25" fmla="*/ 214291 w 292166"/>
                <a:gd name="connsiteY25" fmla="*/ 6889 h 193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92166" h="193674" fill="norm" stroke="1" extrusionOk="0">
                  <a:moveTo>
                    <a:pt x="214291" y="6889"/>
                  </a:moveTo>
                  <a:cubicBezTo>
                    <a:pt x="191246" y="6889"/>
                    <a:pt x="171380" y="18811"/>
                    <a:pt x="160784" y="35768"/>
                  </a:cubicBezTo>
                  <a:lnTo>
                    <a:pt x="160784" y="0"/>
                  </a:lnTo>
                  <a:lnTo>
                    <a:pt x="130852" y="0"/>
                  </a:lnTo>
                  <a:lnTo>
                    <a:pt x="130852" y="87167"/>
                  </a:lnTo>
                  <a:cubicBezTo>
                    <a:pt x="130852" y="117106"/>
                    <a:pt x="108602" y="138831"/>
                    <a:pt x="80525" y="138831"/>
                  </a:cubicBezTo>
                  <a:cubicBezTo>
                    <a:pt x="52182" y="138831"/>
                    <a:pt x="30197" y="117106"/>
                    <a:pt x="30197" y="87167"/>
                  </a:cubicBezTo>
                  <a:cubicBezTo>
                    <a:pt x="30197" y="57228"/>
                    <a:pt x="52447" y="35238"/>
                    <a:pt x="80525" y="35238"/>
                  </a:cubicBezTo>
                  <a:cubicBezTo>
                    <a:pt x="95358" y="35238"/>
                    <a:pt x="108602" y="41331"/>
                    <a:pt x="117873" y="51664"/>
                  </a:cubicBezTo>
                  <a:lnTo>
                    <a:pt x="117873" y="21196"/>
                  </a:lnTo>
                  <a:cubicBezTo>
                    <a:pt x="107013" y="12452"/>
                    <a:pt x="92974" y="6889"/>
                    <a:pt x="77611" y="6889"/>
                  </a:cubicBezTo>
                  <a:cubicBezTo>
                    <a:pt x="31256" y="6889"/>
                    <a:pt x="0" y="42391"/>
                    <a:pt x="0" y="86902"/>
                  </a:cubicBezTo>
                  <a:cubicBezTo>
                    <a:pt x="0" y="131413"/>
                    <a:pt x="31256" y="166650"/>
                    <a:pt x="77611" y="166650"/>
                  </a:cubicBezTo>
                  <a:cubicBezTo>
                    <a:pt x="100656" y="166650"/>
                    <a:pt x="120522" y="154993"/>
                    <a:pt x="131117" y="138036"/>
                  </a:cubicBezTo>
                  <a:lnTo>
                    <a:pt x="131117" y="193675"/>
                  </a:lnTo>
                  <a:lnTo>
                    <a:pt x="161579" y="193675"/>
                  </a:lnTo>
                  <a:lnTo>
                    <a:pt x="161579" y="82663"/>
                  </a:lnTo>
                  <a:lnTo>
                    <a:pt x="161579" y="82663"/>
                  </a:lnTo>
                  <a:cubicBezTo>
                    <a:pt x="163433" y="54844"/>
                    <a:pt x="184888" y="34708"/>
                    <a:pt x="211907" y="34708"/>
                  </a:cubicBezTo>
                  <a:cubicBezTo>
                    <a:pt x="240249" y="34708"/>
                    <a:pt x="262234" y="56698"/>
                    <a:pt x="262234" y="86637"/>
                  </a:cubicBezTo>
                  <a:cubicBezTo>
                    <a:pt x="262234" y="116576"/>
                    <a:pt x="239984" y="138301"/>
                    <a:pt x="211907" y="138301"/>
                  </a:cubicBezTo>
                  <a:cubicBezTo>
                    <a:pt x="197073" y="138301"/>
                    <a:pt x="184094" y="132207"/>
                    <a:pt x="175088" y="122404"/>
                  </a:cubicBezTo>
                  <a:lnTo>
                    <a:pt x="175088" y="153138"/>
                  </a:lnTo>
                  <a:cubicBezTo>
                    <a:pt x="185683" y="161351"/>
                    <a:pt x="199457" y="166650"/>
                    <a:pt x="214820" y="166650"/>
                  </a:cubicBezTo>
                  <a:cubicBezTo>
                    <a:pt x="260910" y="166650"/>
                    <a:pt x="292166" y="131413"/>
                    <a:pt x="292166" y="86902"/>
                  </a:cubicBezTo>
                  <a:cubicBezTo>
                    <a:pt x="291636" y="42391"/>
                    <a:pt x="260115" y="6889"/>
                    <a:pt x="214291" y="6889"/>
                  </a:cubicBezTo>
                  <a:close/>
                </a:path>
              </a:pathLst>
            </a:custGeom>
            <a:solidFill>
              <a:srgbClr val="0061AF"/>
            </a:solidFill>
            <a:ln w="2647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устой слайд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auto"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defRPr/>
            </a:pPr>
            <a:fld id="{14D38384-7A71-42FD-A8FA-E9EF1AAD0FA2}" type="slidenum">
              <a:rPr lang="ru-RU" sz="1400">
                <a:solidFill>
                  <a:srgbClr val="8F9092"/>
                </a:solidFill>
                <a:latin typeface="Montserrat"/>
              </a:rPr>
              <a:t/>
            </a:fld>
            <a:endParaRPr lang="ru-RU" sz="1400">
              <a:solidFill>
                <a:srgbClr val="8F9092"/>
              </a:solidFill>
              <a:latin typeface="Montserrat"/>
            </a:endParaRPr>
          </a:p>
        </p:txBody>
      </p:sp>
      <p:grpSp>
        <p:nvGrpSpPr>
          <p:cNvPr id="2" name="Рисунок 4"/>
          <p:cNvGrpSpPr/>
          <p:nvPr/>
        </p:nvGrpSpPr>
        <p:grpSpPr bwMode="auto">
          <a:xfrm>
            <a:off x="9790186" y="-282498"/>
            <a:ext cx="1842699" cy="1159097"/>
            <a:chOff x="9790186" y="-282498"/>
            <a:chExt cx="1842699" cy="1159097"/>
          </a:xfrm>
          <a:solidFill>
            <a:srgbClr val="0061AF"/>
          </a:solidFill>
        </p:grpSpPr>
        <p:grpSp>
          <p:nvGrpSpPr>
            <p:cNvPr id="3" name="Рисунок 4"/>
            <p:cNvGrpSpPr/>
            <p:nvPr/>
          </p:nvGrpSpPr>
          <p:grpSpPr bwMode="auto">
            <a:xfrm>
              <a:off x="9790186" y="-282498"/>
              <a:ext cx="1058812" cy="1055771"/>
              <a:chOff x="9790186" y="-282498"/>
              <a:chExt cx="1058812" cy="1055771"/>
            </a:xfrm>
            <a:solidFill>
              <a:srgbClr val="0061AF"/>
            </a:solidFill>
          </p:grpSpPr>
          <p:grpSp>
            <p:nvGrpSpPr>
              <p:cNvPr id="4" name="Рисунок 4"/>
              <p:cNvGrpSpPr/>
              <p:nvPr/>
            </p:nvGrpSpPr>
            <p:grpSpPr bwMode="auto">
              <a:xfrm>
                <a:off x="9790186" y="-282498"/>
                <a:ext cx="1058812" cy="1055771"/>
                <a:chOff x="9790186" y="-282498"/>
                <a:chExt cx="1058812" cy="1055771"/>
              </a:xfrm>
              <a:solidFill>
                <a:srgbClr val="0061AF"/>
              </a:solidFill>
            </p:grpSpPr>
            <p:grpSp>
              <p:nvGrpSpPr>
                <p:cNvPr id="6" name="Рисунок 4"/>
                <p:cNvGrpSpPr/>
                <p:nvPr/>
              </p:nvGrpSpPr>
              <p:grpSpPr bwMode="auto">
                <a:xfrm>
                  <a:off x="9790186" y="-282498"/>
                  <a:ext cx="1058812" cy="1055771"/>
                  <a:chOff x="9790186" y="-282498"/>
                  <a:chExt cx="1058812" cy="1055771"/>
                </a:xfrm>
                <a:solidFill>
                  <a:srgbClr val="0061AF"/>
                </a:solidFill>
              </p:grpSpPr>
              <p:sp>
                <p:nvSpPr>
                  <p:cNvPr id="7" name="Полилиния 6"/>
                  <p:cNvSpPr/>
                  <p:nvPr/>
                </p:nvSpPr>
                <p:spPr bwMode="auto">
                  <a:xfrm>
                    <a:off x="9790186" y="-282498"/>
                    <a:ext cx="2885" cy="2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85" h="2886" fill="norm" stroke="1" extrusionOk="0"/>
                    </a:pathLst>
                  </a:custGeom>
                  <a:solidFill>
                    <a:srgbClr val="0061AF"/>
                  </a:solidFill>
                  <a:ln w="288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8" name="Рисунок 4"/>
                  <p:cNvGrpSpPr/>
                  <p:nvPr/>
                </p:nvGrpSpPr>
                <p:grpSpPr bwMode="auto">
                  <a:xfrm>
                    <a:off x="10376966" y="413364"/>
                    <a:ext cx="472032" cy="359908"/>
                    <a:chOff x="10376966" y="413364"/>
                    <a:chExt cx="472032" cy="359908"/>
                  </a:xfrm>
                  <a:solidFill>
                    <a:srgbClr val="0061AF"/>
                  </a:solidFill>
                </p:grpSpPr>
                <p:grpSp>
                  <p:nvGrpSpPr>
                    <p:cNvPr id="9" name="Рисунок 4"/>
                    <p:cNvGrpSpPr/>
                    <p:nvPr/>
                  </p:nvGrpSpPr>
                  <p:grpSpPr bwMode="auto">
                    <a:xfrm>
                      <a:off x="10452557" y="413364"/>
                      <a:ext cx="320302" cy="359908"/>
                      <a:chOff x="10452557" y="413364"/>
                      <a:chExt cx="320302" cy="359908"/>
                    </a:xfrm>
                    <a:solidFill>
                      <a:srgbClr val="0061AF"/>
                    </a:solidFill>
                  </p:grpSpPr>
                  <p:sp>
                    <p:nvSpPr>
                      <p:cNvPr id="10" name="Полилиния 9"/>
                      <p:cNvSpPr/>
                      <p:nvPr/>
                    </p:nvSpPr>
                    <p:spPr bwMode="auto">
                      <a:xfrm>
                        <a:off x="10677775" y="438474"/>
                        <a:ext cx="79063" cy="152679"/>
                      </a:xfrm>
                      <a:custGeom>
                        <a:avLst/>
                        <a:gdLst>
                          <a:gd name="connsiteX0" fmla="*/ 25104 w 79063"/>
                          <a:gd name="connsiteY0" fmla="*/ 134208 h 152679"/>
                          <a:gd name="connsiteX1" fmla="*/ 79064 w 79063"/>
                          <a:gd name="connsiteY1" fmla="*/ 1443 h 152679"/>
                          <a:gd name="connsiteX2" fmla="*/ 65790 w 79063"/>
                          <a:gd name="connsiteY2" fmla="*/ 0 h 152679"/>
                          <a:gd name="connsiteX3" fmla="*/ 13562 w 79063"/>
                          <a:gd name="connsiteY3" fmla="*/ 128147 h 152679"/>
                          <a:gd name="connsiteX4" fmla="*/ 0 w 79063"/>
                          <a:gd name="connsiteY4" fmla="*/ 152680 h 152679"/>
                          <a:gd name="connsiteX5" fmla="*/ 19045 w 79063"/>
                          <a:gd name="connsiteY5" fmla="*/ 146042 h 152679"/>
                          <a:gd name="connsiteX6" fmla="*/ 25104 w 79063"/>
                          <a:gd name="connsiteY6" fmla="*/ 134208 h 15267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9063" h="152679" fill="norm" stroke="1" extrusionOk="0">
                            <a:moveTo>
                              <a:pt x="25104" y="134208"/>
                            </a:moveTo>
                            <a:cubicBezTo>
                              <a:pt x="49054" y="88895"/>
                              <a:pt x="67810" y="41273"/>
                              <a:pt x="79064" y="1443"/>
                            </a:cubicBezTo>
                            <a:cubicBezTo>
                              <a:pt x="74735" y="866"/>
                              <a:pt x="70407" y="577"/>
                              <a:pt x="65790" y="0"/>
                            </a:cubicBezTo>
                            <a:cubicBezTo>
                              <a:pt x="54825" y="37521"/>
                              <a:pt x="37223" y="83123"/>
                              <a:pt x="13562" y="128147"/>
                            </a:cubicBezTo>
                            <a:cubicBezTo>
                              <a:pt x="9234" y="136517"/>
                              <a:pt x="4617" y="144599"/>
                              <a:pt x="0" y="152680"/>
                            </a:cubicBezTo>
                            <a:cubicBezTo>
                              <a:pt x="6348" y="150660"/>
                              <a:pt x="12696" y="148351"/>
                              <a:pt x="19045" y="146042"/>
                            </a:cubicBezTo>
                            <a:cubicBezTo>
                              <a:pt x="20776" y="142001"/>
                              <a:pt x="22796" y="137960"/>
                              <a:pt x="25104" y="13420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1" name="Полилиния 10"/>
                      <p:cNvSpPr/>
                      <p:nvPr/>
                    </p:nvSpPr>
                    <p:spPr bwMode="auto">
                      <a:xfrm>
                        <a:off x="10466265" y="467913"/>
                        <a:ext cx="77042" cy="153257"/>
                      </a:xfrm>
                      <a:custGeom>
                        <a:avLst/>
                        <a:gdLst>
                          <a:gd name="connsiteX0" fmla="*/ 68387 w 77043"/>
                          <a:gd name="connsiteY0" fmla="*/ 15874 h 153257"/>
                          <a:gd name="connsiteX1" fmla="*/ 77044 w 77043"/>
                          <a:gd name="connsiteY1" fmla="*/ 0 h 153257"/>
                          <a:gd name="connsiteX2" fmla="*/ 58576 w 77043"/>
                          <a:gd name="connsiteY2" fmla="*/ 6061 h 153257"/>
                          <a:gd name="connsiteX3" fmla="*/ 56556 w 77043"/>
                          <a:gd name="connsiteY3" fmla="*/ 9813 h 153257"/>
                          <a:gd name="connsiteX4" fmla="*/ 0 w 77043"/>
                          <a:gd name="connsiteY4" fmla="*/ 152391 h 153257"/>
                          <a:gd name="connsiteX5" fmla="*/ 13273 w 77043"/>
                          <a:gd name="connsiteY5" fmla="*/ 153257 h 153257"/>
                          <a:gd name="connsiteX6" fmla="*/ 68387 w 77043"/>
                          <a:gd name="connsiteY6" fmla="*/ 15874 h 153257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77043" h="153257" fill="norm" stroke="1" extrusionOk="0">
                            <a:moveTo>
                              <a:pt x="68387" y="15874"/>
                            </a:moveTo>
                            <a:cubicBezTo>
                              <a:pt x="71273" y="10390"/>
                              <a:pt x="74158" y="5195"/>
                              <a:pt x="77044" y="0"/>
                            </a:cubicBezTo>
                            <a:cubicBezTo>
                              <a:pt x="70695" y="2020"/>
                              <a:pt x="64636" y="4041"/>
                              <a:pt x="58576" y="6061"/>
                            </a:cubicBezTo>
                            <a:cubicBezTo>
                              <a:pt x="57999" y="7215"/>
                              <a:pt x="57134" y="8370"/>
                              <a:pt x="56556" y="9813"/>
                            </a:cubicBezTo>
                            <a:cubicBezTo>
                              <a:pt x="30010" y="60033"/>
                              <a:pt x="10965" y="109098"/>
                              <a:pt x="0" y="152391"/>
                            </a:cubicBezTo>
                            <a:cubicBezTo>
                              <a:pt x="4328" y="152680"/>
                              <a:pt x="8657" y="152969"/>
                              <a:pt x="13273" y="153257"/>
                            </a:cubicBezTo>
                            <a:cubicBezTo>
                              <a:pt x="23950" y="112850"/>
                              <a:pt x="41840" y="65805"/>
                              <a:pt x="68387" y="15874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13" name="Рисунок 4"/>
                      <p:cNvGrpSpPr/>
                      <p:nvPr/>
                    </p:nvGrpSpPr>
                    <p:grpSpPr bwMode="auto">
                      <a:xfrm>
                        <a:off x="10452557" y="413364"/>
                        <a:ext cx="320302" cy="223391"/>
                        <a:chOff x="10452557" y="413364"/>
                        <a:chExt cx="320302" cy="223391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14" name="Полилиния 13"/>
                        <p:cNvSpPr/>
                        <p:nvPr/>
                      </p:nvSpPr>
                      <p:spPr bwMode="auto">
                        <a:xfrm>
                          <a:off x="10503200" y="546706"/>
                          <a:ext cx="161301" cy="87163"/>
                        </a:xfrm>
                        <a:custGeom>
                          <a:avLst/>
                          <a:gdLst>
                            <a:gd name="connsiteX0" fmla="*/ 5771 w 161301"/>
                            <a:gd name="connsiteY0" fmla="*/ 0 h 87163"/>
                            <a:gd name="connsiteX1" fmla="*/ 0 w 161301"/>
                            <a:gd name="connsiteY1" fmla="*/ 13854 h 87163"/>
                            <a:gd name="connsiteX2" fmla="*/ 69830 w 161301"/>
                            <a:gd name="connsiteY2" fmla="*/ 60033 h 87163"/>
                            <a:gd name="connsiteX3" fmla="*/ 153222 w 161301"/>
                            <a:gd name="connsiteY3" fmla="*/ 87163 h 87163"/>
                            <a:gd name="connsiteX4" fmla="*/ 161301 w 161301"/>
                            <a:gd name="connsiteY4" fmla="*/ 74464 h 87163"/>
                            <a:gd name="connsiteX5" fmla="*/ 75601 w 161301"/>
                            <a:gd name="connsiteY5" fmla="*/ 47622 h 87163"/>
                            <a:gd name="connsiteX6" fmla="*/ 5771 w 161301"/>
                            <a:gd name="connsiteY6" fmla="*/ 0 h 87163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161301" h="87163" fill="norm" stroke="1" extrusionOk="0">
                              <a:moveTo>
                                <a:pt x="5771" y="0"/>
                              </a:moveTo>
                              <a:cubicBezTo>
                                <a:pt x="3751" y="4618"/>
                                <a:pt x="1731" y="9236"/>
                                <a:pt x="0" y="13854"/>
                              </a:cubicBezTo>
                              <a:cubicBezTo>
                                <a:pt x="19044" y="30882"/>
                                <a:pt x="42706" y="46756"/>
                                <a:pt x="69830" y="60033"/>
                              </a:cubicBezTo>
                              <a:cubicBezTo>
                                <a:pt x="97819" y="73598"/>
                                <a:pt x="126386" y="82834"/>
                                <a:pt x="153222" y="87163"/>
                              </a:cubicBezTo>
                              <a:cubicBezTo>
                                <a:pt x="156107" y="83123"/>
                                <a:pt x="158704" y="78793"/>
                                <a:pt x="161301" y="74464"/>
                              </a:cubicBezTo>
                              <a:cubicBezTo>
                                <a:pt x="134177" y="71001"/>
                                <a:pt x="104456" y="61765"/>
                                <a:pt x="75601" y="47622"/>
                              </a:cubicBezTo>
                              <a:cubicBezTo>
                                <a:pt x="48477" y="34346"/>
                                <a:pt x="24527" y="17606"/>
                                <a:pt x="5771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15" name="Полилиния 14"/>
                        <p:cNvSpPr/>
                        <p:nvPr/>
                      </p:nvSpPr>
                      <p:spPr bwMode="auto">
                        <a:xfrm>
                          <a:off x="10452557" y="413364"/>
                          <a:ext cx="320302" cy="223391"/>
                        </a:xfrm>
                        <a:custGeom>
                          <a:avLst/>
                          <a:gdLst>
                            <a:gd name="connsiteX0" fmla="*/ 297068 w 320303"/>
                            <a:gd name="connsiteY0" fmla="*/ 105346 h 223391"/>
                            <a:gd name="connsiteX1" fmla="*/ 200114 w 320303"/>
                            <a:gd name="connsiteY1" fmla="*/ 30016 h 223391"/>
                            <a:gd name="connsiteX2" fmla="*/ 83827 w 320303"/>
                            <a:gd name="connsiteY2" fmla="*/ 0 h 223391"/>
                            <a:gd name="connsiteX3" fmla="*/ 5341 w 320303"/>
                            <a:gd name="connsiteY3" fmla="*/ 36077 h 223391"/>
                            <a:gd name="connsiteX4" fmla="*/ 40256 w 320303"/>
                            <a:gd name="connsiteY4" fmla="*/ 137383 h 223391"/>
                            <a:gd name="connsiteX5" fmla="*/ 46027 w 320303"/>
                            <a:gd name="connsiteY5" fmla="*/ 123241 h 223391"/>
                            <a:gd name="connsiteX6" fmla="*/ 17460 w 320303"/>
                            <a:gd name="connsiteY6" fmla="*/ 42138 h 223391"/>
                            <a:gd name="connsiteX7" fmla="*/ 83538 w 320303"/>
                            <a:gd name="connsiteY7" fmla="*/ 13854 h 223391"/>
                            <a:gd name="connsiteX8" fmla="*/ 193766 w 320303"/>
                            <a:gd name="connsiteY8" fmla="*/ 42427 h 223391"/>
                            <a:gd name="connsiteX9" fmla="*/ 285526 w 320303"/>
                            <a:gd name="connsiteY9" fmla="*/ 113716 h 223391"/>
                            <a:gd name="connsiteX10" fmla="*/ 302262 w 320303"/>
                            <a:gd name="connsiteY10" fmla="*/ 181253 h 223391"/>
                            <a:gd name="connsiteX11" fmla="*/ 236183 w 320303"/>
                            <a:gd name="connsiteY11" fmla="*/ 209538 h 223391"/>
                            <a:gd name="connsiteX12" fmla="*/ 226372 w 320303"/>
                            <a:gd name="connsiteY12" fmla="*/ 209249 h 223391"/>
                            <a:gd name="connsiteX13" fmla="*/ 218004 w 320303"/>
                            <a:gd name="connsiteY13" fmla="*/ 222526 h 223391"/>
                            <a:gd name="connsiteX14" fmla="*/ 236183 w 320303"/>
                            <a:gd name="connsiteY14" fmla="*/ 223392 h 223391"/>
                            <a:gd name="connsiteX15" fmla="*/ 314670 w 320303"/>
                            <a:gd name="connsiteY15" fmla="*/ 187314 h 223391"/>
                            <a:gd name="connsiteX16" fmla="*/ 297068 w 320303"/>
                            <a:gd name="connsiteY16" fmla="*/ 105346 h 223391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320303" h="223391" fill="norm" stroke="1" extrusionOk="0">
                              <a:moveTo>
                                <a:pt x="297068" y="105346"/>
                              </a:moveTo>
                              <a:cubicBezTo>
                                <a:pt x="275426" y="76484"/>
                                <a:pt x="240800" y="49643"/>
                                <a:pt x="200114" y="30016"/>
                              </a:cubicBezTo>
                              <a:cubicBezTo>
                                <a:pt x="160582" y="10679"/>
                                <a:pt x="119319" y="0"/>
                                <a:pt x="83827" y="0"/>
                              </a:cubicBezTo>
                              <a:cubicBezTo>
                                <a:pt x="44584" y="0"/>
                                <a:pt x="16883" y="12699"/>
                                <a:pt x="5341" y="36077"/>
                              </a:cubicBezTo>
                              <a:cubicBezTo>
                                <a:pt x="-8799" y="64939"/>
                                <a:pt x="5918" y="102749"/>
                                <a:pt x="40256" y="137383"/>
                              </a:cubicBezTo>
                              <a:cubicBezTo>
                                <a:pt x="42275" y="132765"/>
                                <a:pt x="44007" y="127859"/>
                                <a:pt x="46027" y="123241"/>
                              </a:cubicBezTo>
                              <a:cubicBezTo>
                                <a:pt x="19191" y="94379"/>
                                <a:pt x="7072" y="63785"/>
                                <a:pt x="17460" y="42138"/>
                              </a:cubicBezTo>
                              <a:cubicBezTo>
                                <a:pt x="26116" y="24244"/>
                                <a:pt x="50355" y="13854"/>
                                <a:pt x="83538" y="13854"/>
                              </a:cubicBezTo>
                              <a:cubicBezTo>
                                <a:pt x="117011" y="13854"/>
                                <a:pt x="156254" y="23955"/>
                                <a:pt x="193766" y="42427"/>
                              </a:cubicBezTo>
                              <a:cubicBezTo>
                                <a:pt x="232432" y="61476"/>
                                <a:pt x="265038" y="86586"/>
                                <a:pt x="285526" y="113716"/>
                              </a:cubicBezTo>
                              <a:cubicBezTo>
                                <a:pt x="304859" y="139403"/>
                                <a:pt x="310918" y="163359"/>
                                <a:pt x="302262" y="181253"/>
                              </a:cubicBezTo>
                              <a:cubicBezTo>
                                <a:pt x="293605" y="199148"/>
                                <a:pt x="269367" y="209538"/>
                                <a:pt x="236183" y="209538"/>
                              </a:cubicBezTo>
                              <a:cubicBezTo>
                                <a:pt x="233009" y="209538"/>
                                <a:pt x="229546" y="209249"/>
                                <a:pt x="226372" y="209249"/>
                              </a:cubicBezTo>
                              <a:cubicBezTo>
                                <a:pt x="223487" y="213579"/>
                                <a:pt x="220890" y="218197"/>
                                <a:pt x="218004" y="222526"/>
                              </a:cubicBezTo>
                              <a:cubicBezTo>
                                <a:pt x="224064" y="223103"/>
                                <a:pt x="230123" y="223392"/>
                                <a:pt x="236183" y="223392"/>
                              </a:cubicBezTo>
                              <a:cubicBezTo>
                                <a:pt x="275426" y="223392"/>
                                <a:pt x="303127" y="210692"/>
                                <a:pt x="314670" y="187314"/>
                              </a:cubicBezTo>
                              <a:cubicBezTo>
                                <a:pt x="326212" y="164513"/>
                                <a:pt x="319863" y="135651"/>
                                <a:pt x="297068" y="105346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288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16" name="Полилиния 15"/>
                      <p:cNvSpPr/>
                      <p:nvPr/>
                    </p:nvSpPr>
                    <p:spPr bwMode="auto">
                      <a:xfrm>
                        <a:off x="10454912" y="602121"/>
                        <a:ext cx="230941" cy="171151"/>
                      </a:xfrm>
                      <a:custGeom>
                        <a:avLst/>
                        <a:gdLst>
                          <a:gd name="connsiteX0" fmla="*/ 211897 w 230941"/>
                          <a:gd name="connsiteY0" fmla="*/ 6350 h 171151"/>
                          <a:gd name="connsiteX1" fmla="*/ 49731 w 230941"/>
                          <a:gd name="connsiteY1" fmla="*/ 158164 h 171151"/>
                          <a:gd name="connsiteX2" fmla="*/ 35014 w 230941"/>
                          <a:gd name="connsiteY2" fmla="*/ 154700 h 171151"/>
                          <a:gd name="connsiteX3" fmla="*/ 21164 w 230941"/>
                          <a:gd name="connsiteY3" fmla="*/ 32325 h 171151"/>
                          <a:gd name="connsiteX4" fmla="*/ 7890 w 230941"/>
                          <a:gd name="connsiteY4" fmla="*/ 31460 h 171151"/>
                          <a:gd name="connsiteX5" fmla="*/ 28955 w 230941"/>
                          <a:gd name="connsiteY5" fmla="*/ 166245 h 171151"/>
                          <a:gd name="connsiteX6" fmla="*/ 49731 w 230941"/>
                          <a:gd name="connsiteY6" fmla="*/ 171152 h 171151"/>
                          <a:gd name="connsiteX7" fmla="*/ 230942 w 230941"/>
                          <a:gd name="connsiteY7" fmla="*/ 0 h 171151"/>
                          <a:gd name="connsiteX8" fmla="*/ 211897 w 230941"/>
                          <a:gd name="connsiteY8" fmla="*/ 6350 h 17115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30941" h="171151" fill="norm" stroke="1" extrusionOk="0">
                            <a:moveTo>
                              <a:pt x="211897" y="6350"/>
                            </a:moveTo>
                            <a:cubicBezTo>
                              <a:pt x="157072" y="95245"/>
                              <a:pt x="91282" y="158164"/>
                              <a:pt x="49731" y="158164"/>
                            </a:cubicBezTo>
                            <a:cubicBezTo>
                              <a:pt x="44248" y="158164"/>
                              <a:pt x="39343" y="157009"/>
                              <a:pt x="35014" y="154700"/>
                            </a:cubicBezTo>
                            <a:cubicBezTo>
                              <a:pt x="12507" y="142867"/>
                              <a:pt x="6448" y="96976"/>
                              <a:pt x="21164" y="32325"/>
                            </a:cubicBezTo>
                            <a:cubicBezTo>
                              <a:pt x="16547" y="32037"/>
                              <a:pt x="12219" y="31748"/>
                              <a:pt x="7890" y="31460"/>
                            </a:cubicBezTo>
                            <a:cubicBezTo>
                              <a:pt x="-7114" y="99285"/>
                              <a:pt x="-1055" y="150660"/>
                              <a:pt x="28955" y="166245"/>
                            </a:cubicBezTo>
                            <a:cubicBezTo>
                              <a:pt x="35014" y="169420"/>
                              <a:pt x="42228" y="171152"/>
                              <a:pt x="49731" y="171152"/>
                            </a:cubicBezTo>
                            <a:cubicBezTo>
                              <a:pt x="99073" y="171152"/>
                              <a:pt x="171212" y="102171"/>
                              <a:pt x="230942" y="0"/>
                            </a:cubicBezTo>
                            <a:cubicBezTo>
                              <a:pt x="224882" y="2598"/>
                              <a:pt x="218534" y="4618"/>
                              <a:pt x="211897" y="635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17" name="Рисунок 4"/>
                    <p:cNvGrpSpPr/>
                    <p:nvPr/>
                  </p:nvGrpSpPr>
                  <p:grpSpPr bwMode="auto">
                    <a:xfrm>
                      <a:off x="10376966" y="420579"/>
                      <a:ext cx="472032" cy="208672"/>
                      <a:chOff x="10376966" y="420579"/>
                      <a:chExt cx="472032" cy="208672"/>
                    </a:xfrm>
                    <a:solidFill>
                      <a:srgbClr val="0061AF"/>
                    </a:solidFill>
                  </p:grpSpPr>
                  <p:sp>
                    <p:nvSpPr>
                      <p:cNvPr id="18" name="Полилиния 17"/>
                      <p:cNvSpPr/>
                      <p:nvPr/>
                    </p:nvSpPr>
                    <p:spPr bwMode="auto">
                      <a:xfrm>
                        <a:off x="10598134" y="557962"/>
                        <a:ext cx="157550" cy="57723"/>
                      </a:xfrm>
                      <a:custGeom>
                        <a:avLst/>
                        <a:gdLst>
                          <a:gd name="connsiteX0" fmla="*/ 32029 w 157550"/>
                          <a:gd name="connsiteY0" fmla="*/ 42138 h 57723"/>
                          <a:gd name="connsiteX1" fmla="*/ 0 w 157550"/>
                          <a:gd name="connsiteY1" fmla="*/ 48777 h 57723"/>
                          <a:gd name="connsiteX2" fmla="*/ 25393 w 157550"/>
                          <a:gd name="connsiteY2" fmla="*/ 57724 h 57723"/>
                          <a:gd name="connsiteX3" fmla="*/ 34915 w 157550"/>
                          <a:gd name="connsiteY3" fmla="*/ 55704 h 57723"/>
                          <a:gd name="connsiteX4" fmla="*/ 157550 w 157550"/>
                          <a:gd name="connsiteY4" fmla="*/ 13276 h 57723"/>
                          <a:gd name="connsiteX5" fmla="*/ 153799 w 157550"/>
                          <a:gd name="connsiteY5" fmla="*/ 0 h 57723"/>
                          <a:gd name="connsiteX6" fmla="*/ 32029 w 157550"/>
                          <a:gd name="connsiteY6" fmla="*/ 42138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7550" h="57723" fill="norm" stroke="1" extrusionOk="0">
                            <a:moveTo>
                              <a:pt x="32029" y="42138"/>
                            </a:moveTo>
                            <a:cubicBezTo>
                              <a:pt x="21353" y="44736"/>
                              <a:pt x="10676" y="46756"/>
                              <a:pt x="0" y="48777"/>
                            </a:cubicBezTo>
                            <a:cubicBezTo>
                              <a:pt x="8657" y="52240"/>
                              <a:pt x="17025" y="55126"/>
                              <a:pt x="25393" y="57724"/>
                            </a:cubicBezTo>
                            <a:cubicBezTo>
                              <a:pt x="28567" y="57147"/>
                              <a:pt x="31741" y="56281"/>
                              <a:pt x="34915" y="55704"/>
                            </a:cubicBezTo>
                            <a:cubicBezTo>
                              <a:pt x="80218" y="45313"/>
                              <a:pt x="122346" y="30594"/>
                              <a:pt x="157550" y="13276"/>
                            </a:cubicBezTo>
                            <a:cubicBezTo>
                              <a:pt x="156684" y="8947"/>
                              <a:pt x="155530" y="4618"/>
                              <a:pt x="153799" y="0"/>
                            </a:cubicBezTo>
                            <a:cubicBezTo>
                              <a:pt x="119461" y="17029"/>
                              <a:pt x="77332" y="31748"/>
                              <a:pt x="32029" y="42138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9" name="Полилиния 18"/>
                      <p:cNvSpPr/>
                      <p:nvPr/>
                    </p:nvSpPr>
                    <p:spPr bwMode="auto">
                      <a:xfrm>
                        <a:off x="10464534" y="437319"/>
                        <a:ext cx="149759" cy="57723"/>
                      </a:xfrm>
                      <a:custGeom>
                        <a:avLst/>
                        <a:gdLst>
                          <a:gd name="connsiteX0" fmla="*/ 0 w 149759"/>
                          <a:gd name="connsiteY0" fmla="*/ 44159 h 57723"/>
                          <a:gd name="connsiteX1" fmla="*/ 3174 w 149759"/>
                          <a:gd name="connsiteY1" fmla="*/ 57724 h 57723"/>
                          <a:gd name="connsiteX2" fmla="*/ 131003 w 149759"/>
                          <a:gd name="connsiteY2" fmla="*/ 12411 h 57723"/>
                          <a:gd name="connsiteX3" fmla="*/ 149759 w 149759"/>
                          <a:gd name="connsiteY3" fmla="*/ 8370 h 57723"/>
                          <a:gd name="connsiteX4" fmla="*/ 123501 w 149759"/>
                          <a:gd name="connsiteY4" fmla="*/ 0 h 57723"/>
                          <a:gd name="connsiteX5" fmla="*/ 0 w 149759"/>
                          <a:gd name="connsiteY5" fmla="*/ 44159 h 57723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149759" h="57723" fill="norm" stroke="1" extrusionOk="0">
                            <a:moveTo>
                              <a:pt x="0" y="44159"/>
                            </a:moveTo>
                            <a:cubicBezTo>
                              <a:pt x="577" y="48488"/>
                              <a:pt x="1731" y="53106"/>
                              <a:pt x="3174" y="57724"/>
                            </a:cubicBezTo>
                            <a:cubicBezTo>
                              <a:pt x="36646" y="40407"/>
                              <a:pt x="79929" y="24244"/>
                              <a:pt x="131003" y="12411"/>
                            </a:cubicBezTo>
                            <a:cubicBezTo>
                              <a:pt x="137351" y="10968"/>
                              <a:pt x="143411" y="9524"/>
                              <a:pt x="149759" y="8370"/>
                            </a:cubicBezTo>
                            <a:cubicBezTo>
                              <a:pt x="140814" y="5195"/>
                              <a:pt x="132157" y="2309"/>
                              <a:pt x="123501" y="0"/>
                            </a:cubicBezTo>
                            <a:cubicBezTo>
                              <a:pt x="76178" y="11545"/>
                              <a:pt x="34049" y="26842"/>
                              <a:pt x="0" y="4415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0" name="Полилиния 19"/>
                      <p:cNvSpPr/>
                      <p:nvPr/>
                    </p:nvSpPr>
                    <p:spPr bwMode="auto">
                      <a:xfrm>
                        <a:off x="10376966" y="488405"/>
                        <a:ext cx="220302" cy="140846"/>
                      </a:xfrm>
                      <a:custGeom>
                        <a:avLst/>
                        <a:gdLst>
                          <a:gd name="connsiteX0" fmla="*/ 196064 w 220302"/>
                          <a:gd name="connsiteY0" fmla="*/ 122375 h 140846"/>
                          <a:gd name="connsiteX1" fmla="*/ 127966 w 220302"/>
                          <a:gd name="connsiteY1" fmla="*/ 127281 h 140846"/>
                          <a:gd name="connsiteX2" fmla="*/ 14276 w 220302"/>
                          <a:gd name="connsiteY2" fmla="*/ 88029 h 140846"/>
                          <a:gd name="connsiteX3" fmla="*/ 78623 w 220302"/>
                          <a:gd name="connsiteY3" fmla="*/ 13565 h 140846"/>
                          <a:gd name="connsiteX4" fmla="*/ 74872 w 220302"/>
                          <a:gd name="connsiteY4" fmla="*/ 0 h 140846"/>
                          <a:gd name="connsiteX5" fmla="*/ 1002 w 220302"/>
                          <a:gd name="connsiteY5" fmla="*/ 90915 h 140846"/>
                          <a:gd name="connsiteX6" fmla="*/ 128254 w 220302"/>
                          <a:gd name="connsiteY6" fmla="*/ 140846 h 140846"/>
                          <a:gd name="connsiteX7" fmla="*/ 220303 w 220302"/>
                          <a:gd name="connsiteY7" fmla="*/ 132476 h 140846"/>
                          <a:gd name="connsiteX8" fmla="*/ 196064 w 220302"/>
                          <a:gd name="connsiteY8" fmla="*/ 122375 h 14084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220302" h="140846" fill="norm" stroke="1" extrusionOk="0">
                            <a:moveTo>
                              <a:pt x="196064" y="122375"/>
                            </a:moveTo>
                            <a:cubicBezTo>
                              <a:pt x="172403" y="125550"/>
                              <a:pt x="149318" y="127281"/>
                              <a:pt x="127966" y="127281"/>
                            </a:cubicBezTo>
                            <a:cubicBezTo>
                              <a:pt x="63330" y="127281"/>
                              <a:pt x="19758" y="112273"/>
                              <a:pt x="14276" y="88029"/>
                            </a:cubicBezTo>
                            <a:cubicBezTo>
                              <a:pt x="9659" y="67537"/>
                              <a:pt x="33320" y="39541"/>
                              <a:pt x="78623" y="13565"/>
                            </a:cubicBezTo>
                            <a:cubicBezTo>
                              <a:pt x="76892" y="8947"/>
                              <a:pt x="75737" y="4618"/>
                              <a:pt x="74872" y="0"/>
                            </a:cubicBezTo>
                            <a:cubicBezTo>
                              <a:pt x="23509" y="28862"/>
                              <a:pt x="-5923" y="62053"/>
                              <a:pt x="1002" y="90915"/>
                            </a:cubicBezTo>
                            <a:cubicBezTo>
                              <a:pt x="8505" y="122663"/>
                              <a:pt x="54673" y="140846"/>
                              <a:pt x="128254" y="140846"/>
                            </a:cubicBezTo>
                            <a:cubicBezTo>
                              <a:pt x="156821" y="140846"/>
                              <a:pt x="188273" y="137960"/>
                              <a:pt x="220303" y="132476"/>
                            </a:cubicBezTo>
                            <a:cubicBezTo>
                              <a:pt x="211934" y="129590"/>
                              <a:pt x="203855" y="126127"/>
                              <a:pt x="196064" y="12237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1" name="Полилиния 20"/>
                      <p:cNvSpPr/>
                      <p:nvPr/>
                    </p:nvSpPr>
                    <p:spPr bwMode="auto">
                      <a:xfrm>
                        <a:off x="10615159" y="420579"/>
                        <a:ext cx="233838" cy="143732"/>
                      </a:xfrm>
                      <a:custGeom>
                        <a:avLst/>
                        <a:gdLst>
                          <a:gd name="connsiteX0" fmla="*/ 232862 w 233839"/>
                          <a:gd name="connsiteY0" fmla="*/ 49931 h 143732"/>
                          <a:gd name="connsiteX1" fmla="*/ 105610 w 233839"/>
                          <a:gd name="connsiteY1" fmla="*/ 0 h 143732"/>
                          <a:gd name="connsiteX2" fmla="*/ 0 w 233839"/>
                          <a:gd name="connsiteY2" fmla="*/ 10968 h 143732"/>
                          <a:gd name="connsiteX3" fmla="*/ 24238 w 233839"/>
                          <a:gd name="connsiteY3" fmla="*/ 20492 h 143732"/>
                          <a:gd name="connsiteX4" fmla="*/ 105610 w 233839"/>
                          <a:gd name="connsiteY4" fmla="*/ 13565 h 143732"/>
                          <a:gd name="connsiteX5" fmla="*/ 219300 w 233839"/>
                          <a:gd name="connsiteY5" fmla="*/ 52817 h 143732"/>
                          <a:gd name="connsiteX6" fmla="*/ 168804 w 233839"/>
                          <a:gd name="connsiteY6" fmla="*/ 118911 h 143732"/>
                          <a:gd name="connsiteX7" fmla="*/ 148893 w 233839"/>
                          <a:gd name="connsiteY7" fmla="*/ 130456 h 143732"/>
                          <a:gd name="connsiteX8" fmla="*/ 153222 w 233839"/>
                          <a:gd name="connsiteY8" fmla="*/ 143733 h 143732"/>
                          <a:gd name="connsiteX9" fmla="*/ 176306 w 233839"/>
                          <a:gd name="connsiteY9" fmla="*/ 130456 h 143732"/>
                          <a:gd name="connsiteX10" fmla="*/ 232862 w 233839"/>
                          <a:gd name="connsiteY10" fmla="*/ 49931 h 14373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33839" h="143732" fill="norm" stroke="1" extrusionOk="0">
                            <a:moveTo>
                              <a:pt x="232862" y="49931"/>
                            </a:moveTo>
                            <a:cubicBezTo>
                              <a:pt x="225649" y="18183"/>
                              <a:pt x="179191" y="0"/>
                              <a:pt x="105610" y="0"/>
                            </a:cubicBezTo>
                            <a:cubicBezTo>
                              <a:pt x="73004" y="0"/>
                              <a:pt x="36646" y="3752"/>
                              <a:pt x="0" y="10968"/>
                            </a:cubicBezTo>
                            <a:cubicBezTo>
                              <a:pt x="8080" y="13854"/>
                              <a:pt x="16159" y="17029"/>
                              <a:pt x="24238" y="20492"/>
                            </a:cubicBezTo>
                            <a:cubicBezTo>
                              <a:pt x="52517" y="15874"/>
                              <a:pt x="80218" y="13565"/>
                              <a:pt x="105610" y="13565"/>
                            </a:cubicBezTo>
                            <a:cubicBezTo>
                              <a:pt x="170246" y="13565"/>
                              <a:pt x="213818" y="28573"/>
                              <a:pt x="219300" y="52817"/>
                            </a:cubicBezTo>
                            <a:cubicBezTo>
                              <a:pt x="223629" y="71289"/>
                              <a:pt x="205161" y="95533"/>
                              <a:pt x="168804" y="118911"/>
                            </a:cubicBezTo>
                            <a:cubicBezTo>
                              <a:pt x="162455" y="122952"/>
                              <a:pt x="155819" y="126704"/>
                              <a:pt x="148893" y="130456"/>
                            </a:cubicBezTo>
                            <a:cubicBezTo>
                              <a:pt x="150625" y="135074"/>
                              <a:pt x="152068" y="139403"/>
                              <a:pt x="153222" y="143733"/>
                            </a:cubicBezTo>
                            <a:cubicBezTo>
                              <a:pt x="161301" y="139403"/>
                              <a:pt x="169092" y="134785"/>
                              <a:pt x="176306" y="130456"/>
                            </a:cubicBezTo>
                            <a:cubicBezTo>
                              <a:pt x="218723" y="103615"/>
                              <a:pt x="238633" y="74753"/>
                              <a:pt x="232862" y="4993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288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2" name="Полилиния 21"/>
                <p:cNvSpPr/>
                <p:nvPr/>
              </p:nvSpPr>
              <p:spPr bwMode="auto">
                <a:xfrm>
                  <a:off x="10571587" y="488116"/>
                  <a:ext cx="76178" cy="76195"/>
                </a:xfrm>
                <a:custGeom>
                  <a:avLst/>
                  <a:gdLst>
                    <a:gd name="connsiteX0" fmla="*/ 76178 w 76178"/>
                    <a:gd name="connsiteY0" fmla="*/ 38098 h 76195"/>
                    <a:gd name="connsiteX1" fmla="*/ 38089 w 76178"/>
                    <a:gd name="connsiteY1" fmla="*/ 76196 h 76195"/>
                    <a:gd name="connsiteX2" fmla="*/ 0 w 76178"/>
                    <a:gd name="connsiteY2" fmla="*/ 38098 h 76195"/>
                    <a:gd name="connsiteX3" fmla="*/ 38089 w 76178"/>
                    <a:gd name="connsiteY3" fmla="*/ 0 h 76195"/>
                    <a:gd name="connsiteX4" fmla="*/ 76178 w 76178"/>
                    <a:gd name="connsiteY4" fmla="*/ 38098 h 761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6178" h="76195" fill="norm" stroke="1" extrusionOk="0">
                      <a:moveTo>
                        <a:pt x="76178" y="38098"/>
                      </a:moveTo>
                      <a:cubicBezTo>
                        <a:pt x="76178" y="59167"/>
                        <a:pt x="59153" y="76196"/>
                        <a:pt x="38089" y="76196"/>
                      </a:cubicBezTo>
                      <a:cubicBezTo>
                        <a:pt x="17025" y="76196"/>
                        <a:pt x="0" y="59167"/>
                        <a:pt x="0" y="38098"/>
                      </a:cubicBezTo>
                      <a:cubicBezTo>
                        <a:pt x="0" y="17029"/>
                        <a:pt x="17025" y="0"/>
                        <a:pt x="38089" y="0"/>
                      </a:cubicBezTo>
                      <a:cubicBezTo>
                        <a:pt x="59153" y="0"/>
                        <a:pt x="76178" y="17029"/>
                        <a:pt x="76178" y="38098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23" name="Рисунок 4"/>
              <p:cNvGrpSpPr/>
              <p:nvPr/>
            </p:nvGrpSpPr>
            <p:grpSpPr bwMode="auto">
              <a:xfrm>
                <a:off x="10534652" y="276558"/>
                <a:ext cx="236031" cy="179521"/>
                <a:chOff x="10534652" y="276558"/>
                <a:chExt cx="236031" cy="179521"/>
              </a:xfrm>
              <a:solidFill>
                <a:srgbClr val="0061AF"/>
              </a:solidFill>
            </p:grpSpPr>
            <p:sp>
              <p:nvSpPr>
                <p:cNvPr id="24" name="Полилиния 23"/>
                <p:cNvSpPr/>
                <p:nvPr/>
              </p:nvSpPr>
              <p:spPr bwMode="auto">
                <a:xfrm>
                  <a:off x="10534652" y="424620"/>
                  <a:ext cx="33472" cy="31459"/>
                </a:xfrm>
                <a:custGeom>
                  <a:avLst/>
                  <a:gdLst>
                    <a:gd name="connsiteX0" fmla="*/ 18467 w 33472"/>
                    <a:gd name="connsiteY0" fmla="*/ 25976 h 31459"/>
                    <a:gd name="connsiteX1" fmla="*/ 33472 w 33472"/>
                    <a:gd name="connsiteY1" fmla="*/ 2020 h 31459"/>
                    <a:gd name="connsiteX2" fmla="*/ 18756 w 33472"/>
                    <a:gd name="connsiteY2" fmla="*/ 0 h 31459"/>
                    <a:gd name="connsiteX3" fmla="*/ 0 w 33472"/>
                    <a:gd name="connsiteY3" fmla="*/ 31460 h 31459"/>
                    <a:gd name="connsiteX4" fmla="*/ 18467 w 33472"/>
                    <a:gd name="connsiteY4" fmla="*/ 25976 h 31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472" h="31459" fill="norm" stroke="1" extrusionOk="0">
                      <a:moveTo>
                        <a:pt x="18467" y="25976"/>
                      </a:moveTo>
                      <a:cubicBezTo>
                        <a:pt x="23373" y="17894"/>
                        <a:pt x="28278" y="9813"/>
                        <a:pt x="33472" y="2020"/>
                      </a:cubicBezTo>
                      <a:cubicBezTo>
                        <a:pt x="28567" y="1154"/>
                        <a:pt x="23661" y="577"/>
                        <a:pt x="18756" y="0"/>
                      </a:cubicBezTo>
                      <a:cubicBezTo>
                        <a:pt x="12408" y="10102"/>
                        <a:pt x="6060" y="20492"/>
                        <a:pt x="0" y="31460"/>
                      </a:cubicBezTo>
                      <a:cubicBezTo>
                        <a:pt x="6060" y="29728"/>
                        <a:pt x="12408" y="27708"/>
                        <a:pt x="18467" y="25976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25" name="Полилиния 24"/>
                <p:cNvSpPr/>
                <p:nvPr/>
              </p:nvSpPr>
              <p:spPr bwMode="auto">
                <a:xfrm>
                  <a:off x="10562065" y="276558"/>
                  <a:ext cx="208619" cy="152968"/>
                </a:xfrm>
                <a:custGeom>
                  <a:avLst/>
                  <a:gdLst>
                    <a:gd name="connsiteX0" fmla="*/ 14428 w 208619"/>
                    <a:gd name="connsiteY0" fmla="*/ 137672 h 152968"/>
                    <a:gd name="connsiteX1" fmla="*/ 158704 w 208619"/>
                    <a:gd name="connsiteY1" fmla="*/ 13277 h 152968"/>
                    <a:gd name="connsiteX2" fmla="*/ 173420 w 208619"/>
                    <a:gd name="connsiteY2" fmla="*/ 16740 h 152968"/>
                    <a:gd name="connsiteX3" fmla="*/ 184385 w 208619"/>
                    <a:gd name="connsiteY3" fmla="*/ 151525 h 152968"/>
                    <a:gd name="connsiteX4" fmla="*/ 197659 w 208619"/>
                    <a:gd name="connsiteY4" fmla="*/ 152969 h 152968"/>
                    <a:gd name="connsiteX5" fmla="*/ 179769 w 208619"/>
                    <a:gd name="connsiteY5" fmla="*/ 4907 h 152968"/>
                    <a:gd name="connsiteX6" fmla="*/ 158993 w 208619"/>
                    <a:gd name="connsiteY6" fmla="*/ 0 h 152968"/>
                    <a:gd name="connsiteX7" fmla="*/ 0 w 208619"/>
                    <a:gd name="connsiteY7" fmla="*/ 135363 h 152968"/>
                    <a:gd name="connsiteX8" fmla="*/ 14428 w 208619"/>
                    <a:gd name="connsiteY8" fmla="*/ 137672 h 152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08619" h="152968" fill="norm" stroke="1" extrusionOk="0">
                      <a:moveTo>
                        <a:pt x="14428" y="137672"/>
                      </a:moveTo>
                      <a:cubicBezTo>
                        <a:pt x="65213" y="63496"/>
                        <a:pt x="121769" y="13277"/>
                        <a:pt x="158704" y="13277"/>
                      </a:cubicBezTo>
                      <a:cubicBezTo>
                        <a:pt x="164187" y="13277"/>
                        <a:pt x="169092" y="14431"/>
                        <a:pt x="173420" y="16740"/>
                      </a:cubicBezTo>
                      <a:cubicBezTo>
                        <a:pt x="197370" y="29439"/>
                        <a:pt x="202564" y="80525"/>
                        <a:pt x="184385" y="151525"/>
                      </a:cubicBezTo>
                      <a:cubicBezTo>
                        <a:pt x="189002" y="151814"/>
                        <a:pt x="193331" y="152391"/>
                        <a:pt x="197659" y="152969"/>
                      </a:cubicBezTo>
                      <a:cubicBezTo>
                        <a:pt x="216415" y="78793"/>
                        <a:pt x="211509" y="21646"/>
                        <a:pt x="179769" y="4907"/>
                      </a:cubicBezTo>
                      <a:cubicBezTo>
                        <a:pt x="173420" y="1732"/>
                        <a:pt x="166495" y="0"/>
                        <a:pt x="158993" y="0"/>
                      </a:cubicBezTo>
                      <a:cubicBezTo>
                        <a:pt x="115710" y="0"/>
                        <a:pt x="54825" y="53106"/>
                        <a:pt x="0" y="135363"/>
                      </a:cubicBezTo>
                      <a:cubicBezTo>
                        <a:pt x="4617" y="135940"/>
                        <a:pt x="9522" y="136806"/>
                        <a:pt x="14428" y="13767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288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26" name="Рисунок 4"/>
            <p:cNvGrpSpPr/>
            <p:nvPr/>
          </p:nvGrpSpPr>
          <p:grpSpPr bwMode="auto">
            <a:xfrm>
              <a:off x="10697974" y="665040"/>
              <a:ext cx="904613" cy="211558"/>
              <a:chOff x="10697974" y="665040"/>
              <a:chExt cx="904613" cy="211558"/>
            </a:xfrm>
            <a:solidFill>
              <a:srgbClr val="0061AF"/>
            </a:solidFill>
          </p:grpSpPr>
          <p:sp>
            <p:nvSpPr>
              <p:cNvPr id="27" name="Полилиния 26"/>
              <p:cNvSpPr/>
              <p:nvPr/>
            </p:nvSpPr>
            <p:spPr bwMode="auto">
              <a:xfrm>
                <a:off x="10697974" y="665040"/>
                <a:ext cx="207469" cy="211558"/>
              </a:xfrm>
              <a:custGeom>
                <a:avLst/>
                <a:gdLst>
                  <a:gd name="connsiteX0" fmla="*/ 174863 w 207469"/>
                  <a:gd name="connsiteY0" fmla="*/ 211558 h 211558"/>
                  <a:gd name="connsiteX1" fmla="*/ 174863 w 207469"/>
                  <a:gd name="connsiteY1" fmla="*/ 61187 h 211558"/>
                  <a:gd name="connsiteX2" fmla="*/ 103879 w 207469"/>
                  <a:gd name="connsiteY2" fmla="*/ 150660 h 211558"/>
                  <a:gd name="connsiteX3" fmla="*/ 32606 w 207469"/>
                  <a:gd name="connsiteY3" fmla="*/ 61187 h 211558"/>
                  <a:gd name="connsiteX4" fmla="*/ 32606 w 207469"/>
                  <a:gd name="connsiteY4" fmla="*/ 211558 h 211558"/>
                  <a:gd name="connsiteX5" fmla="*/ 0 w 207469"/>
                  <a:gd name="connsiteY5" fmla="*/ 211558 h 211558"/>
                  <a:gd name="connsiteX6" fmla="*/ 0 w 207469"/>
                  <a:gd name="connsiteY6" fmla="*/ 0 h 211558"/>
                  <a:gd name="connsiteX7" fmla="*/ 19045 w 207469"/>
                  <a:gd name="connsiteY7" fmla="*/ 0 h 211558"/>
                  <a:gd name="connsiteX8" fmla="*/ 103879 w 207469"/>
                  <a:gd name="connsiteY8" fmla="*/ 107367 h 211558"/>
                  <a:gd name="connsiteX9" fmla="*/ 188714 w 207469"/>
                  <a:gd name="connsiteY9" fmla="*/ 0 h 211558"/>
                  <a:gd name="connsiteX10" fmla="*/ 207470 w 207469"/>
                  <a:gd name="connsiteY10" fmla="*/ 0 h 211558"/>
                  <a:gd name="connsiteX11" fmla="*/ 207470 w 207469"/>
                  <a:gd name="connsiteY11" fmla="*/ 211558 h 211558"/>
                  <a:gd name="connsiteX12" fmla="*/ 174863 w 207469"/>
                  <a:gd name="connsiteY12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469" h="211558" fill="norm" stroke="1" extrusionOk="0">
                    <a:moveTo>
                      <a:pt x="174863" y="211558"/>
                    </a:moveTo>
                    <a:lnTo>
                      <a:pt x="174863" y="61187"/>
                    </a:lnTo>
                    <a:lnTo>
                      <a:pt x="103879" y="150660"/>
                    </a:lnTo>
                    <a:lnTo>
                      <a:pt x="32606" y="61187"/>
                    </a:lnTo>
                    <a:lnTo>
                      <a:pt x="32606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19045" y="0"/>
                    </a:lnTo>
                    <a:lnTo>
                      <a:pt x="103879" y="107367"/>
                    </a:lnTo>
                    <a:lnTo>
                      <a:pt x="188714" y="0"/>
                    </a:lnTo>
                    <a:lnTo>
                      <a:pt x="207470" y="0"/>
                    </a:lnTo>
                    <a:lnTo>
                      <a:pt x="207470" y="211558"/>
                    </a:lnTo>
                    <a:lnTo>
                      <a:pt x="174863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8" name="Полилиния 27"/>
              <p:cNvSpPr/>
              <p:nvPr/>
            </p:nvSpPr>
            <p:spPr bwMode="auto">
              <a:xfrm>
                <a:off x="10932279" y="665040"/>
                <a:ext cx="163321" cy="211558"/>
              </a:xfrm>
              <a:custGeom>
                <a:avLst/>
                <a:gdLst>
                  <a:gd name="connsiteX0" fmla="*/ 130715 w 163321"/>
                  <a:gd name="connsiteY0" fmla="*/ 211558 h 211558"/>
                  <a:gd name="connsiteX1" fmla="*/ 130715 w 163321"/>
                  <a:gd name="connsiteY1" fmla="*/ 62342 h 211558"/>
                  <a:gd name="connsiteX2" fmla="*/ 19045 w 163321"/>
                  <a:gd name="connsiteY2" fmla="*/ 211558 h 211558"/>
                  <a:gd name="connsiteX3" fmla="*/ 0 w 163321"/>
                  <a:gd name="connsiteY3" fmla="*/ 211558 h 211558"/>
                  <a:gd name="connsiteX4" fmla="*/ 0 w 163321"/>
                  <a:gd name="connsiteY4" fmla="*/ 0 h 211558"/>
                  <a:gd name="connsiteX5" fmla="*/ 32607 w 163321"/>
                  <a:gd name="connsiteY5" fmla="*/ 0 h 211558"/>
                  <a:gd name="connsiteX6" fmla="*/ 32607 w 163321"/>
                  <a:gd name="connsiteY6" fmla="*/ 149216 h 211558"/>
                  <a:gd name="connsiteX7" fmla="*/ 144277 w 163321"/>
                  <a:gd name="connsiteY7" fmla="*/ 0 h 211558"/>
                  <a:gd name="connsiteX8" fmla="*/ 163321 w 163321"/>
                  <a:gd name="connsiteY8" fmla="*/ 0 h 211558"/>
                  <a:gd name="connsiteX9" fmla="*/ 163321 w 163321"/>
                  <a:gd name="connsiteY9" fmla="*/ 211558 h 211558"/>
                  <a:gd name="connsiteX10" fmla="*/ 130715 w 163321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1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5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7" y="0"/>
                    </a:lnTo>
                    <a:lnTo>
                      <a:pt x="32607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9" name="Полилиния 28"/>
              <p:cNvSpPr/>
              <p:nvPr/>
            </p:nvSpPr>
            <p:spPr bwMode="auto">
              <a:xfrm>
                <a:off x="11439266" y="665040"/>
                <a:ext cx="163320" cy="211558"/>
              </a:xfrm>
              <a:custGeom>
                <a:avLst/>
                <a:gdLst>
                  <a:gd name="connsiteX0" fmla="*/ 130715 w 163320"/>
                  <a:gd name="connsiteY0" fmla="*/ 211558 h 211558"/>
                  <a:gd name="connsiteX1" fmla="*/ 130715 w 163320"/>
                  <a:gd name="connsiteY1" fmla="*/ 62342 h 211558"/>
                  <a:gd name="connsiteX2" fmla="*/ 19044 w 163320"/>
                  <a:gd name="connsiteY2" fmla="*/ 211558 h 211558"/>
                  <a:gd name="connsiteX3" fmla="*/ 0 w 163320"/>
                  <a:gd name="connsiteY3" fmla="*/ 211558 h 211558"/>
                  <a:gd name="connsiteX4" fmla="*/ 0 w 163320"/>
                  <a:gd name="connsiteY4" fmla="*/ 0 h 211558"/>
                  <a:gd name="connsiteX5" fmla="*/ 32606 w 163320"/>
                  <a:gd name="connsiteY5" fmla="*/ 0 h 211558"/>
                  <a:gd name="connsiteX6" fmla="*/ 32606 w 163320"/>
                  <a:gd name="connsiteY6" fmla="*/ 149216 h 211558"/>
                  <a:gd name="connsiteX7" fmla="*/ 144277 w 163320"/>
                  <a:gd name="connsiteY7" fmla="*/ 0 h 211558"/>
                  <a:gd name="connsiteX8" fmla="*/ 163321 w 163320"/>
                  <a:gd name="connsiteY8" fmla="*/ 0 h 211558"/>
                  <a:gd name="connsiteX9" fmla="*/ 163321 w 163320"/>
                  <a:gd name="connsiteY9" fmla="*/ 211558 h 211558"/>
                  <a:gd name="connsiteX10" fmla="*/ 130715 w 163320"/>
                  <a:gd name="connsiteY10" fmla="*/ 211558 h 211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3320" h="211558" fill="norm" stroke="1" extrusionOk="0">
                    <a:moveTo>
                      <a:pt x="130715" y="211558"/>
                    </a:moveTo>
                    <a:lnTo>
                      <a:pt x="130715" y="62342"/>
                    </a:lnTo>
                    <a:lnTo>
                      <a:pt x="19044" y="211558"/>
                    </a:lnTo>
                    <a:lnTo>
                      <a:pt x="0" y="211558"/>
                    </a:lnTo>
                    <a:lnTo>
                      <a:pt x="0" y="0"/>
                    </a:lnTo>
                    <a:lnTo>
                      <a:pt x="32606" y="0"/>
                    </a:lnTo>
                    <a:lnTo>
                      <a:pt x="32606" y="149216"/>
                    </a:lnTo>
                    <a:lnTo>
                      <a:pt x="144277" y="0"/>
                    </a:lnTo>
                    <a:lnTo>
                      <a:pt x="163321" y="0"/>
                    </a:lnTo>
                    <a:lnTo>
                      <a:pt x="163321" y="211558"/>
                    </a:lnTo>
                    <a:lnTo>
                      <a:pt x="130715" y="211558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30" name="Рисунок 4"/>
            <p:cNvGrpSpPr/>
            <p:nvPr/>
          </p:nvGrpSpPr>
          <p:grpSpPr bwMode="auto">
            <a:xfrm>
              <a:off x="11254015" y="502836"/>
              <a:ext cx="378870" cy="92069"/>
              <a:chOff x="11254015" y="502836"/>
              <a:chExt cx="378870" cy="92069"/>
            </a:xfrm>
            <a:solidFill>
              <a:srgbClr val="0061AF"/>
            </a:solidFill>
          </p:grpSpPr>
          <p:sp>
            <p:nvSpPr>
              <p:cNvPr id="31" name="Полилиния 30"/>
              <p:cNvSpPr/>
              <p:nvPr/>
            </p:nvSpPr>
            <p:spPr bwMode="auto">
              <a:xfrm>
                <a:off x="11254015" y="502836"/>
                <a:ext cx="76466" cy="92069"/>
              </a:xfrm>
              <a:custGeom>
                <a:avLst/>
                <a:gdLst>
                  <a:gd name="connsiteX0" fmla="*/ 57133 w 76466"/>
                  <a:gd name="connsiteY0" fmla="*/ 92070 h 92069"/>
                  <a:gd name="connsiteX1" fmla="*/ 57133 w 76466"/>
                  <a:gd name="connsiteY1" fmla="*/ 54549 h 92069"/>
                  <a:gd name="connsiteX2" fmla="*/ 19333 w 76466"/>
                  <a:gd name="connsiteY2" fmla="*/ 54549 h 92069"/>
                  <a:gd name="connsiteX3" fmla="*/ 19333 w 76466"/>
                  <a:gd name="connsiteY3" fmla="*/ 92070 h 92069"/>
                  <a:gd name="connsiteX4" fmla="*/ 0 w 76466"/>
                  <a:gd name="connsiteY4" fmla="*/ 92070 h 92069"/>
                  <a:gd name="connsiteX5" fmla="*/ 0 w 76466"/>
                  <a:gd name="connsiteY5" fmla="*/ 0 h 92069"/>
                  <a:gd name="connsiteX6" fmla="*/ 19333 w 76466"/>
                  <a:gd name="connsiteY6" fmla="*/ 0 h 92069"/>
                  <a:gd name="connsiteX7" fmla="*/ 19333 w 76466"/>
                  <a:gd name="connsiteY7" fmla="*/ 37232 h 92069"/>
                  <a:gd name="connsiteX8" fmla="*/ 57133 w 76466"/>
                  <a:gd name="connsiteY8" fmla="*/ 37232 h 92069"/>
                  <a:gd name="connsiteX9" fmla="*/ 57133 w 76466"/>
                  <a:gd name="connsiteY9" fmla="*/ 0 h 92069"/>
                  <a:gd name="connsiteX10" fmla="*/ 76467 w 76466"/>
                  <a:gd name="connsiteY10" fmla="*/ 0 h 92069"/>
                  <a:gd name="connsiteX11" fmla="*/ 76467 w 76466"/>
                  <a:gd name="connsiteY11" fmla="*/ 92070 h 92069"/>
                  <a:gd name="connsiteX12" fmla="*/ 57133 w 76466"/>
                  <a:gd name="connsiteY12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466" h="92069" fill="norm" stroke="1" extrusionOk="0">
                    <a:moveTo>
                      <a:pt x="57133" y="92070"/>
                    </a:moveTo>
                    <a:lnTo>
                      <a:pt x="57133" y="54549"/>
                    </a:lnTo>
                    <a:lnTo>
                      <a:pt x="19333" y="54549"/>
                    </a:lnTo>
                    <a:lnTo>
                      <a:pt x="1933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37232"/>
                    </a:lnTo>
                    <a:lnTo>
                      <a:pt x="57133" y="37232"/>
                    </a:lnTo>
                    <a:lnTo>
                      <a:pt x="57133" y="0"/>
                    </a:lnTo>
                    <a:lnTo>
                      <a:pt x="76467" y="0"/>
                    </a:lnTo>
                    <a:lnTo>
                      <a:pt x="76467" y="92070"/>
                    </a:lnTo>
                    <a:lnTo>
                      <a:pt x="5713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2" name="Полилиния 31"/>
              <p:cNvSpPr/>
              <p:nvPr/>
            </p:nvSpPr>
            <p:spPr bwMode="auto">
              <a:xfrm>
                <a:off x="11352412" y="502836"/>
                <a:ext cx="77332" cy="92069"/>
              </a:xfrm>
              <a:custGeom>
                <a:avLst/>
                <a:gdLst>
                  <a:gd name="connsiteX0" fmla="*/ 57711 w 77332"/>
                  <a:gd name="connsiteY0" fmla="*/ 92070 h 92069"/>
                  <a:gd name="connsiteX1" fmla="*/ 57711 w 77332"/>
                  <a:gd name="connsiteY1" fmla="*/ 34346 h 92069"/>
                  <a:gd name="connsiteX2" fmla="*/ 11253 w 77332"/>
                  <a:gd name="connsiteY2" fmla="*/ 92070 h 92069"/>
                  <a:gd name="connsiteX3" fmla="*/ 0 w 77332"/>
                  <a:gd name="connsiteY3" fmla="*/ 92070 h 92069"/>
                  <a:gd name="connsiteX4" fmla="*/ 0 w 77332"/>
                  <a:gd name="connsiteY4" fmla="*/ 0 h 92069"/>
                  <a:gd name="connsiteX5" fmla="*/ 19333 w 77332"/>
                  <a:gd name="connsiteY5" fmla="*/ 0 h 92069"/>
                  <a:gd name="connsiteX6" fmla="*/ 19333 w 77332"/>
                  <a:gd name="connsiteY6" fmla="*/ 58013 h 92069"/>
                  <a:gd name="connsiteX7" fmla="*/ 65790 w 77332"/>
                  <a:gd name="connsiteY7" fmla="*/ 0 h 92069"/>
                  <a:gd name="connsiteX8" fmla="*/ 77332 w 77332"/>
                  <a:gd name="connsiteY8" fmla="*/ 0 h 92069"/>
                  <a:gd name="connsiteX9" fmla="*/ 77332 w 77332"/>
                  <a:gd name="connsiteY9" fmla="*/ 92070 h 92069"/>
                  <a:gd name="connsiteX10" fmla="*/ 57711 w 77332"/>
                  <a:gd name="connsiteY10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7332" h="92069" fill="norm" stroke="1" extrusionOk="0">
                    <a:moveTo>
                      <a:pt x="57711" y="92070"/>
                    </a:moveTo>
                    <a:lnTo>
                      <a:pt x="57711" y="34346"/>
                    </a:lnTo>
                    <a:lnTo>
                      <a:pt x="11253" y="92070"/>
                    </a:lnTo>
                    <a:lnTo>
                      <a:pt x="0" y="92070"/>
                    </a:lnTo>
                    <a:lnTo>
                      <a:pt x="0" y="0"/>
                    </a:lnTo>
                    <a:lnTo>
                      <a:pt x="19333" y="0"/>
                    </a:lnTo>
                    <a:lnTo>
                      <a:pt x="19333" y="58013"/>
                    </a:lnTo>
                    <a:lnTo>
                      <a:pt x="65790" y="0"/>
                    </a:lnTo>
                    <a:lnTo>
                      <a:pt x="77332" y="0"/>
                    </a:lnTo>
                    <a:lnTo>
                      <a:pt x="77332" y="92070"/>
                    </a:lnTo>
                    <a:lnTo>
                      <a:pt x="57711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3" name="Полилиния 32"/>
              <p:cNvSpPr/>
              <p:nvPr/>
            </p:nvSpPr>
            <p:spPr bwMode="auto">
              <a:xfrm>
                <a:off x="11445326" y="503125"/>
                <a:ext cx="77620" cy="91781"/>
              </a:xfrm>
              <a:custGeom>
                <a:avLst/>
                <a:gdLst>
                  <a:gd name="connsiteX0" fmla="*/ 58576 w 77620"/>
                  <a:gd name="connsiteY0" fmla="*/ 91781 h 91781"/>
                  <a:gd name="connsiteX1" fmla="*/ 58576 w 77620"/>
                  <a:gd name="connsiteY1" fmla="*/ 69269 h 91781"/>
                  <a:gd name="connsiteX2" fmla="*/ 47611 w 77620"/>
                  <a:gd name="connsiteY2" fmla="*/ 69269 h 91781"/>
                  <a:gd name="connsiteX3" fmla="*/ 27990 w 77620"/>
                  <a:gd name="connsiteY3" fmla="*/ 82545 h 91781"/>
                  <a:gd name="connsiteX4" fmla="*/ 21641 w 77620"/>
                  <a:gd name="connsiteY4" fmla="*/ 91781 h 91781"/>
                  <a:gd name="connsiteX5" fmla="*/ 0 w 77620"/>
                  <a:gd name="connsiteY5" fmla="*/ 91781 h 91781"/>
                  <a:gd name="connsiteX6" fmla="*/ 8368 w 77620"/>
                  <a:gd name="connsiteY6" fmla="*/ 79659 h 91781"/>
                  <a:gd name="connsiteX7" fmla="*/ 23084 w 77620"/>
                  <a:gd name="connsiteY7" fmla="*/ 63496 h 91781"/>
                  <a:gd name="connsiteX8" fmla="*/ 2020 w 77620"/>
                  <a:gd name="connsiteY8" fmla="*/ 34634 h 91781"/>
                  <a:gd name="connsiteX9" fmla="*/ 44437 w 77620"/>
                  <a:gd name="connsiteY9" fmla="*/ 0 h 91781"/>
                  <a:gd name="connsiteX10" fmla="*/ 77621 w 77620"/>
                  <a:gd name="connsiteY10" fmla="*/ 0 h 91781"/>
                  <a:gd name="connsiteX11" fmla="*/ 77621 w 77620"/>
                  <a:gd name="connsiteY11" fmla="*/ 91781 h 91781"/>
                  <a:gd name="connsiteX12" fmla="*/ 58576 w 77620"/>
                  <a:gd name="connsiteY12" fmla="*/ 91781 h 91781"/>
                  <a:gd name="connsiteX13" fmla="*/ 42706 w 77620"/>
                  <a:gd name="connsiteY13" fmla="*/ 17029 h 91781"/>
                  <a:gd name="connsiteX14" fmla="*/ 20199 w 77620"/>
                  <a:gd name="connsiteY14" fmla="*/ 34634 h 91781"/>
                  <a:gd name="connsiteX15" fmla="*/ 42706 w 77620"/>
                  <a:gd name="connsiteY15" fmla="*/ 52240 h 91781"/>
                  <a:gd name="connsiteX16" fmla="*/ 58576 w 77620"/>
                  <a:gd name="connsiteY16" fmla="*/ 52240 h 91781"/>
                  <a:gd name="connsiteX17" fmla="*/ 58576 w 77620"/>
                  <a:gd name="connsiteY17" fmla="*/ 17029 h 91781"/>
                  <a:gd name="connsiteX18" fmla="*/ 42706 w 77620"/>
                  <a:gd name="connsiteY18" fmla="*/ 17029 h 9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7620" h="91781" fill="norm" stroke="1" extrusionOk="0">
                    <a:moveTo>
                      <a:pt x="58576" y="91781"/>
                    </a:moveTo>
                    <a:lnTo>
                      <a:pt x="58576" y="69269"/>
                    </a:lnTo>
                    <a:lnTo>
                      <a:pt x="47611" y="69269"/>
                    </a:lnTo>
                    <a:cubicBezTo>
                      <a:pt x="38089" y="69557"/>
                      <a:pt x="35492" y="71578"/>
                      <a:pt x="27990" y="82545"/>
                    </a:cubicBezTo>
                    <a:lnTo>
                      <a:pt x="21641" y="91781"/>
                    </a:lnTo>
                    <a:lnTo>
                      <a:pt x="0" y="91781"/>
                    </a:lnTo>
                    <a:lnTo>
                      <a:pt x="8368" y="79659"/>
                    </a:lnTo>
                    <a:cubicBezTo>
                      <a:pt x="14428" y="70712"/>
                      <a:pt x="18756" y="66094"/>
                      <a:pt x="23084" y="63496"/>
                    </a:cubicBezTo>
                    <a:cubicBezTo>
                      <a:pt x="9811" y="58590"/>
                      <a:pt x="2020" y="48199"/>
                      <a:pt x="2020" y="34634"/>
                    </a:cubicBezTo>
                    <a:cubicBezTo>
                      <a:pt x="2020" y="15297"/>
                      <a:pt x="17025" y="0"/>
                      <a:pt x="44437" y="0"/>
                    </a:cubicBezTo>
                    <a:lnTo>
                      <a:pt x="77621" y="0"/>
                    </a:lnTo>
                    <a:lnTo>
                      <a:pt x="77621" y="91781"/>
                    </a:lnTo>
                    <a:lnTo>
                      <a:pt x="58576" y="91781"/>
                    </a:lnTo>
                    <a:close/>
                    <a:moveTo>
                      <a:pt x="42706" y="17029"/>
                    </a:moveTo>
                    <a:cubicBezTo>
                      <a:pt x="30010" y="17029"/>
                      <a:pt x="20199" y="22801"/>
                      <a:pt x="20199" y="34634"/>
                    </a:cubicBezTo>
                    <a:cubicBezTo>
                      <a:pt x="20199" y="47045"/>
                      <a:pt x="30010" y="52240"/>
                      <a:pt x="42706" y="52240"/>
                    </a:cubicBezTo>
                    <a:lnTo>
                      <a:pt x="58576" y="52240"/>
                    </a:lnTo>
                    <a:lnTo>
                      <a:pt x="58576" y="17029"/>
                    </a:lnTo>
                    <a:lnTo>
                      <a:pt x="42706" y="17029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4" name="Полилиния 33"/>
              <p:cNvSpPr/>
              <p:nvPr/>
            </p:nvSpPr>
            <p:spPr bwMode="auto">
              <a:xfrm>
                <a:off x="11539971" y="502836"/>
                <a:ext cx="92913" cy="92069"/>
              </a:xfrm>
              <a:custGeom>
                <a:avLst/>
                <a:gdLst>
                  <a:gd name="connsiteX0" fmla="*/ 15293 w 92913"/>
                  <a:gd name="connsiteY0" fmla="*/ 92070 h 92069"/>
                  <a:gd name="connsiteX1" fmla="*/ 35492 w 92913"/>
                  <a:gd name="connsiteY1" fmla="*/ 58878 h 92069"/>
                  <a:gd name="connsiteX2" fmla="*/ 0 w 92913"/>
                  <a:gd name="connsiteY2" fmla="*/ 0 h 92069"/>
                  <a:gd name="connsiteX3" fmla="*/ 21930 w 92913"/>
                  <a:gd name="connsiteY3" fmla="*/ 0 h 92069"/>
                  <a:gd name="connsiteX4" fmla="*/ 46457 w 92913"/>
                  <a:gd name="connsiteY4" fmla="*/ 40118 h 92069"/>
                  <a:gd name="connsiteX5" fmla="*/ 70984 w 92913"/>
                  <a:gd name="connsiteY5" fmla="*/ 0 h 92069"/>
                  <a:gd name="connsiteX6" fmla="*/ 92914 w 92913"/>
                  <a:gd name="connsiteY6" fmla="*/ 0 h 92069"/>
                  <a:gd name="connsiteX7" fmla="*/ 37223 w 92913"/>
                  <a:gd name="connsiteY7" fmla="*/ 92070 h 92069"/>
                  <a:gd name="connsiteX8" fmla="*/ 15293 w 92913"/>
                  <a:gd name="connsiteY8" fmla="*/ 92070 h 920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2913" h="92069" fill="norm" stroke="1" extrusionOk="0">
                    <a:moveTo>
                      <a:pt x="15293" y="92070"/>
                    </a:moveTo>
                    <a:lnTo>
                      <a:pt x="35492" y="58878"/>
                    </a:lnTo>
                    <a:lnTo>
                      <a:pt x="0" y="0"/>
                    </a:lnTo>
                    <a:lnTo>
                      <a:pt x="21930" y="0"/>
                    </a:lnTo>
                    <a:lnTo>
                      <a:pt x="46457" y="40118"/>
                    </a:lnTo>
                    <a:lnTo>
                      <a:pt x="70984" y="0"/>
                    </a:lnTo>
                    <a:lnTo>
                      <a:pt x="92914" y="0"/>
                    </a:lnTo>
                    <a:lnTo>
                      <a:pt x="37223" y="92070"/>
                    </a:lnTo>
                    <a:lnTo>
                      <a:pt x="15293" y="92070"/>
                    </a:lnTo>
                    <a:close/>
                  </a:path>
                </a:pathLst>
              </a:custGeom>
              <a:solidFill>
                <a:srgbClr val="0061AF"/>
              </a:solidFill>
              <a:ln w="28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35" name="Полилиния 34"/>
            <p:cNvSpPr/>
            <p:nvPr/>
          </p:nvSpPr>
          <p:spPr bwMode="auto">
            <a:xfrm>
              <a:off x="11108585" y="665040"/>
              <a:ext cx="318274" cy="210981"/>
            </a:xfrm>
            <a:custGeom>
              <a:avLst/>
              <a:gdLst>
                <a:gd name="connsiteX0" fmla="*/ 233439 w 318274"/>
                <a:gd name="connsiteY0" fmla="*/ 7504 h 210981"/>
                <a:gd name="connsiteX1" fmla="*/ 175152 w 318274"/>
                <a:gd name="connsiteY1" fmla="*/ 38964 h 210981"/>
                <a:gd name="connsiteX2" fmla="*/ 175152 w 318274"/>
                <a:gd name="connsiteY2" fmla="*/ 0 h 210981"/>
                <a:gd name="connsiteX3" fmla="*/ 142545 w 318274"/>
                <a:gd name="connsiteY3" fmla="*/ 0 h 210981"/>
                <a:gd name="connsiteX4" fmla="*/ 142545 w 318274"/>
                <a:gd name="connsiteY4" fmla="*/ 94956 h 210981"/>
                <a:gd name="connsiteX5" fmla="*/ 87720 w 318274"/>
                <a:gd name="connsiteY5" fmla="*/ 151237 h 210981"/>
                <a:gd name="connsiteX6" fmla="*/ 32895 w 318274"/>
                <a:gd name="connsiteY6" fmla="*/ 94956 h 210981"/>
                <a:gd name="connsiteX7" fmla="*/ 87720 w 318274"/>
                <a:gd name="connsiteY7" fmla="*/ 38386 h 210981"/>
                <a:gd name="connsiteX8" fmla="*/ 128406 w 318274"/>
                <a:gd name="connsiteY8" fmla="*/ 56281 h 210981"/>
                <a:gd name="connsiteX9" fmla="*/ 128406 w 318274"/>
                <a:gd name="connsiteY9" fmla="*/ 23090 h 210981"/>
                <a:gd name="connsiteX10" fmla="*/ 84546 w 318274"/>
                <a:gd name="connsiteY10" fmla="*/ 7504 h 210981"/>
                <a:gd name="connsiteX11" fmla="*/ 0 w 318274"/>
                <a:gd name="connsiteY11" fmla="*/ 94667 h 210981"/>
                <a:gd name="connsiteX12" fmla="*/ 84546 w 318274"/>
                <a:gd name="connsiteY12" fmla="*/ 181542 h 210981"/>
                <a:gd name="connsiteX13" fmla="*/ 142834 w 318274"/>
                <a:gd name="connsiteY13" fmla="*/ 150371 h 210981"/>
                <a:gd name="connsiteX14" fmla="*/ 142834 w 318274"/>
                <a:gd name="connsiteY14" fmla="*/ 210981 h 210981"/>
                <a:gd name="connsiteX15" fmla="*/ 176017 w 318274"/>
                <a:gd name="connsiteY15" fmla="*/ 210981 h 210981"/>
                <a:gd name="connsiteX16" fmla="*/ 176017 w 318274"/>
                <a:gd name="connsiteY16" fmla="*/ 90049 h 210981"/>
                <a:gd name="connsiteX17" fmla="*/ 176017 w 318274"/>
                <a:gd name="connsiteY17" fmla="*/ 90049 h 210981"/>
                <a:gd name="connsiteX18" fmla="*/ 230843 w 318274"/>
                <a:gd name="connsiteY18" fmla="*/ 37809 h 210981"/>
                <a:gd name="connsiteX19" fmla="*/ 285668 w 318274"/>
                <a:gd name="connsiteY19" fmla="*/ 94379 h 210981"/>
                <a:gd name="connsiteX20" fmla="*/ 230843 w 318274"/>
                <a:gd name="connsiteY20" fmla="*/ 150660 h 210981"/>
                <a:gd name="connsiteX21" fmla="*/ 190734 w 318274"/>
                <a:gd name="connsiteY21" fmla="*/ 133342 h 210981"/>
                <a:gd name="connsiteX22" fmla="*/ 190734 w 318274"/>
                <a:gd name="connsiteY22" fmla="*/ 166822 h 210981"/>
                <a:gd name="connsiteX23" fmla="*/ 234017 w 318274"/>
                <a:gd name="connsiteY23" fmla="*/ 181542 h 210981"/>
                <a:gd name="connsiteX24" fmla="*/ 318274 w 318274"/>
                <a:gd name="connsiteY24" fmla="*/ 94667 h 210981"/>
                <a:gd name="connsiteX25" fmla="*/ 233439 w 318274"/>
                <a:gd name="connsiteY25" fmla="*/ 7504 h 210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18274" h="210981" fill="norm" stroke="1" extrusionOk="0">
                  <a:moveTo>
                    <a:pt x="233439" y="7504"/>
                  </a:moveTo>
                  <a:cubicBezTo>
                    <a:pt x="208335" y="7504"/>
                    <a:pt x="186694" y="20492"/>
                    <a:pt x="175152" y="38964"/>
                  </a:cubicBezTo>
                  <a:lnTo>
                    <a:pt x="175152" y="0"/>
                  </a:lnTo>
                  <a:lnTo>
                    <a:pt x="142545" y="0"/>
                  </a:lnTo>
                  <a:lnTo>
                    <a:pt x="142545" y="94956"/>
                  </a:lnTo>
                  <a:cubicBezTo>
                    <a:pt x="142545" y="127570"/>
                    <a:pt x="118307" y="151237"/>
                    <a:pt x="87720" y="151237"/>
                  </a:cubicBezTo>
                  <a:cubicBezTo>
                    <a:pt x="56845" y="151237"/>
                    <a:pt x="32895" y="127570"/>
                    <a:pt x="32895" y="94956"/>
                  </a:cubicBezTo>
                  <a:cubicBezTo>
                    <a:pt x="32895" y="62342"/>
                    <a:pt x="57134" y="38386"/>
                    <a:pt x="87720" y="38386"/>
                  </a:cubicBezTo>
                  <a:cubicBezTo>
                    <a:pt x="103879" y="38386"/>
                    <a:pt x="118307" y="45025"/>
                    <a:pt x="128406" y="56281"/>
                  </a:cubicBezTo>
                  <a:lnTo>
                    <a:pt x="128406" y="23090"/>
                  </a:lnTo>
                  <a:cubicBezTo>
                    <a:pt x="116575" y="13565"/>
                    <a:pt x="101282" y="7504"/>
                    <a:pt x="84546" y="7504"/>
                  </a:cubicBezTo>
                  <a:cubicBezTo>
                    <a:pt x="34049" y="7504"/>
                    <a:pt x="0" y="46179"/>
                    <a:pt x="0" y="94667"/>
                  </a:cubicBezTo>
                  <a:cubicBezTo>
                    <a:pt x="0" y="143155"/>
                    <a:pt x="34049" y="181542"/>
                    <a:pt x="84546" y="181542"/>
                  </a:cubicBezTo>
                  <a:cubicBezTo>
                    <a:pt x="109650" y="181542"/>
                    <a:pt x="131292" y="168843"/>
                    <a:pt x="142834" y="150371"/>
                  </a:cubicBezTo>
                  <a:lnTo>
                    <a:pt x="142834" y="210981"/>
                  </a:lnTo>
                  <a:lnTo>
                    <a:pt x="176017" y="210981"/>
                  </a:lnTo>
                  <a:lnTo>
                    <a:pt x="176017" y="90049"/>
                  </a:lnTo>
                  <a:lnTo>
                    <a:pt x="176017" y="90049"/>
                  </a:lnTo>
                  <a:cubicBezTo>
                    <a:pt x="178037" y="59744"/>
                    <a:pt x="201410" y="37809"/>
                    <a:pt x="230843" y="37809"/>
                  </a:cubicBezTo>
                  <a:cubicBezTo>
                    <a:pt x="261718" y="37809"/>
                    <a:pt x="285668" y="61765"/>
                    <a:pt x="285668" y="94379"/>
                  </a:cubicBezTo>
                  <a:cubicBezTo>
                    <a:pt x="285668" y="126993"/>
                    <a:pt x="261429" y="150660"/>
                    <a:pt x="230843" y="150660"/>
                  </a:cubicBezTo>
                  <a:cubicBezTo>
                    <a:pt x="214683" y="150660"/>
                    <a:pt x="200544" y="144021"/>
                    <a:pt x="190734" y="133342"/>
                  </a:cubicBezTo>
                  <a:lnTo>
                    <a:pt x="190734" y="166822"/>
                  </a:lnTo>
                  <a:cubicBezTo>
                    <a:pt x="202276" y="175770"/>
                    <a:pt x="217281" y="181542"/>
                    <a:pt x="234017" y="181542"/>
                  </a:cubicBezTo>
                  <a:cubicBezTo>
                    <a:pt x="284225" y="181542"/>
                    <a:pt x="318274" y="143155"/>
                    <a:pt x="318274" y="94667"/>
                  </a:cubicBezTo>
                  <a:cubicBezTo>
                    <a:pt x="317697" y="46179"/>
                    <a:pt x="283359" y="7504"/>
                    <a:pt x="233439" y="7504"/>
                  </a:cubicBezTo>
                  <a:close/>
                </a:path>
              </a:pathLst>
            </a:custGeom>
            <a:solidFill>
              <a:srgbClr val="0061AF"/>
            </a:solidFill>
            <a:ln w="28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ключительный слайд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418217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01.01.2025</a:t>
            </a:r>
            <a:endParaRPr/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6418217" y="3987809"/>
            <a:ext cx="3798124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accent5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Контакты</a:t>
            </a:r>
            <a:endParaRPr/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6418216" y="2779167"/>
            <a:ext cx="3798125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accent1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Спасибо</a:t>
            </a:r>
            <a:br>
              <a:rPr lang="ru-RU"/>
            </a:br>
            <a:r>
              <a:rPr lang="ru-RU"/>
              <a:t>за внимание!</a:t>
            </a:r>
            <a:endParaRPr/>
          </a:p>
        </p:txBody>
      </p:sp>
      <p:grpSp>
        <p:nvGrpSpPr>
          <p:cNvPr id="2" name="Рисунок 9"/>
          <p:cNvGrpSpPr/>
          <p:nvPr/>
        </p:nvGrpSpPr>
        <p:grpSpPr bwMode="auto">
          <a:xfrm>
            <a:off x="-559049" y="749746"/>
            <a:ext cx="5704467" cy="3928246"/>
            <a:chOff x="-559049" y="749746"/>
            <a:chExt cx="5704467" cy="3928246"/>
          </a:xfrm>
        </p:grpSpPr>
        <p:grpSp>
          <p:nvGrpSpPr>
            <p:cNvPr id="3" name="Рисунок 9"/>
            <p:cNvGrpSpPr/>
            <p:nvPr/>
          </p:nvGrpSpPr>
          <p:grpSpPr bwMode="auto">
            <a:xfrm>
              <a:off x="646605" y="2246996"/>
              <a:ext cx="2826526" cy="2430996"/>
              <a:chOff x="646605" y="2246996"/>
              <a:chExt cx="2826526" cy="2430996"/>
            </a:xfrm>
            <a:solidFill>
              <a:srgbClr val="DDDFDF"/>
            </a:solidFill>
          </p:grpSpPr>
          <p:sp>
            <p:nvSpPr>
              <p:cNvPr id="4" name="Полилиния 3"/>
              <p:cNvSpPr/>
              <p:nvPr/>
            </p:nvSpPr>
            <p:spPr bwMode="auto">
              <a:xfrm>
                <a:off x="709581" y="3552390"/>
                <a:ext cx="283956" cy="429965"/>
              </a:xfrm>
              <a:custGeom>
                <a:avLst/>
                <a:gdLst>
                  <a:gd name="connsiteX0" fmla="*/ 283956 w 283956"/>
                  <a:gd name="connsiteY0" fmla="*/ 0 h 429965"/>
                  <a:gd name="connsiteX1" fmla="*/ 0 w 283956"/>
                  <a:gd name="connsiteY1" fmla="*/ 258679 h 429965"/>
                  <a:gd name="connsiteX2" fmla="*/ 139794 w 283956"/>
                  <a:gd name="connsiteY2" fmla="*/ 429966 h 429965"/>
                  <a:gd name="connsiteX3" fmla="*/ 282209 w 283956"/>
                  <a:gd name="connsiteY3" fmla="*/ 290140 h 429965"/>
                  <a:gd name="connsiteX4" fmla="*/ 283956 w 283956"/>
                  <a:gd name="connsiteY4" fmla="*/ 0 h 429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3956" h="429965" fill="norm" stroke="1" extrusionOk="0">
                    <a:moveTo>
                      <a:pt x="283956" y="0"/>
                    </a:moveTo>
                    <a:lnTo>
                      <a:pt x="0" y="258679"/>
                    </a:lnTo>
                    <a:cubicBezTo>
                      <a:pt x="43686" y="318105"/>
                      <a:pt x="89992" y="375783"/>
                      <a:pt x="139794" y="429966"/>
                    </a:cubicBezTo>
                    <a:lnTo>
                      <a:pt x="282209" y="290140"/>
                    </a:lnTo>
                    <a:cubicBezTo>
                      <a:pt x="278714" y="186144"/>
                      <a:pt x="279588" y="90013"/>
                      <a:pt x="283956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5" name="Полилиния 4"/>
              <p:cNvSpPr/>
              <p:nvPr/>
            </p:nvSpPr>
            <p:spPr bwMode="auto">
              <a:xfrm>
                <a:off x="646605" y="3148642"/>
                <a:ext cx="394986" cy="621353"/>
              </a:xfrm>
              <a:custGeom>
                <a:avLst/>
                <a:gdLst>
                  <a:gd name="connsiteX0" fmla="*/ 394987 w 394986"/>
                  <a:gd name="connsiteY0" fmla="*/ 0 h 621353"/>
                  <a:gd name="connsiteX1" fmla="*/ 2690 w 394986"/>
                  <a:gd name="connsiteY1" fmla="*/ 336457 h 621353"/>
                  <a:gd name="connsiteX2" fmla="*/ 8806 w 394986"/>
                  <a:gd name="connsiteY2" fmla="*/ 586397 h 621353"/>
                  <a:gd name="connsiteX3" fmla="*/ 32396 w 394986"/>
                  <a:gd name="connsiteY3" fmla="*/ 621354 h 621353"/>
                  <a:gd name="connsiteX4" fmla="*/ 351301 w 394986"/>
                  <a:gd name="connsiteY4" fmla="*/ 331214 h 621353"/>
                  <a:gd name="connsiteX5" fmla="*/ 394987 w 394986"/>
                  <a:gd name="connsiteY5" fmla="*/ 0 h 621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4986" h="621353" fill="norm" stroke="1" extrusionOk="0">
                    <a:moveTo>
                      <a:pt x="394987" y="0"/>
                    </a:moveTo>
                    <a:lnTo>
                      <a:pt x="2690" y="336457"/>
                    </a:lnTo>
                    <a:cubicBezTo>
                      <a:pt x="-2553" y="422975"/>
                      <a:pt x="69" y="505997"/>
                      <a:pt x="8806" y="586397"/>
                    </a:cubicBezTo>
                    <a:cubicBezTo>
                      <a:pt x="16669" y="597758"/>
                      <a:pt x="24533" y="609992"/>
                      <a:pt x="32396" y="621354"/>
                    </a:cubicBezTo>
                    <a:lnTo>
                      <a:pt x="351301" y="331214"/>
                    </a:lnTo>
                    <a:cubicBezTo>
                      <a:pt x="360038" y="204496"/>
                      <a:pt x="375765" y="94383"/>
                      <a:pt x="394987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9" name="Полилиния 8"/>
              <p:cNvSpPr/>
              <p:nvPr/>
            </p:nvSpPr>
            <p:spPr bwMode="auto">
              <a:xfrm>
                <a:off x="884323" y="3911569"/>
                <a:ext cx="129309" cy="233335"/>
              </a:xfrm>
              <a:custGeom>
                <a:avLst/>
                <a:gdLst>
                  <a:gd name="connsiteX0" fmla="*/ 0 w 129309"/>
                  <a:gd name="connsiteY0" fmla="*/ 108366 h 233335"/>
                  <a:gd name="connsiteX1" fmla="*/ 129309 w 129309"/>
                  <a:gd name="connsiteY1" fmla="*/ 233335 h 233335"/>
                  <a:gd name="connsiteX2" fmla="*/ 110088 w 129309"/>
                  <a:gd name="connsiteY2" fmla="*/ 0 h 233335"/>
                  <a:gd name="connsiteX3" fmla="*/ 0 w 129309"/>
                  <a:gd name="connsiteY3" fmla="*/ 108366 h 23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9309" h="233335" fill="norm" stroke="1" extrusionOk="0">
                    <a:moveTo>
                      <a:pt x="0" y="108366"/>
                    </a:moveTo>
                    <a:cubicBezTo>
                      <a:pt x="41064" y="152061"/>
                      <a:pt x="84750" y="193135"/>
                      <a:pt x="129309" y="233335"/>
                    </a:cubicBezTo>
                    <a:cubicBezTo>
                      <a:pt x="120572" y="152061"/>
                      <a:pt x="114456" y="74283"/>
                      <a:pt x="110088" y="0"/>
                    </a:cubicBezTo>
                    <a:lnTo>
                      <a:pt x="0" y="108366"/>
                    </a:ln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1" name="Полилиния 10"/>
              <p:cNvSpPr/>
              <p:nvPr/>
            </p:nvSpPr>
            <p:spPr bwMode="auto">
              <a:xfrm>
                <a:off x="655411" y="2647014"/>
                <a:ext cx="553059" cy="764675"/>
              </a:xfrm>
              <a:custGeom>
                <a:avLst/>
                <a:gdLst>
                  <a:gd name="connsiteX0" fmla="*/ 407150 w 553059"/>
                  <a:gd name="connsiteY0" fmla="*/ 403748 h 764675"/>
                  <a:gd name="connsiteX1" fmla="*/ 553060 w 553059"/>
                  <a:gd name="connsiteY1" fmla="*/ 0 h 764675"/>
                  <a:gd name="connsiteX2" fmla="*/ 96982 w 553059"/>
                  <a:gd name="connsiteY2" fmla="*/ 374909 h 764675"/>
                  <a:gd name="connsiteX3" fmla="*/ 0 w 553059"/>
                  <a:gd name="connsiteY3" fmla="*/ 764675 h 764675"/>
                  <a:gd name="connsiteX4" fmla="*/ 403655 w 553059"/>
                  <a:gd name="connsiteY4" fmla="*/ 417731 h 764675"/>
                  <a:gd name="connsiteX5" fmla="*/ 407150 w 553059"/>
                  <a:gd name="connsiteY5" fmla="*/ 403748 h 764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53059" h="764675" fill="norm" stroke="1" extrusionOk="0">
                    <a:moveTo>
                      <a:pt x="407150" y="403748"/>
                    </a:moveTo>
                    <a:cubicBezTo>
                      <a:pt x="451709" y="218479"/>
                      <a:pt x="508501" y="85644"/>
                      <a:pt x="553060" y="0"/>
                    </a:cubicBezTo>
                    <a:lnTo>
                      <a:pt x="96982" y="374909"/>
                    </a:lnTo>
                    <a:cubicBezTo>
                      <a:pt x="44559" y="510366"/>
                      <a:pt x="13979" y="640579"/>
                      <a:pt x="0" y="764675"/>
                    </a:cubicBezTo>
                    <a:lnTo>
                      <a:pt x="403655" y="417731"/>
                    </a:lnTo>
                    <a:cubicBezTo>
                      <a:pt x="404529" y="413362"/>
                      <a:pt x="406276" y="408992"/>
                      <a:pt x="407150" y="403748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2" name="Полилиния 11"/>
              <p:cNvSpPr/>
              <p:nvPr/>
            </p:nvSpPr>
            <p:spPr bwMode="auto">
              <a:xfrm>
                <a:off x="795204" y="2448636"/>
                <a:ext cx="445593" cy="471913"/>
              </a:xfrm>
              <a:custGeom>
                <a:avLst/>
                <a:gdLst>
                  <a:gd name="connsiteX0" fmla="*/ 297062 w 445593"/>
                  <a:gd name="connsiteY0" fmla="*/ 0 h 471913"/>
                  <a:gd name="connsiteX1" fmla="*/ 0 w 445593"/>
                  <a:gd name="connsiteY1" fmla="*/ 471914 h 471913"/>
                  <a:gd name="connsiteX2" fmla="*/ 445593 w 445593"/>
                  <a:gd name="connsiteY2" fmla="*/ 105744 h 471913"/>
                  <a:gd name="connsiteX3" fmla="*/ 297062 w 445593"/>
                  <a:gd name="connsiteY3" fmla="*/ 0 h 471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5593" h="471913" fill="norm" stroke="1" extrusionOk="0">
                    <a:moveTo>
                      <a:pt x="297062" y="0"/>
                    </a:moveTo>
                    <a:cubicBezTo>
                      <a:pt x="166005" y="162548"/>
                      <a:pt x="69023" y="319853"/>
                      <a:pt x="0" y="471914"/>
                    </a:cubicBezTo>
                    <a:lnTo>
                      <a:pt x="445593" y="105744"/>
                    </a:lnTo>
                    <a:cubicBezTo>
                      <a:pt x="394044" y="78652"/>
                      <a:pt x="344243" y="42822"/>
                      <a:pt x="297062" y="0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3" name="Полилиния 12"/>
              <p:cNvSpPr/>
              <p:nvPr/>
            </p:nvSpPr>
            <p:spPr bwMode="auto">
              <a:xfrm>
                <a:off x="1040237" y="2246996"/>
                <a:ext cx="2432895" cy="2430996"/>
              </a:xfrm>
              <a:custGeom>
                <a:avLst/>
                <a:gdLst>
                  <a:gd name="connsiteX0" fmla="*/ 2051083 w 2432895"/>
                  <a:gd name="connsiteY0" fmla="*/ 528484 h 2430996"/>
                  <a:gd name="connsiteX1" fmla="*/ 2058946 w 2432895"/>
                  <a:gd name="connsiteY1" fmla="*/ 519745 h 2430996"/>
                  <a:gd name="connsiteX2" fmla="*/ 2401442 w 2432895"/>
                  <a:gd name="connsiteY2" fmla="*/ 519745 h 2430996"/>
                  <a:gd name="connsiteX3" fmla="*/ 2432895 w 2432895"/>
                  <a:gd name="connsiteY3" fmla="*/ 454201 h 2430996"/>
                  <a:gd name="connsiteX4" fmla="*/ 2388336 w 2432895"/>
                  <a:gd name="connsiteY4" fmla="*/ 164061 h 2430996"/>
                  <a:gd name="connsiteX5" fmla="*/ 2070305 w 2432895"/>
                  <a:gd name="connsiteY5" fmla="*/ 95022 h 2430996"/>
                  <a:gd name="connsiteX6" fmla="*/ 1918279 w 2432895"/>
                  <a:gd name="connsiteY6" fmla="*/ 121239 h 2430996"/>
                  <a:gd name="connsiteX7" fmla="*/ 1467443 w 2432895"/>
                  <a:gd name="connsiteY7" fmla="*/ 121239 h 2430996"/>
                  <a:gd name="connsiteX8" fmla="*/ 1281343 w 2432895"/>
                  <a:gd name="connsiteY8" fmla="*/ 28604 h 2430996"/>
                  <a:gd name="connsiteX9" fmla="*/ 740514 w 2432895"/>
                  <a:gd name="connsiteY9" fmla="*/ 28604 h 2430996"/>
                  <a:gd name="connsiteX10" fmla="*/ 86104 w 2432895"/>
                  <a:gd name="connsiteY10" fmla="*/ 163187 h 2430996"/>
                  <a:gd name="connsiteX11" fmla="*/ 536066 w 2432895"/>
                  <a:gd name="connsiteY11" fmla="*/ 322240 h 2430996"/>
                  <a:gd name="connsiteX12" fmla="*/ 542182 w 2432895"/>
                  <a:gd name="connsiteY12" fmla="*/ 372927 h 2430996"/>
                  <a:gd name="connsiteX13" fmla="*/ 474032 w 2432895"/>
                  <a:gd name="connsiteY13" fmla="*/ 377296 h 2430996"/>
                  <a:gd name="connsiteX14" fmla="*/ 264341 w 2432895"/>
                  <a:gd name="connsiteY14" fmla="*/ 337096 h 2430996"/>
                  <a:gd name="connsiteX15" fmla="*/ 70377 w 2432895"/>
                  <a:gd name="connsiteY15" fmla="*/ 820371 h 2430996"/>
                  <a:gd name="connsiteX16" fmla="*/ 30186 w 2432895"/>
                  <a:gd name="connsiteY16" fmla="*/ 1946847 h 2430996"/>
                  <a:gd name="connsiteX17" fmla="*/ 1379198 w 2432895"/>
                  <a:gd name="connsiteY17" fmla="*/ 2430996 h 2430996"/>
                  <a:gd name="connsiteX18" fmla="*/ 2021377 w 2432895"/>
                  <a:gd name="connsiteY18" fmla="*/ 2332244 h 2430996"/>
                  <a:gd name="connsiteX19" fmla="*/ 1545204 w 2432895"/>
                  <a:gd name="connsiteY19" fmla="*/ 1126241 h 2430996"/>
                  <a:gd name="connsiteX20" fmla="*/ 1432495 w 2432895"/>
                  <a:gd name="connsiteY20" fmla="*/ 1225868 h 2430996"/>
                  <a:gd name="connsiteX21" fmla="*/ 600721 w 2432895"/>
                  <a:gd name="connsiteY21" fmla="*/ 1224120 h 2430996"/>
                  <a:gd name="connsiteX22" fmla="*/ 298416 w 2432895"/>
                  <a:gd name="connsiteY22" fmla="*/ 864067 h 2430996"/>
                  <a:gd name="connsiteX23" fmla="*/ 337733 w 2432895"/>
                  <a:gd name="connsiteY23" fmla="*/ 830858 h 2430996"/>
                  <a:gd name="connsiteX24" fmla="*/ 625185 w 2432895"/>
                  <a:gd name="connsiteY24" fmla="*/ 1173433 h 2430996"/>
                  <a:gd name="connsiteX25" fmla="*/ 1413273 w 2432895"/>
                  <a:gd name="connsiteY25" fmla="*/ 1175181 h 2430996"/>
                  <a:gd name="connsiteX26" fmla="*/ 1802949 w 2432895"/>
                  <a:gd name="connsiteY26" fmla="*/ 829984 h 2430996"/>
                  <a:gd name="connsiteX27" fmla="*/ 1682376 w 2432895"/>
                  <a:gd name="connsiteY27" fmla="*/ 657823 h 2430996"/>
                  <a:gd name="connsiteX28" fmla="*/ 1682376 w 2432895"/>
                  <a:gd name="connsiteY28" fmla="*/ 271553 h 2430996"/>
                  <a:gd name="connsiteX29" fmla="*/ 1733925 w 2432895"/>
                  <a:gd name="connsiteY29" fmla="*/ 271553 h 2430996"/>
                  <a:gd name="connsiteX30" fmla="*/ 1733925 w 2432895"/>
                  <a:gd name="connsiteY30" fmla="*/ 641219 h 2430996"/>
                  <a:gd name="connsiteX31" fmla="*/ 1841392 w 2432895"/>
                  <a:gd name="connsiteY31" fmla="*/ 795902 h 2430996"/>
                  <a:gd name="connsiteX32" fmla="*/ 1841392 w 2432895"/>
                  <a:gd name="connsiteY32" fmla="*/ 795902 h 2430996"/>
                  <a:gd name="connsiteX33" fmla="*/ 1844887 w 2432895"/>
                  <a:gd name="connsiteY33" fmla="*/ 800271 h 2430996"/>
                  <a:gd name="connsiteX34" fmla="*/ 1855371 w 2432895"/>
                  <a:gd name="connsiteY34" fmla="*/ 789784 h 2430996"/>
                  <a:gd name="connsiteX35" fmla="*/ 2279996 w 2432895"/>
                  <a:gd name="connsiteY35" fmla="*/ 789784 h 2430996"/>
                  <a:gd name="connsiteX36" fmla="*/ 2386589 w 2432895"/>
                  <a:gd name="connsiteY36" fmla="*/ 683167 h 2430996"/>
                  <a:gd name="connsiteX37" fmla="*/ 2328924 w 2432895"/>
                  <a:gd name="connsiteY37" fmla="*/ 625488 h 2430996"/>
                  <a:gd name="connsiteX38" fmla="*/ 2328924 w 2432895"/>
                  <a:gd name="connsiteY38" fmla="*/ 572179 h 2430996"/>
                  <a:gd name="connsiteX39" fmla="*/ 2079042 w 2432895"/>
                  <a:gd name="connsiteY39" fmla="*/ 572179 h 2430996"/>
                  <a:gd name="connsiteX40" fmla="*/ 1860614 w 2432895"/>
                  <a:gd name="connsiteY40" fmla="*/ 686662 h 2430996"/>
                  <a:gd name="connsiteX41" fmla="*/ 1857119 w 2432895"/>
                  <a:gd name="connsiteY41" fmla="*/ 661319 h 2430996"/>
                  <a:gd name="connsiteX42" fmla="*/ 1853624 w 2432895"/>
                  <a:gd name="connsiteY42" fmla="*/ 635975 h 2430996"/>
                  <a:gd name="connsiteX43" fmla="*/ 2051083 w 2432895"/>
                  <a:gd name="connsiteY43" fmla="*/ 528484 h 2430996"/>
                  <a:gd name="connsiteX44" fmla="*/ 2104379 w 2432895"/>
                  <a:gd name="connsiteY44" fmla="*/ 164935 h 2430996"/>
                  <a:gd name="connsiteX45" fmla="*/ 2167287 w 2432895"/>
                  <a:gd name="connsiteY45" fmla="*/ 240966 h 2430996"/>
                  <a:gd name="connsiteX46" fmla="*/ 2331545 w 2432895"/>
                  <a:gd name="connsiteY46" fmla="*/ 240966 h 2430996"/>
                  <a:gd name="connsiteX47" fmla="*/ 2331545 w 2432895"/>
                  <a:gd name="connsiteY47" fmla="*/ 292527 h 2430996"/>
                  <a:gd name="connsiteX48" fmla="*/ 2143696 w 2432895"/>
                  <a:gd name="connsiteY48" fmla="*/ 292527 h 2430996"/>
                  <a:gd name="connsiteX49" fmla="*/ 2065062 w 2432895"/>
                  <a:gd name="connsiteY49" fmla="*/ 198144 h 2430996"/>
                  <a:gd name="connsiteX50" fmla="*/ 2104379 w 2432895"/>
                  <a:gd name="connsiteY50" fmla="*/ 164935 h 2430996"/>
                  <a:gd name="connsiteX51" fmla="*/ 1097863 w 2432895"/>
                  <a:gd name="connsiteY51" fmla="*/ 390405 h 2430996"/>
                  <a:gd name="connsiteX52" fmla="*/ 982533 w 2432895"/>
                  <a:gd name="connsiteY52" fmla="*/ 275048 h 2430996"/>
                  <a:gd name="connsiteX53" fmla="*/ 1097863 w 2432895"/>
                  <a:gd name="connsiteY53" fmla="*/ 159692 h 2430996"/>
                  <a:gd name="connsiteX54" fmla="*/ 1213193 w 2432895"/>
                  <a:gd name="connsiteY54" fmla="*/ 275048 h 2430996"/>
                  <a:gd name="connsiteX55" fmla="*/ 1097863 w 2432895"/>
                  <a:gd name="connsiteY55" fmla="*/ 390405 h 24309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2432895" h="2430996" fill="norm" stroke="1" extrusionOk="0">
                    <a:moveTo>
                      <a:pt x="2051083" y="528484"/>
                    </a:moveTo>
                    <a:lnTo>
                      <a:pt x="2058946" y="519745"/>
                    </a:lnTo>
                    <a:lnTo>
                      <a:pt x="2401442" y="519745"/>
                    </a:lnTo>
                    <a:lnTo>
                      <a:pt x="2432895" y="454201"/>
                    </a:lnTo>
                    <a:lnTo>
                      <a:pt x="2388336" y="164061"/>
                    </a:lnTo>
                    <a:lnTo>
                      <a:pt x="2070305" y="95022"/>
                    </a:lnTo>
                    <a:lnTo>
                      <a:pt x="1918279" y="121239"/>
                    </a:lnTo>
                    <a:lnTo>
                      <a:pt x="1467443" y="121239"/>
                    </a:lnTo>
                    <a:lnTo>
                      <a:pt x="1281343" y="28604"/>
                    </a:lnTo>
                    <a:lnTo>
                      <a:pt x="740514" y="28604"/>
                    </a:lnTo>
                    <a:cubicBezTo>
                      <a:pt x="374429" y="-67526"/>
                      <a:pt x="149011" y="104635"/>
                      <a:pt x="86104" y="163187"/>
                    </a:cubicBezTo>
                    <a:cubicBezTo>
                      <a:pt x="221529" y="287283"/>
                      <a:pt x="372682" y="340592"/>
                      <a:pt x="536066" y="322240"/>
                    </a:cubicBezTo>
                    <a:lnTo>
                      <a:pt x="542182" y="372927"/>
                    </a:lnTo>
                    <a:cubicBezTo>
                      <a:pt x="519465" y="375549"/>
                      <a:pt x="496749" y="377296"/>
                      <a:pt x="474032" y="377296"/>
                    </a:cubicBezTo>
                    <a:cubicBezTo>
                      <a:pt x="402388" y="377296"/>
                      <a:pt x="331617" y="363314"/>
                      <a:pt x="264341" y="337096"/>
                    </a:cubicBezTo>
                    <a:cubicBezTo>
                      <a:pt x="226772" y="393901"/>
                      <a:pt x="135032" y="551205"/>
                      <a:pt x="70377" y="820371"/>
                    </a:cubicBezTo>
                    <a:cubicBezTo>
                      <a:pt x="11838" y="1062446"/>
                      <a:pt x="-31847" y="1436481"/>
                      <a:pt x="30186" y="1946847"/>
                    </a:cubicBezTo>
                    <a:cubicBezTo>
                      <a:pt x="397146" y="2249222"/>
                      <a:pt x="867203" y="2430996"/>
                      <a:pt x="1379198" y="2430996"/>
                    </a:cubicBezTo>
                    <a:cubicBezTo>
                      <a:pt x="1602869" y="2430996"/>
                      <a:pt x="1818676" y="2396040"/>
                      <a:pt x="2021377" y="2332244"/>
                    </a:cubicBezTo>
                    <a:lnTo>
                      <a:pt x="1545204" y="1126241"/>
                    </a:lnTo>
                    <a:lnTo>
                      <a:pt x="1432495" y="1225868"/>
                    </a:lnTo>
                    <a:lnTo>
                      <a:pt x="600721" y="1224120"/>
                    </a:lnTo>
                    <a:lnTo>
                      <a:pt x="298416" y="864067"/>
                    </a:lnTo>
                    <a:lnTo>
                      <a:pt x="337733" y="830858"/>
                    </a:lnTo>
                    <a:lnTo>
                      <a:pt x="625185" y="1173433"/>
                    </a:lnTo>
                    <a:lnTo>
                      <a:pt x="1413273" y="1175181"/>
                    </a:lnTo>
                    <a:lnTo>
                      <a:pt x="1802949" y="829984"/>
                    </a:lnTo>
                    <a:lnTo>
                      <a:pt x="1682376" y="657823"/>
                    </a:lnTo>
                    <a:lnTo>
                      <a:pt x="1682376" y="271553"/>
                    </a:lnTo>
                    <a:lnTo>
                      <a:pt x="1733925" y="271553"/>
                    </a:lnTo>
                    <a:lnTo>
                      <a:pt x="1733925" y="641219"/>
                    </a:lnTo>
                    <a:lnTo>
                      <a:pt x="1841392" y="795902"/>
                    </a:lnTo>
                    <a:lnTo>
                      <a:pt x="1841392" y="795902"/>
                    </a:lnTo>
                    <a:lnTo>
                      <a:pt x="1844887" y="800271"/>
                    </a:lnTo>
                    <a:lnTo>
                      <a:pt x="1855371" y="789784"/>
                    </a:lnTo>
                    <a:lnTo>
                      <a:pt x="2279996" y="789784"/>
                    </a:lnTo>
                    <a:lnTo>
                      <a:pt x="2386589" y="683167"/>
                    </a:lnTo>
                    <a:lnTo>
                      <a:pt x="2328924" y="625488"/>
                    </a:lnTo>
                    <a:lnTo>
                      <a:pt x="2328924" y="572179"/>
                    </a:lnTo>
                    <a:lnTo>
                      <a:pt x="2079042" y="572179"/>
                    </a:lnTo>
                    <a:cubicBezTo>
                      <a:pt x="1989923" y="667436"/>
                      <a:pt x="1865856" y="685788"/>
                      <a:pt x="1860614" y="686662"/>
                    </a:cubicBezTo>
                    <a:lnTo>
                      <a:pt x="1857119" y="661319"/>
                    </a:lnTo>
                    <a:lnTo>
                      <a:pt x="1853624" y="635975"/>
                    </a:lnTo>
                    <a:cubicBezTo>
                      <a:pt x="1856245" y="634227"/>
                      <a:pt x="1973323" y="616749"/>
                      <a:pt x="2051083" y="528484"/>
                    </a:cubicBezTo>
                    <a:close/>
                    <a:moveTo>
                      <a:pt x="2104379" y="164935"/>
                    </a:moveTo>
                    <a:lnTo>
                      <a:pt x="2167287" y="240966"/>
                    </a:lnTo>
                    <a:lnTo>
                      <a:pt x="2331545" y="240966"/>
                    </a:lnTo>
                    <a:lnTo>
                      <a:pt x="2331545" y="292527"/>
                    </a:lnTo>
                    <a:lnTo>
                      <a:pt x="2143696" y="292527"/>
                    </a:lnTo>
                    <a:lnTo>
                      <a:pt x="2065062" y="198144"/>
                    </a:lnTo>
                    <a:lnTo>
                      <a:pt x="2104379" y="164935"/>
                    </a:lnTo>
                    <a:close/>
                    <a:moveTo>
                      <a:pt x="1097863" y="390405"/>
                    </a:moveTo>
                    <a:cubicBezTo>
                      <a:pt x="1034082" y="390405"/>
                      <a:pt x="982533" y="338844"/>
                      <a:pt x="982533" y="275048"/>
                    </a:cubicBezTo>
                    <a:cubicBezTo>
                      <a:pt x="982533" y="211253"/>
                      <a:pt x="1034082" y="159692"/>
                      <a:pt x="1097863" y="159692"/>
                    </a:cubicBezTo>
                    <a:cubicBezTo>
                      <a:pt x="1161644" y="159692"/>
                      <a:pt x="1213193" y="211253"/>
                      <a:pt x="1213193" y="275048"/>
                    </a:cubicBezTo>
                    <a:cubicBezTo>
                      <a:pt x="1213193" y="338844"/>
                      <a:pt x="1161644" y="390405"/>
                      <a:pt x="1097863" y="390405"/>
                    </a:cubicBezTo>
                    <a:close/>
                  </a:path>
                </a:pathLst>
              </a:custGeom>
              <a:solidFill>
                <a:srgbClr val="DDDFD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14" name="Рисунок 9"/>
            <p:cNvGrpSpPr/>
            <p:nvPr/>
          </p:nvGrpSpPr>
          <p:grpSpPr bwMode="auto">
            <a:xfrm>
              <a:off x="-559049" y="749746"/>
              <a:ext cx="3421765" cy="2514252"/>
              <a:chOff x="-559049" y="749746"/>
              <a:chExt cx="3421765" cy="2514252"/>
            </a:xfrm>
            <a:solidFill>
              <a:srgbClr val="0061AF"/>
            </a:solidFill>
          </p:grpSpPr>
          <p:grpSp>
            <p:nvGrpSpPr>
              <p:cNvPr id="15" name="Рисунок 9"/>
              <p:cNvGrpSpPr/>
              <p:nvPr/>
            </p:nvGrpSpPr>
            <p:grpSpPr bwMode="auto">
              <a:xfrm>
                <a:off x="-559049" y="749746"/>
                <a:ext cx="3421765" cy="2514252"/>
                <a:chOff x="-559049" y="749746"/>
                <a:chExt cx="3421765" cy="2514252"/>
              </a:xfrm>
              <a:solidFill>
                <a:srgbClr val="0061AF"/>
              </a:solidFill>
            </p:grpSpPr>
            <p:grpSp>
              <p:nvGrpSpPr>
                <p:cNvPr id="16" name="Рисунок 9"/>
                <p:cNvGrpSpPr/>
                <p:nvPr/>
              </p:nvGrpSpPr>
              <p:grpSpPr bwMode="auto">
                <a:xfrm>
                  <a:off x="-559049" y="749746"/>
                  <a:ext cx="3421765" cy="2514252"/>
                  <a:chOff x="-559049" y="749746"/>
                  <a:chExt cx="3421765" cy="2514252"/>
                </a:xfrm>
                <a:solidFill>
                  <a:srgbClr val="0061AF"/>
                </a:solidFill>
              </p:grpSpPr>
              <p:sp>
                <p:nvSpPr>
                  <p:cNvPr id="17" name="Полилиния 16"/>
                  <p:cNvSpPr/>
                  <p:nvPr/>
                </p:nvSpPr>
                <p:spPr bwMode="auto">
                  <a:xfrm>
                    <a:off x="-559049" y="749746"/>
                    <a:ext cx="8737" cy="873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37" h="8739" fill="norm" stroke="1" extrusionOk="0"/>
                    </a:pathLst>
                  </a:custGeom>
                  <a:solidFill>
                    <a:srgbClr val="0061AF"/>
                  </a:solidFill>
                  <a:ln w="8733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18" name="Рисунок 9"/>
                  <p:cNvGrpSpPr/>
                  <p:nvPr/>
                </p:nvGrpSpPr>
                <p:grpSpPr bwMode="auto">
                  <a:xfrm>
                    <a:off x="1432601" y="2174227"/>
                    <a:ext cx="1430114" cy="1089771"/>
                    <a:chOff x="1432601" y="2174227"/>
                    <a:chExt cx="1430114" cy="1089771"/>
                  </a:xfrm>
                  <a:solidFill>
                    <a:srgbClr val="0061AF"/>
                  </a:solidFill>
                </p:grpSpPr>
                <p:grpSp>
                  <p:nvGrpSpPr>
                    <p:cNvPr id="19" name="Рисунок 9"/>
                    <p:cNvGrpSpPr/>
                    <p:nvPr/>
                  </p:nvGrpSpPr>
                  <p:grpSpPr bwMode="auto">
                    <a:xfrm>
                      <a:off x="1661483" y="2174227"/>
                      <a:ext cx="969850" cy="1089771"/>
                      <a:chOff x="1661483" y="2174227"/>
                      <a:chExt cx="969850" cy="1089771"/>
                    </a:xfrm>
                    <a:solidFill>
                      <a:srgbClr val="0061AF"/>
                    </a:solidFill>
                  </p:grpSpPr>
                  <p:sp>
                    <p:nvSpPr>
                      <p:cNvPr id="20" name="Полилиния 19"/>
                      <p:cNvSpPr/>
                      <p:nvPr/>
                    </p:nvSpPr>
                    <p:spPr bwMode="auto">
                      <a:xfrm>
                        <a:off x="2343423" y="2250257"/>
                        <a:ext cx="239397" cy="462301"/>
                      </a:xfrm>
                      <a:custGeom>
                        <a:avLst/>
                        <a:gdLst>
                          <a:gd name="connsiteX0" fmla="*/ 76013 w 239397"/>
                          <a:gd name="connsiteY0" fmla="*/ 406370 h 462301"/>
                          <a:gd name="connsiteX1" fmla="*/ 239397 w 239397"/>
                          <a:gd name="connsiteY1" fmla="*/ 4370 h 462301"/>
                          <a:gd name="connsiteX2" fmla="*/ 199206 w 239397"/>
                          <a:gd name="connsiteY2" fmla="*/ 0 h 462301"/>
                          <a:gd name="connsiteX3" fmla="*/ 41064 w 239397"/>
                          <a:gd name="connsiteY3" fmla="*/ 388018 h 462301"/>
                          <a:gd name="connsiteX4" fmla="*/ 0 w 239397"/>
                          <a:gd name="connsiteY4" fmla="*/ 462301 h 462301"/>
                          <a:gd name="connsiteX5" fmla="*/ 57665 w 239397"/>
                          <a:gd name="connsiteY5" fmla="*/ 442201 h 462301"/>
                          <a:gd name="connsiteX6" fmla="*/ 76013 w 239397"/>
                          <a:gd name="connsiteY6" fmla="*/ 406370 h 46230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39397" h="462301" fill="norm" stroke="1" extrusionOk="0">
                            <a:moveTo>
                              <a:pt x="76013" y="406370"/>
                            </a:moveTo>
                            <a:cubicBezTo>
                              <a:pt x="148531" y="269166"/>
                              <a:pt x="205322" y="124970"/>
                              <a:pt x="239397" y="4370"/>
                            </a:cubicBezTo>
                            <a:cubicBezTo>
                              <a:pt x="226291" y="2622"/>
                              <a:pt x="213186" y="1748"/>
                              <a:pt x="199206" y="0"/>
                            </a:cubicBezTo>
                            <a:cubicBezTo>
                              <a:pt x="166005" y="113609"/>
                              <a:pt x="112709" y="251687"/>
                              <a:pt x="41064" y="388018"/>
                            </a:cubicBezTo>
                            <a:cubicBezTo>
                              <a:pt x="27959" y="413362"/>
                              <a:pt x="13979" y="437831"/>
                              <a:pt x="0" y="462301"/>
                            </a:cubicBezTo>
                            <a:cubicBezTo>
                              <a:pt x="19222" y="456184"/>
                              <a:pt x="38443" y="449192"/>
                              <a:pt x="57665" y="442201"/>
                            </a:cubicBezTo>
                            <a:cubicBezTo>
                              <a:pt x="63781" y="429966"/>
                              <a:pt x="69897" y="417731"/>
                              <a:pt x="76013" y="40637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1" name="Полилиния 20"/>
                      <p:cNvSpPr/>
                      <p:nvPr/>
                    </p:nvSpPr>
                    <p:spPr bwMode="auto">
                      <a:xfrm>
                        <a:off x="1702991" y="2339396"/>
                        <a:ext cx="233281" cy="464048"/>
                      </a:xfrm>
                      <a:custGeom>
                        <a:avLst/>
                        <a:gdLst>
                          <a:gd name="connsiteX0" fmla="*/ 207070 w 233281"/>
                          <a:gd name="connsiteY0" fmla="*/ 48065 h 464048"/>
                          <a:gd name="connsiteX1" fmla="*/ 233281 w 233281"/>
                          <a:gd name="connsiteY1" fmla="*/ 0 h 464048"/>
                          <a:gd name="connsiteX2" fmla="*/ 177364 w 233281"/>
                          <a:gd name="connsiteY2" fmla="*/ 18352 h 464048"/>
                          <a:gd name="connsiteX3" fmla="*/ 171248 w 233281"/>
                          <a:gd name="connsiteY3" fmla="*/ 29713 h 464048"/>
                          <a:gd name="connsiteX4" fmla="*/ 0 w 233281"/>
                          <a:gd name="connsiteY4" fmla="*/ 461427 h 464048"/>
                          <a:gd name="connsiteX5" fmla="*/ 40191 w 233281"/>
                          <a:gd name="connsiteY5" fmla="*/ 464049 h 464048"/>
                          <a:gd name="connsiteX6" fmla="*/ 207070 w 233281"/>
                          <a:gd name="connsiteY6" fmla="*/ 48065 h 46404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233281" h="464048" fill="norm" stroke="1" extrusionOk="0">
                            <a:moveTo>
                              <a:pt x="207070" y="48065"/>
                            </a:moveTo>
                            <a:cubicBezTo>
                              <a:pt x="215807" y="31461"/>
                              <a:pt x="224544" y="15730"/>
                              <a:pt x="233281" y="0"/>
                            </a:cubicBezTo>
                            <a:cubicBezTo>
                              <a:pt x="214060" y="6118"/>
                              <a:pt x="195711" y="12235"/>
                              <a:pt x="177364" y="18352"/>
                            </a:cubicBezTo>
                            <a:cubicBezTo>
                              <a:pt x="175616" y="21848"/>
                              <a:pt x="172995" y="25344"/>
                              <a:pt x="171248" y="29713"/>
                            </a:cubicBezTo>
                            <a:cubicBezTo>
                              <a:pt x="90866" y="181774"/>
                              <a:pt x="33201" y="330340"/>
                              <a:pt x="0" y="461427"/>
                            </a:cubicBezTo>
                            <a:cubicBezTo>
                              <a:pt x="13106" y="462301"/>
                              <a:pt x="26211" y="463175"/>
                              <a:pt x="40191" y="464049"/>
                            </a:cubicBezTo>
                            <a:cubicBezTo>
                              <a:pt x="72518" y="341701"/>
                              <a:pt x="127562" y="199253"/>
                              <a:pt x="207070" y="48065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22" name="Рисунок 9"/>
                      <p:cNvGrpSpPr/>
                      <p:nvPr/>
                    </p:nvGrpSpPr>
                    <p:grpSpPr bwMode="auto">
                      <a:xfrm>
                        <a:off x="1661483" y="2174227"/>
                        <a:ext cx="969850" cy="676409"/>
                        <a:chOff x="1661483" y="2174227"/>
                        <a:chExt cx="969850" cy="676409"/>
                      </a:xfrm>
                      <a:solidFill>
                        <a:srgbClr val="0061AF"/>
                      </a:solidFill>
                    </p:grpSpPr>
                    <p:sp>
                      <p:nvSpPr>
                        <p:cNvPr id="23" name="Полилиния 22"/>
                        <p:cNvSpPr/>
                        <p:nvPr/>
                      </p:nvSpPr>
                      <p:spPr bwMode="auto">
                        <a:xfrm>
                          <a:off x="1814827" y="2577975"/>
                          <a:ext cx="488405" cy="263922"/>
                        </a:xfrm>
                        <a:custGeom>
                          <a:avLst/>
                          <a:gdLst>
                            <a:gd name="connsiteX0" fmla="*/ 17474 w 488405"/>
                            <a:gd name="connsiteY0" fmla="*/ 0 h 263922"/>
                            <a:gd name="connsiteX1" fmla="*/ 0 w 488405"/>
                            <a:gd name="connsiteY1" fmla="*/ 41948 h 263922"/>
                            <a:gd name="connsiteX2" fmla="*/ 211438 w 488405"/>
                            <a:gd name="connsiteY2" fmla="*/ 181774 h 263922"/>
                            <a:gd name="connsiteX3" fmla="*/ 463941 w 488405"/>
                            <a:gd name="connsiteY3" fmla="*/ 263922 h 263922"/>
                            <a:gd name="connsiteX4" fmla="*/ 488405 w 488405"/>
                            <a:gd name="connsiteY4" fmla="*/ 225470 h 263922"/>
                            <a:gd name="connsiteX5" fmla="*/ 228912 w 488405"/>
                            <a:gd name="connsiteY5" fmla="*/ 144196 h 263922"/>
                            <a:gd name="connsiteX6" fmla="*/ 17474 w 488405"/>
                            <a:gd name="connsiteY6" fmla="*/ 0 h 263922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488405" h="263922" fill="norm" stroke="1" extrusionOk="0">
                              <a:moveTo>
                                <a:pt x="17474" y="0"/>
                              </a:moveTo>
                              <a:cubicBezTo>
                                <a:pt x="11358" y="13983"/>
                                <a:pt x="5242" y="27965"/>
                                <a:pt x="0" y="41948"/>
                              </a:cubicBezTo>
                              <a:cubicBezTo>
                                <a:pt x="57665" y="93509"/>
                                <a:pt x="129309" y="141574"/>
                                <a:pt x="211438" y="181774"/>
                              </a:cubicBezTo>
                              <a:cubicBezTo>
                                <a:pt x="296188" y="222848"/>
                                <a:pt x="382686" y="250814"/>
                                <a:pt x="463941" y="263922"/>
                              </a:cubicBezTo>
                              <a:cubicBezTo>
                                <a:pt x="472678" y="251687"/>
                                <a:pt x="480542" y="238579"/>
                                <a:pt x="488405" y="225470"/>
                              </a:cubicBezTo>
                              <a:cubicBezTo>
                                <a:pt x="406276" y="214983"/>
                                <a:pt x="316284" y="187018"/>
                                <a:pt x="228912" y="144196"/>
                              </a:cubicBezTo>
                              <a:cubicBezTo>
                                <a:pt x="146784" y="103996"/>
                                <a:pt x="74266" y="53309"/>
                                <a:pt x="17474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8733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24" name="Полилиния 23"/>
                        <p:cNvSpPr/>
                        <p:nvPr/>
                      </p:nvSpPr>
                      <p:spPr bwMode="auto">
                        <a:xfrm>
                          <a:off x="1661483" y="2174227"/>
                          <a:ext cx="969850" cy="676409"/>
                        </a:xfrm>
                        <a:custGeom>
                          <a:avLst/>
                          <a:gdLst>
                            <a:gd name="connsiteX0" fmla="*/ 899494 w 969850"/>
                            <a:gd name="connsiteY0" fmla="*/ 318979 h 676409"/>
                            <a:gd name="connsiteX1" fmla="*/ 605927 w 969850"/>
                            <a:gd name="connsiteY1" fmla="*/ 90887 h 676409"/>
                            <a:gd name="connsiteX2" fmla="*/ 253821 w 969850"/>
                            <a:gd name="connsiteY2" fmla="*/ 0 h 676409"/>
                            <a:gd name="connsiteX3" fmla="*/ 16171 w 969850"/>
                            <a:gd name="connsiteY3" fmla="*/ 109239 h 676409"/>
                            <a:gd name="connsiteX4" fmla="*/ 121890 w 969850"/>
                            <a:gd name="connsiteY4" fmla="*/ 415984 h 676409"/>
                            <a:gd name="connsiteX5" fmla="*/ 139364 w 969850"/>
                            <a:gd name="connsiteY5" fmla="*/ 373162 h 676409"/>
                            <a:gd name="connsiteX6" fmla="*/ 52867 w 969850"/>
                            <a:gd name="connsiteY6" fmla="*/ 127592 h 676409"/>
                            <a:gd name="connsiteX7" fmla="*/ 252947 w 969850"/>
                            <a:gd name="connsiteY7" fmla="*/ 41948 h 676409"/>
                            <a:gd name="connsiteX8" fmla="*/ 586705 w 969850"/>
                            <a:gd name="connsiteY8" fmla="*/ 128465 h 676409"/>
                            <a:gd name="connsiteX9" fmla="*/ 864545 w 969850"/>
                            <a:gd name="connsiteY9" fmla="*/ 344322 h 676409"/>
                            <a:gd name="connsiteX10" fmla="*/ 915221 w 969850"/>
                            <a:gd name="connsiteY10" fmla="*/ 548819 h 676409"/>
                            <a:gd name="connsiteX11" fmla="*/ 715141 w 969850"/>
                            <a:gd name="connsiteY11" fmla="*/ 634462 h 676409"/>
                            <a:gd name="connsiteX12" fmla="*/ 685434 w 969850"/>
                            <a:gd name="connsiteY12" fmla="*/ 633588 h 676409"/>
                            <a:gd name="connsiteX13" fmla="*/ 660097 w 969850"/>
                            <a:gd name="connsiteY13" fmla="*/ 673788 h 676409"/>
                            <a:gd name="connsiteX14" fmla="*/ 715141 w 969850"/>
                            <a:gd name="connsiteY14" fmla="*/ 676410 h 676409"/>
                            <a:gd name="connsiteX15" fmla="*/ 952790 w 969850"/>
                            <a:gd name="connsiteY15" fmla="*/ 567171 h 676409"/>
                            <a:gd name="connsiteX16" fmla="*/ 899494 w 969850"/>
                            <a:gd name="connsiteY16" fmla="*/ 318979 h 676409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969850" h="676409" fill="norm" stroke="1" extrusionOk="0">
                              <a:moveTo>
                                <a:pt x="899494" y="318979"/>
                              </a:moveTo>
                              <a:cubicBezTo>
                                <a:pt x="833965" y="231587"/>
                                <a:pt x="729120" y="150313"/>
                                <a:pt x="605927" y="90887"/>
                              </a:cubicBezTo>
                              <a:cubicBezTo>
                                <a:pt x="486228" y="32335"/>
                                <a:pt x="361287" y="0"/>
                                <a:pt x="253821" y="0"/>
                              </a:cubicBezTo>
                              <a:cubicBezTo>
                                <a:pt x="134996" y="0"/>
                                <a:pt x="51119" y="38452"/>
                                <a:pt x="16171" y="109239"/>
                              </a:cubicBezTo>
                              <a:cubicBezTo>
                                <a:pt x="-26641" y="196631"/>
                                <a:pt x="17918" y="311114"/>
                                <a:pt x="121890" y="415984"/>
                              </a:cubicBezTo>
                              <a:cubicBezTo>
                                <a:pt x="128006" y="402001"/>
                                <a:pt x="133248" y="387144"/>
                                <a:pt x="139364" y="373162"/>
                              </a:cubicBezTo>
                              <a:cubicBezTo>
                                <a:pt x="58109" y="285770"/>
                                <a:pt x="21413" y="193135"/>
                                <a:pt x="52867" y="127592"/>
                              </a:cubicBezTo>
                              <a:cubicBezTo>
                                <a:pt x="79078" y="73409"/>
                                <a:pt x="152470" y="41948"/>
                                <a:pt x="252947" y="41948"/>
                              </a:cubicBezTo>
                              <a:cubicBezTo>
                                <a:pt x="354298" y="41948"/>
                                <a:pt x="473122" y="72535"/>
                                <a:pt x="586705" y="128465"/>
                              </a:cubicBezTo>
                              <a:cubicBezTo>
                                <a:pt x="703782" y="186144"/>
                                <a:pt x="802512" y="262174"/>
                                <a:pt x="864545" y="344322"/>
                              </a:cubicBezTo>
                              <a:cubicBezTo>
                                <a:pt x="923084" y="422101"/>
                                <a:pt x="941432" y="494636"/>
                                <a:pt x="915221" y="548819"/>
                              </a:cubicBezTo>
                              <a:cubicBezTo>
                                <a:pt x="889009" y="603001"/>
                                <a:pt x="815617" y="634462"/>
                                <a:pt x="715141" y="634462"/>
                              </a:cubicBezTo>
                              <a:cubicBezTo>
                                <a:pt x="705530" y="634462"/>
                                <a:pt x="695045" y="633588"/>
                                <a:pt x="685434" y="633588"/>
                              </a:cubicBezTo>
                              <a:cubicBezTo>
                                <a:pt x="676697" y="646697"/>
                                <a:pt x="668834" y="660680"/>
                                <a:pt x="660097" y="673788"/>
                              </a:cubicBezTo>
                              <a:cubicBezTo>
                                <a:pt x="678445" y="675536"/>
                                <a:pt x="696793" y="676410"/>
                                <a:pt x="715141" y="676410"/>
                              </a:cubicBezTo>
                              <a:cubicBezTo>
                                <a:pt x="833965" y="676410"/>
                                <a:pt x="917842" y="637958"/>
                                <a:pt x="952790" y="567171"/>
                              </a:cubicBezTo>
                              <a:cubicBezTo>
                                <a:pt x="987739" y="498131"/>
                                <a:pt x="968517" y="410740"/>
                                <a:pt x="899494" y="318979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0061AF"/>
                        </a:solidFill>
                        <a:ln w="8733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25" name="Полилиния 24"/>
                      <p:cNvSpPr/>
                      <p:nvPr/>
                    </p:nvSpPr>
                    <p:spPr bwMode="auto">
                      <a:xfrm>
                        <a:off x="1669489" y="2745767"/>
                        <a:ext cx="699271" cy="518231"/>
                      </a:xfrm>
                      <a:custGeom>
                        <a:avLst/>
                        <a:gdLst>
                          <a:gd name="connsiteX0" fmla="*/ 641606 w 699271"/>
                          <a:gd name="connsiteY0" fmla="*/ 19226 h 518231"/>
                          <a:gd name="connsiteX1" fmla="*/ 150580 w 699271"/>
                          <a:gd name="connsiteY1" fmla="*/ 478905 h 518231"/>
                          <a:gd name="connsiteX2" fmla="*/ 106021 w 699271"/>
                          <a:gd name="connsiteY2" fmla="*/ 468418 h 518231"/>
                          <a:gd name="connsiteX3" fmla="*/ 64082 w 699271"/>
                          <a:gd name="connsiteY3" fmla="*/ 97879 h 518231"/>
                          <a:gd name="connsiteX4" fmla="*/ 23891 w 699271"/>
                          <a:gd name="connsiteY4" fmla="*/ 95257 h 518231"/>
                          <a:gd name="connsiteX5" fmla="*/ 87673 w 699271"/>
                          <a:gd name="connsiteY5" fmla="*/ 503375 h 518231"/>
                          <a:gd name="connsiteX6" fmla="*/ 150580 w 699271"/>
                          <a:gd name="connsiteY6" fmla="*/ 518232 h 518231"/>
                          <a:gd name="connsiteX7" fmla="*/ 699271 w 699271"/>
                          <a:gd name="connsiteY7" fmla="*/ 0 h 518231"/>
                          <a:gd name="connsiteX8" fmla="*/ 641606 w 699271"/>
                          <a:gd name="connsiteY8" fmla="*/ 19226 h 51823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99271" h="518231" fill="norm" stroke="1" extrusionOk="0">
                            <a:moveTo>
                              <a:pt x="641606" y="19226"/>
                            </a:moveTo>
                            <a:cubicBezTo>
                              <a:pt x="475601" y="288392"/>
                              <a:pt x="276394" y="478905"/>
                              <a:pt x="150580" y="478905"/>
                            </a:cubicBezTo>
                            <a:cubicBezTo>
                              <a:pt x="133979" y="478905"/>
                              <a:pt x="119126" y="475410"/>
                              <a:pt x="106021" y="468418"/>
                            </a:cubicBezTo>
                            <a:cubicBezTo>
                              <a:pt x="37871" y="432588"/>
                              <a:pt x="19523" y="293635"/>
                              <a:pt x="64082" y="97879"/>
                            </a:cubicBezTo>
                            <a:cubicBezTo>
                              <a:pt x="50103" y="97005"/>
                              <a:pt x="36997" y="96131"/>
                              <a:pt x="23891" y="95257"/>
                            </a:cubicBezTo>
                            <a:cubicBezTo>
                              <a:pt x="-21542" y="300627"/>
                              <a:pt x="-3194" y="456184"/>
                              <a:pt x="87673" y="503375"/>
                            </a:cubicBezTo>
                            <a:cubicBezTo>
                              <a:pt x="106021" y="512988"/>
                              <a:pt x="127863" y="518232"/>
                              <a:pt x="150580" y="518232"/>
                            </a:cubicBezTo>
                            <a:cubicBezTo>
                              <a:pt x="299985" y="518232"/>
                              <a:pt x="518413" y="309366"/>
                              <a:pt x="699271" y="0"/>
                            </a:cubicBezTo>
                            <a:cubicBezTo>
                              <a:pt x="680923" y="7865"/>
                              <a:pt x="660828" y="13983"/>
                              <a:pt x="641606" y="19226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26" name="Рисунок 9"/>
                    <p:cNvGrpSpPr/>
                    <p:nvPr/>
                  </p:nvGrpSpPr>
                  <p:grpSpPr bwMode="auto">
                    <a:xfrm>
                      <a:off x="1432601" y="2196074"/>
                      <a:ext cx="1430114" cy="631840"/>
                      <a:chOff x="1432601" y="2196074"/>
                      <a:chExt cx="1430114" cy="631840"/>
                    </a:xfrm>
                    <a:solidFill>
                      <a:srgbClr val="0061AF"/>
                    </a:solidFill>
                  </p:grpSpPr>
                  <p:sp>
                    <p:nvSpPr>
                      <p:cNvPr id="27" name="Полилиния 26"/>
                      <p:cNvSpPr/>
                      <p:nvPr/>
                    </p:nvSpPr>
                    <p:spPr bwMode="auto">
                      <a:xfrm>
                        <a:off x="2103152" y="2612057"/>
                        <a:ext cx="477046" cy="174782"/>
                      </a:xfrm>
                      <a:custGeom>
                        <a:avLst/>
                        <a:gdLst>
                          <a:gd name="connsiteX0" fmla="*/ 96982 w 477046"/>
                          <a:gd name="connsiteY0" fmla="*/ 127591 h 174782"/>
                          <a:gd name="connsiteX1" fmla="*/ 0 w 477046"/>
                          <a:gd name="connsiteY1" fmla="*/ 147692 h 174782"/>
                          <a:gd name="connsiteX2" fmla="*/ 76887 w 477046"/>
                          <a:gd name="connsiteY2" fmla="*/ 174783 h 174782"/>
                          <a:gd name="connsiteX3" fmla="*/ 105719 w 477046"/>
                          <a:gd name="connsiteY3" fmla="*/ 168665 h 174782"/>
                          <a:gd name="connsiteX4" fmla="*/ 477047 w 477046"/>
                          <a:gd name="connsiteY4" fmla="*/ 40200 h 174782"/>
                          <a:gd name="connsiteX5" fmla="*/ 465689 w 477046"/>
                          <a:gd name="connsiteY5" fmla="*/ 0 h 174782"/>
                          <a:gd name="connsiteX6" fmla="*/ 96982 w 477046"/>
                          <a:gd name="connsiteY6" fmla="*/ 127591 h 17478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477046" h="174782" fill="norm" stroke="1" extrusionOk="0">
                            <a:moveTo>
                              <a:pt x="96982" y="127591"/>
                            </a:moveTo>
                            <a:cubicBezTo>
                              <a:pt x="64655" y="135457"/>
                              <a:pt x="32327" y="141574"/>
                              <a:pt x="0" y="147692"/>
                            </a:cubicBezTo>
                            <a:cubicBezTo>
                              <a:pt x="26211" y="158179"/>
                              <a:pt x="51549" y="166918"/>
                              <a:pt x="76887" y="174783"/>
                            </a:cubicBezTo>
                            <a:cubicBezTo>
                              <a:pt x="86497" y="173035"/>
                              <a:pt x="96108" y="170413"/>
                              <a:pt x="105719" y="168665"/>
                            </a:cubicBezTo>
                            <a:cubicBezTo>
                              <a:pt x="242892" y="137205"/>
                              <a:pt x="370454" y="92635"/>
                              <a:pt x="477047" y="40200"/>
                            </a:cubicBezTo>
                            <a:cubicBezTo>
                              <a:pt x="474426" y="27091"/>
                              <a:pt x="470931" y="13983"/>
                              <a:pt x="465689" y="0"/>
                            </a:cubicBezTo>
                            <a:cubicBezTo>
                              <a:pt x="360843" y="51561"/>
                              <a:pt x="234155" y="96131"/>
                              <a:pt x="96982" y="127591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8" name="Полилиния 27"/>
                      <p:cNvSpPr/>
                      <p:nvPr/>
                    </p:nvSpPr>
                    <p:spPr bwMode="auto">
                      <a:xfrm>
                        <a:off x="1697749" y="2246762"/>
                        <a:ext cx="453456" cy="174782"/>
                      </a:xfrm>
                      <a:custGeom>
                        <a:avLst/>
                        <a:gdLst>
                          <a:gd name="connsiteX0" fmla="*/ 0 w 453456"/>
                          <a:gd name="connsiteY0" fmla="*/ 133709 h 174782"/>
                          <a:gd name="connsiteX1" fmla="*/ 9611 w 453456"/>
                          <a:gd name="connsiteY1" fmla="*/ 174783 h 174782"/>
                          <a:gd name="connsiteX2" fmla="*/ 396666 w 453456"/>
                          <a:gd name="connsiteY2" fmla="*/ 37578 h 174782"/>
                          <a:gd name="connsiteX3" fmla="*/ 453457 w 453456"/>
                          <a:gd name="connsiteY3" fmla="*/ 25343 h 174782"/>
                          <a:gd name="connsiteX4" fmla="*/ 373949 w 453456"/>
                          <a:gd name="connsiteY4" fmla="*/ 0 h 174782"/>
                          <a:gd name="connsiteX5" fmla="*/ 0 w 453456"/>
                          <a:gd name="connsiteY5" fmla="*/ 133709 h 174782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453456" h="174782" fill="norm" stroke="1" extrusionOk="0">
                            <a:moveTo>
                              <a:pt x="0" y="133709"/>
                            </a:moveTo>
                            <a:cubicBezTo>
                              <a:pt x="1748" y="146818"/>
                              <a:pt x="5242" y="160800"/>
                              <a:pt x="9611" y="174783"/>
                            </a:cubicBezTo>
                            <a:cubicBezTo>
                              <a:pt x="110962" y="122348"/>
                              <a:pt x="242018" y="73409"/>
                              <a:pt x="396666" y="37578"/>
                            </a:cubicBezTo>
                            <a:cubicBezTo>
                              <a:pt x="415887" y="33209"/>
                              <a:pt x="434235" y="28839"/>
                              <a:pt x="453457" y="25343"/>
                            </a:cubicBezTo>
                            <a:cubicBezTo>
                              <a:pt x="426372" y="15730"/>
                              <a:pt x="400160" y="6991"/>
                              <a:pt x="373949" y="0"/>
                            </a:cubicBezTo>
                            <a:cubicBezTo>
                              <a:pt x="231534" y="34957"/>
                              <a:pt x="103098" y="81274"/>
                              <a:pt x="0" y="133709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9" name="Полилиния 28"/>
                      <p:cNvSpPr/>
                      <p:nvPr/>
                    </p:nvSpPr>
                    <p:spPr bwMode="auto">
                      <a:xfrm>
                        <a:off x="1432601" y="2401444"/>
                        <a:ext cx="667055" cy="426470"/>
                      </a:xfrm>
                      <a:custGeom>
                        <a:avLst/>
                        <a:gdLst>
                          <a:gd name="connsiteX0" fmla="*/ 593664 w 667055"/>
                          <a:gd name="connsiteY0" fmla="*/ 370540 h 426470"/>
                          <a:gd name="connsiteX1" fmla="*/ 387468 w 667055"/>
                          <a:gd name="connsiteY1" fmla="*/ 385396 h 426470"/>
                          <a:gd name="connsiteX2" fmla="*/ 43225 w 667055"/>
                          <a:gd name="connsiteY2" fmla="*/ 266544 h 426470"/>
                          <a:gd name="connsiteX3" fmla="*/ 238063 w 667055"/>
                          <a:gd name="connsiteY3" fmla="*/ 41074 h 426470"/>
                          <a:gd name="connsiteX4" fmla="*/ 226705 w 667055"/>
                          <a:gd name="connsiteY4" fmla="*/ 0 h 426470"/>
                          <a:gd name="connsiteX5" fmla="*/ 3034 w 667055"/>
                          <a:gd name="connsiteY5" fmla="*/ 275283 h 426470"/>
                          <a:gd name="connsiteX6" fmla="*/ 388341 w 667055"/>
                          <a:gd name="connsiteY6" fmla="*/ 426470 h 426470"/>
                          <a:gd name="connsiteX7" fmla="*/ 667056 w 667055"/>
                          <a:gd name="connsiteY7" fmla="*/ 401127 h 426470"/>
                          <a:gd name="connsiteX8" fmla="*/ 593664 w 667055"/>
                          <a:gd name="connsiteY8" fmla="*/ 370540 h 42647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667055" h="426470" fill="norm" stroke="1" extrusionOk="0">
                            <a:moveTo>
                              <a:pt x="593664" y="370540"/>
                            </a:moveTo>
                            <a:cubicBezTo>
                              <a:pt x="522020" y="380153"/>
                              <a:pt x="452123" y="385396"/>
                              <a:pt x="387468" y="385396"/>
                            </a:cubicBezTo>
                            <a:cubicBezTo>
                              <a:pt x="191756" y="385396"/>
                              <a:pt x="59826" y="339953"/>
                              <a:pt x="43225" y="266544"/>
                            </a:cubicBezTo>
                            <a:cubicBezTo>
                              <a:pt x="29246" y="204496"/>
                              <a:pt x="100890" y="119726"/>
                              <a:pt x="238063" y="41074"/>
                            </a:cubicBezTo>
                            <a:cubicBezTo>
                              <a:pt x="232821" y="27091"/>
                              <a:pt x="229326" y="13983"/>
                              <a:pt x="226705" y="0"/>
                            </a:cubicBezTo>
                            <a:cubicBezTo>
                              <a:pt x="71184" y="87391"/>
                              <a:pt x="-17935" y="187892"/>
                              <a:pt x="3034" y="275283"/>
                            </a:cubicBezTo>
                            <a:cubicBezTo>
                              <a:pt x="25751" y="371414"/>
                              <a:pt x="165545" y="426470"/>
                              <a:pt x="388341" y="426470"/>
                            </a:cubicBezTo>
                            <a:cubicBezTo>
                              <a:pt x="474839" y="426470"/>
                              <a:pt x="570074" y="417731"/>
                              <a:pt x="667056" y="401127"/>
                            </a:cubicBezTo>
                            <a:cubicBezTo>
                              <a:pt x="641718" y="392388"/>
                              <a:pt x="617254" y="381901"/>
                              <a:pt x="593664" y="370540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30" name="Полилиния 29"/>
                      <p:cNvSpPr/>
                      <p:nvPr/>
                    </p:nvSpPr>
                    <p:spPr bwMode="auto">
                      <a:xfrm>
                        <a:off x="2154701" y="2196074"/>
                        <a:ext cx="708014" cy="435209"/>
                      </a:xfrm>
                      <a:custGeom>
                        <a:avLst/>
                        <a:gdLst>
                          <a:gd name="connsiteX0" fmla="*/ 705086 w 708014"/>
                          <a:gd name="connsiteY0" fmla="*/ 151187 h 435209"/>
                          <a:gd name="connsiteX1" fmla="*/ 319779 w 708014"/>
                          <a:gd name="connsiteY1" fmla="*/ 0 h 435209"/>
                          <a:gd name="connsiteX2" fmla="*/ 0 w 708014"/>
                          <a:gd name="connsiteY2" fmla="*/ 33209 h 435209"/>
                          <a:gd name="connsiteX3" fmla="*/ 73392 w 708014"/>
                          <a:gd name="connsiteY3" fmla="*/ 62048 h 435209"/>
                          <a:gd name="connsiteX4" fmla="*/ 319779 w 708014"/>
                          <a:gd name="connsiteY4" fmla="*/ 41074 h 435209"/>
                          <a:gd name="connsiteX5" fmla="*/ 664021 w 708014"/>
                          <a:gd name="connsiteY5" fmla="*/ 159926 h 435209"/>
                          <a:gd name="connsiteX6" fmla="*/ 511122 w 708014"/>
                          <a:gd name="connsiteY6" fmla="*/ 360053 h 435209"/>
                          <a:gd name="connsiteX7" fmla="*/ 450836 w 708014"/>
                          <a:gd name="connsiteY7" fmla="*/ 395009 h 435209"/>
                          <a:gd name="connsiteX8" fmla="*/ 463941 w 708014"/>
                          <a:gd name="connsiteY8" fmla="*/ 435210 h 435209"/>
                          <a:gd name="connsiteX9" fmla="*/ 533838 w 708014"/>
                          <a:gd name="connsiteY9" fmla="*/ 395009 h 435209"/>
                          <a:gd name="connsiteX10" fmla="*/ 705086 w 708014"/>
                          <a:gd name="connsiteY10" fmla="*/ 151187 h 43520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708014" h="435209" fill="norm" stroke="1" extrusionOk="0">
                            <a:moveTo>
                              <a:pt x="705086" y="151187"/>
                            </a:moveTo>
                            <a:cubicBezTo>
                              <a:pt x="683243" y="55057"/>
                              <a:pt x="542575" y="0"/>
                              <a:pt x="319779" y="0"/>
                            </a:cubicBezTo>
                            <a:cubicBezTo>
                              <a:pt x="221049" y="0"/>
                              <a:pt x="110961" y="11361"/>
                              <a:pt x="0" y="33209"/>
                            </a:cubicBezTo>
                            <a:cubicBezTo>
                              <a:pt x="24464" y="41948"/>
                              <a:pt x="48928" y="51561"/>
                              <a:pt x="73392" y="62048"/>
                            </a:cubicBezTo>
                            <a:cubicBezTo>
                              <a:pt x="159015" y="48065"/>
                              <a:pt x="242892" y="41074"/>
                              <a:pt x="319779" y="41074"/>
                            </a:cubicBezTo>
                            <a:cubicBezTo>
                              <a:pt x="515490" y="41074"/>
                              <a:pt x="647421" y="86518"/>
                              <a:pt x="664021" y="159926"/>
                            </a:cubicBezTo>
                            <a:cubicBezTo>
                              <a:pt x="677127" y="215857"/>
                              <a:pt x="621209" y="289266"/>
                              <a:pt x="511122" y="360053"/>
                            </a:cubicBezTo>
                            <a:cubicBezTo>
                              <a:pt x="492774" y="372288"/>
                              <a:pt x="471805" y="383649"/>
                              <a:pt x="450836" y="395009"/>
                            </a:cubicBezTo>
                            <a:cubicBezTo>
                              <a:pt x="456078" y="408992"/>
                              <a:pt x="460446" y="422101"/>
                              <a:pt x="463941" y="435210"/>
                            </a:cubicBezTo>
                            <a:cubicBezTo>
                              <a:pt x="488405" y="422101"/>
                              <a:pt x="511995" y="408118"/>
                              <a:pt x="533838" y="395009"/>
                            </a:cubicBezTo>
                            <a:cubicBezTo>
                              <a:pt x="661400" y="313735"/>
                              <a:pt x="722560" y="226344"/>
                              <a:pt x="705086" y="151187"/>
                            </a:cubicBezTo>
                            <a:close/>
                          </a:path>
                        </a:pathLst>
                      </a:custGeom>
                      <a:solidFill>
                        <a:srgbClr val="0061AF"/>
                      </a:solidFill>
                      <a:ln w="8733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31" name="Полилиния 30"/>
                <p:cNvSpPr/>
                <p:nvPr/>
              </p:nvSpPr>
              <p:spPr bwMode="auto">
                <a:xfrm>
                  <a:off x="2022770" y="2400570"/>
                  <a:ext cx="230659" cy="230713"/>
                </a:xfrm>
                <a:custGeom>
                  <a:avLst/>
                  <a:gdLst>
                    <a:gd name="connsiteX0" fmla="*/ 230660 w 230659"/>
                    <a:gd name="connsiteY0" fmla="*/ 115357 h 230713"/>
                    <a:gd name="connsiteX1" fmla="*/ 115330 w 230659"/>
                    <a:gd name="connsiteY1" fmla="*/ 230714 h 230713"/>
                    <a:gd name="connsiteX2" fmla="*/ 0 w 230659"/>
                    <a:gd name="connsiteY2" fmla="*/ 115357 h 230713"/>
                    <a:gd name="connsiteX3" fmla="*/ 115330 w 230659"/>
                    <a:gd name="connsiteY3" fmla="*/ 0 h 230713"/>
                    <a:gd name="connsiteX4" fmla="*/ 230660 w 230659"/>
                    <a:gd name="connsiteY4" fmla="*/ 115357 h 2307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0659" h="230713" fill="norm" stroke="1" extrusionOk="0">
                      <a:moveTo>
                        <a:pt x="230660" y="115357"/>
                      </a:moveTo>
                      <a:cubicBezTo>
                        <a:pt x="230660" y="179153"/>
                        <a:pt x="179111" y="230714"/>
                        <a:pt x="115330" y="230714"/>
                      </a:cubicBezTo>
                      <a:cubicBezTo>
                        <a:pt x="51549" y="230714"/>
                        <a:pt x="0" y="179153"/>
                        <a:pt x="0" y="115357"/>
                      </a:cubicBezTo>
                      <a:cubicBezTo>
                        <a:pt x="0" y="51561"/>
                        <a:pt x="51549" y="0"/>
                        <a:pt x="115330" y="0"/>
                      </a:cubicBezTo>
                      <a:cubicBezTo>
                        <a:pt x="179111" y="0"/>
                        <a:pt x="230660" y="51561"/>
                        <a:pt x="230660" y="115357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8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32" name="Рисунок 9"/>
              <p:cNvGrpSpPr/>
              <p:nvPr/>
            </p:nvGrpSpPr>
            <p:grpSpPr bwMode="auto">
              <a:xfrm>
                <a:off x="1910935" y="1759991"/>
                <a:ext cx="714682" cy="543575"/>
                <a:chOff x="1910935" y="1759991"/>
                <a:chExt cx="714682" cy="543575"/>
              </a:xfrm>
              <a:solidFill>
                <a:srgbClr val="0061AF"/>
              </a:solidFill>
            </p:grpSpPr>
            <p:sp>
              <p:nvSpPr>
                <p:cNvPr id="33" name="Полилиния 32"/>
                <p:cNvSpPr/>
                <p:nvPr/>
              </p:nvSpPr>
              <p:spPr bwMode="auto">
                <a:xfrm>
                  <a:off x="1910935" y="2208309"/>
                  <a:ext cx="101350" cy="95256"/>
                </a:xfrm>
                <a:custGeom>
                  <a:avLst/>
                  <a:gdLst>
                    <a:gd name="connsiteX0" fmla="*/ 55918 w 101350"/>
                    <a:gd name="connsiteY0" fmla="*/ 78652 h 95256"/>
                    <a:gd name="connsiteX1" fmla="*/ 101350 w 101350"/>
                    <a:gd name="connsiteY1" fmla="*/ 6118 h 95256"/>
                    <a:gd name="connsiteX2" fmla="*/ 56791 w 101350"/>
                    <a:gd name="connsiteY2" fmla="*/ 0 h 95256"/>
                    <a:gd name="connsiteX3" fmla="*/ 0 w 101350"/>
                    <a:gd name="connsiteY3" fmla="*/ 95257 h 95256"/>
                    <a:gd name="connsiteX4" fmla="*/ 55918 w 101350"/>
                    <a:gd name="connsiteY4" fmla="*/ 78652 h 95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1350" h="95256" fill="norm" stroke="1" extrusionOk="0">
                      <a:moveTo>
                        <a:pt x="55918" y="78652"/>
                      </a:moveTo>
                      <a:cubicBezTo>
                        <a:pt x="70770" y="54183"/>
                        <a:pt x="85624" y="29713"/>
                        <a:pt x="101350" y="6118"/>
                      </a:cubicBezTo>
                      <a:cubicBezTo>
                        <a:pt x="86497" y="3496"/>
                        <a:pt x="71644" y="1748"/>
                        <a:pt x="56791" y="0"/>
                      </a:cubicBezTo>
                      <a:cubicBezTo>
                        <a:pt x="37570" y="30587"/>
                        <a:pt x="18348" y="62048"/>
                        <a:pt x="0" y="95257"/>
                      </a:cubicBezTo>
                      <a:cubicBezTo>
                        <a:pt x="18348" y="90013"/>
                        <a:pt x="36696" y="83896"/>
                        <a:pt x="55918" y="78652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8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34" name="Полилиния 33"/>
                <p:cNvSpPr/>
                <p:nvPr/>
              </p:nvSpPr>
              <p:spPr bwMode="auto">
                <a:xfrm>
                  <a:off x="1993938" y="1759991"/>
                  <a:ext cx="631680" cy="463174"/>
                </a:xfrm>
                <a:custGeom>
                  <a:avLst/>
                  <a:gdLst>
                    <a:gd name="connsiteX0" fmla="*/ 43686 w 631680"/>
                    <a:gd name="connsiteY0" fmla="*/ 416857 h 463174"/>
                    <a:gd name="connsiteX1" fmla="*/ 480542 w 631680"/>
                    <a:gd name="connsiteY1" fmla="*/ 40200 h 463174"/>
                    <a:gd name="connsiteX2" fmla="*/ 525101 w 631680"/>
                    <a:gd name="connsiteY2" fmla="*/ 50687 h 463174"/>
                    <a:gd name="connsiteX3" fmla="*/ 558302 w 631680"/>
                    <a:gd name="connsiteY3" fmla="*/ 458805 h 463174"/>
                    <a:gd name="connsiteX4" fmla="*/ 598493 w 631680"/>
                    <a:gd name="connsiteY4" fmla="*/ 463175 h 463174"/>
                    <a:gd name="connsiteX5" fmla="*/ 544323 w 631680"/>
                    <a:gd name="connsiteY5" fmla="*/ 14857 h 463174"/>
                    <a:gd name="connsiteX6" fmla="*/ 481415 w 631680"/>
                    <a:gd name="connsiteY6" fmla="*/ 0 h 463174"/>
                    <a:gd name="connsiteX7" fmla="*/ 0 w 631680"/>
                    <a:gd name="connsiteY7" fmla="*/ 409866 h 463174"/>
                    <a:gd name="connsiteX8" fmla="*/ 43686 w 631680"/>
                    <a:gd name="connsiteY8" fmla="*/ 416857 h 4631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31680" h="463174" fill="norm" stroke="1" extrusionOk="0">
                      <a:moveTo>
                        <a:pt x="43686" y="416857"/>
                      </a:moveTo>
                      <a:cubicBezTo>
                        <a:pt x="197459" y="192261"/>
                        <a:pt x="368706" y="40200"/>
                        <a:pt x="480542" y="40200"/>
                      </a:cubicBezTo>
                      <a:cubicBezTo>
                        <a:pt x="497142" y="40200"/>
                        <a:pt x="511995" y="43696"/>
                        <a:pt x="525101" y="50687"/>
                      </a:cubicBezTo>
                      <a:cubicBezTo>
                        <a:pt x="597619" y="89139"/>
                        <a:pt x="613346" y="243822"/>
                        <a:pt x="558302" y="458805"/>
                      </a:cubicBezTo>
                      <a:cubicBezTo>
                        <a:pt x="572282" y="459679"/>
                        <a:pt x="585387" y="461427"/>
                        <a:pt x="598493" y="463175"/>
                      </a:cubicBezTo>
                      <a:cubicBezTo>
                        <a:pt x="655284" y="238579"/>
                        <a:pt x="640431" y="65544"/>
                        <a:pt x="544323" y="14857"/>
                      </a:cubicBezTo>
                      <a:cubicBezTo>
                        <a:pt x="525101" y="5243"/>
                        <a:pt x="504132" y="0"/>
                        <a:pt x="481415" y="0"/>
                      </a:cubicBezTo>
                      <a:cubicBezTo>
                        <a:pt x="350358" y="0"/>
                        <a:pt x="166005" y="160800"/>
                        <a:pt x="0" y="409866"/>
                      </a:cubicBezTo>
                      <a:cubicBezTo>
                        <a:pt x="13979" y="411614"/>
                        <a:pt x="28832" y="414236"/>
                        <a:pt x="43686" y="416857"/>
                      </a:cubicBezTo>
                      <a:close/>
                    </a:path>
                  </a:pathLst>
                </a:custGeom>
                <a:solidFill>
                  <a:srgbClr val="0061AF"/>
                </a:solidFill>
                <a:ln w="8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sp>
          <p:nvSpPr>
            <p:cNvPr id="35" name="Полилиния 34"/>
            <p:cNvSpPr/>
            <p:nvPr/>
          </p:nvSpPr>
          <p:spPr bwMode="auto">
            <a:xfrm>
              <a:off x="3115784" y="3758634"/>
              <a:ext cx="2029633" cy="772540"/>
            </a:xfrm>
            <a:custGeom>
              <a:avLst/>
              <a:gdLst>
                <a:gd name="connsiteX0" fmla="*/ 0 w 2029633"/>
                <a:gd name="connsiteY0" fmla="*/ 0 h 772540"/>
                <a:gd name="connsiteX1" fmla="*/ 2029634 w 2029633"/>
                <a:gd name="connsiteY1" fmla="*/ 0 h 772540"/>
                <a:gd name="connsiteX2" fmla="*/ 2029634 w 2029633"/>
                <a:gd name="connsiteY2" fmla="*/ 772541 h 772540"/>
                <a:gd name="connsiteX3" fmla="*/ 0 w 2029633"/>
                <a:gd name="connsiteY3" fmla="*/ 772541 h 772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633" h="772540" fill="norm" stroke="1" extrusionOk="0">
                  <a:moveTo>
                    <a:pt x="0" y="0"/>
                  </a:moveTo>
                  <a:lnTo>
                    <a:pt x="2029634" y="0"/>
                  </a:lnTo>
                  <a:lnTo>
                    <a:pt x="2029634" y="772541"/>
                  </a:lnTo>
                  <a:lnTo>
                    <a:pt x="0" y="772541"/>
                  </a:lnTo>
                  <a:close/>
                </a:path>
              </a:pathLst>
            </a:custGeom>
            <a:noFill/>
            <a:ln w="8733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6" name="TextBox 35"/>
            <p:cNvSpPr txBox="1"/>
            <p:nvPr/>
          </p:nvSpPr>
          <p:spPr bwMode="auto">
            <a:xfrm>
              <a:off x="3024649" y="3673029"/>
              <a:ext cx="1607030" cy="327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defRPr/>
              </a:pPr>
              <a:r>
                <a:rPr lang="ru-RU" sz="1500" b="1" spc="0">
                  <a:ln/>
                  <a:solidFill>
                    <a:srgbClr val="797D82"/>
                  </a:solidFill>
                  <a:latin typeface="AvenirNextCyr-Regular"/>
                </a:rPr>
                <a:t>Национальный </a:t>
              </a:r>
              <a:endParaRPr/>
            </a:p>
          </p:txBody>
        </p:sp>
        <p:sp>
          <p:nvSpPr>
            <p:cNvPr id="37" name="TextBox 36"/>
            <p:cNvSpPr txBox="1"/>
            <p:nvPr/>
          </p:nvSpPr>
          <p:spPr bwMode="auto">
            <a:xfrm>
              <a:off x="3024649" y="3900246"/>
              <a:ext cx="2035149" cy="327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defRPr/>
              </a:pPr>
              <a:r>
                <a:rPr lang="ru-RU" sz="1500" b="1" spc="0">
                  <a:ln/>
                  <a:solidFill>
                    <a:srgbClr val="797D82"/>
                  </a:solidFill>
                  <a:latin typeface="AvenirNextCyr-Regular"/>
                </a:rPr>
                <a:t>исследовательский </a:t>
              </a:r>
              <a:endParaRPr/>
            </a:p>
          </p:txBody>
        </p:sp>
        <p:sp>
          <p:nvSpPr>
            <p:cNvPr id="38" name="TextBox 37"/>
            <p:cNvSpPr txBox="1"/>
            <p:nvPr/>
          </p:nvSpPr>
          <p:spPr bwMode="auto">
            <a:xfrm>
              <a:off x="3024649" y="4128338"/>
              <a:ext cx="2192418" cy="3273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defRPr/>
              </a:pPr>
              <a:r>
                <a:rPr lang="ru-RU" sz="1500" b="1" spc="0">
                  <a:ln/>
                  <a:solidFill>
                    <a:srgbClr val="797D82"/>
                  </a:solidFill>
                  <a:latin typeface="AvenirNextCyr-Regular"/>
                </a:rPr>
                <a:t>ядерный университет</a:t>
              </a:r>
              <a:endParaRPr/>
            </a:p>
          </p:txBody>
        </p:sp>
        <p:grpSp>
          <p:nvGrpSpPr>
            <p:cNvPr id="39" name="Рисунок 9"/>
            <p:cNvGrpSpPr/>
            <p:nvPr/>
          </p:nvGrpSpPr>
          <p:grpSpPr bwMode="auto">
            <a:xfrm>
              <a:off x="2405456" y="2936280"/>
              <a:ext cx="2738214" cy="640578"/>
              <a:chOff x="2405456" y="2936280"/>
              <a:chExt cx="2738214" cy="640578"/>
            </a:xfrm>
            <a:solidFill>
              <a:srgbClr val="0061AF"/>
            </a:solidFill>
          </p:grpSpPr>
          <p:sp>
            <p:nvSpPr>
              <p:cNvPr id="40" name="Полилиния 39"/>
              <p:cNvSpPr/>
              <p:nvPr/>
            </p:nvSpPr>
            <p:spPr bwMode="auto">
              <a:xfrm>
                <a:off x="2405456" y="2936280"/>
                <a:ext cx="628199" cy="640578"/>
              </a:xfrm>
              <a:custGeom>
                <a:avLst/>
                <a:gdLst>
                  <a:gd name="connsiteX0" fmla="*/ 529470 w 628199"/>
                  <a:gd name="connsiteY0" fmla="*/ 640580 h 640579"/>
                  <a:gd name="connsiteX1" fmla="*/ 529470 w 628199"/>
                  <a:gd name="connsiteY1" fmla="*/ 185270 h 640579"/>
                  <a:gd name="connsiteX2" fmla="*/ 314536 w 628199"/>
                  <a:gd name="connsiteY2" fmla="*/ 456184 h 640579"/>
                  <a:gd name="connsiteX3" fmla="*/ 98730 w 628199"/>
                  <a:gd name="connsiteY3" fmla="*/ 185270 h 640579"/>
                  <a:gd name="connsiteX4" fmla="*/ 98730 w 628199"/>
                  <a:gd name="connsiteY4" fmla="*/ 640580 h 640579"/>
                  <a:gd name="connsiteX5" fmla="*/ 0 w 628199"/>
                  <a:gd name="connsiteY5" fmla="*/ 640580 h 640579"/>
                  <a:gd name="connsiteX6" fmla="*/ 0 w 628199"/>
                  <a:gd name="connsiteY6" fmla="*/ 0 h 640579"/>
                  <a:gd name="connsiteX7" fmla="*/ 57665 w 628199"/>
                  <a:gd name="connsiteY7" fmla="*/ 0 h 640579"/>
                  <a:gd name="connsiteX8" fmla="*/ 314536 w 628199"/>
                  <a:gd name="connsiteY8" fmla="*/ 325096 h 640579"/>
                  <a:gd name="connsiteX9" fmla="*/ 571408 w 628199"/>
                  <a:gd name="connsiteY9" fmla="*/ 0 h 640579"/>
                  <a:gd name="connsiteX10" fmla="*/ 628199 w 628199"/>
                  <a:gd name="connsiteY10" fmla="*/ 0 h 640579"/>
                  <a:gd name="connsiteX11" fmla="*/ 628199 w 628199"/>
                  <a:gd name="connsiteY11" fmla="*/ 640580 h 640579"/>
                  <a:gd name="connsiteX12" fmla="*/ 529470 w 628199"/>
                  <a:gd name="connsiteY12" fmla="*/ 640580 h 640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28199" h="640579" fill="norm" stroke="1" extrusionOk="0">
                    <a:moveTo>
                      <a:pt x="529470" y="640580"/>
                    </a:moveTo>
                    <a:lnTo>
                      <a:pt x="529470" y="185270"/>
                    </a:lnTo>
                    <a:lnTo>
                      <a:pt x="314536" y="456184"/>
                    </a:lnTo>
                    <a:lnTo>
                      <a:pt x="98730" y="185270"/>
                    </a:lnTo>
                    <a:lnTo>
                      <a:pt x="98730" y="640580"/>
                    </a:lnTo>
                    <a:lnTo>
                      <a:pt x="0" y="640580"/>
                    </a:lnTo>
                    <a:lnTo>
                      <a:pt x="0" y="0"/>
                    </a:lnTo>
                    <a:lnTo>
                      <a:pt x="57665" y="0"/>
                    </a:lnTo>
                    <a:lnTo>
                      <a:pt x="314536" y="325096"/>
                    </a:lnTo>
                    <a:lnTo>
                      <a:pt x="571408" y="0"/>
                    </a:lnTo>
                    <a:lnTo>
                      <a:pt x="628199" y="0"/>
                    </a:lnTo>
                    <a:lnTo>
                      <a:pt x="628199" y="640580"/>
                    </a:lnTo>
                    <a:lnTo>
                      <a:pt x="529470" y="640580"/>
                    </a:lnTo>
                    <a:close/>
                  </a:path>
                </a:pathLst>
              </a:custGeom>
              <a:solidFill>
                <a:srgbClr val="0061A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1" name="Полилиния 40"/>
              <p:cNvSpPr/>
              <p:nvPr/>
            </p:nvSpPr>
            <p:spPr bwMode="auto">
              <a:xfrm>
                <a:off x="3114037" y="2936280"/>
                <a:ext cx="494521" cy="640578"/>
              </a:xfrm>
              <a:custGeom>
                <a:avLst/>
                <a:gdLst>
                  <a:gd name="connsiteX0" fmla="*/ 395792 w 494521"/>
                  <a:gd name="connsiteY0" fmla="*/ 640580 h 640579"/>
                  <a:gd name="connsiteX1" fmla="*/ 395792 w 494521"/>
                  <a:gd name="connsiteY1" fmla="*/ 188766 h 640579"/>
                  <a:gd name="connsiteX2" fmla="*/ 57665 w 494521"/>
                  <a:gd name="connsiteY2" fmla="*/ 640580 h 640579"/>
                  <a:gd name="connsiteX3" fmla="*/ 0 w 494521"/>
                  <a:gd name="connsiteY3" fmla="*/ 640580 h 640579"/>
                  <a:gd name="connsiteX4" fmla="*/ 0 w 494521"/>
                  <a:gd name="connsiteY4" fmla="*/ 0 h 640579"/>
                  <a:gd name="connsiteX5" fmla="*/ 98730 w 494521"/>
                  <a:gd name="connsiteY5" fmla="*/ 0 h 640579"/>
                  <a:gd name="connsiteX6" fmla="*/ 98730 w 494521"/>
                  <a:gd name="connsiteY6" fmla="*/ 451814 h 640579"/>
                  <a:gd name="connsiteX7" fmla="*/ 436856 w 494521"/>
                  <a:gd name="connsiteY7" fmla="*/ 0 h 640579"/>
                  <a:gd name="connsiteX8" fmla="*/ 494521 w 494521"/>
                  <a:gd name="connsiteY8" fmla="*/ 0 h 640579"/>
                  <a:gd name="connsiteX9" fmla="*/ 494521 w 494521"/>
                  <a:gd name="connsiteY9" fmla="*/ 640580 h 640579"/>
                  <a:gd name="connsiteX10" fmla="*/ 395792 w 494521"/>
                  <a:gd name="connsiteY10" fmla="*/ 640580 h 640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94521" h="640579" fill="norm" stroke="1" extrusionOk="0">
                    <a:moveTo>
                      <a:pt x="395792" y="640580"/>
                    </a:moveTo>
                    <a:lnTo>
                      <a:pt x="395792" y="188766"/>
                    </a:lnTo>
                    <a:lnTo>
                      <a:pt x="57665" y="640580"/>
                    </a:lnTo>
                    <a:lnTo>
                      <a:pt x="0" y="640580"/>
                    </a:lnTo>
                    <a:lnTo>
                      <a:pt x="0" y="0"/>
                    </a:lnTo>
                    <a:lnTo>
                      <a:pt x="98730" y="0"/>
                    </a:lnTo>
                    <a:lnTo>
                      <a:pt x="98730" y="451814"/>
                    </a:lnTo>
                    <a:lnTo>
                      <a:pt x="436856" y="0"/>
                    </a:lnTo>
                    <a:lnTo>
                      <a:pt x="494521" y="0"/>
                    </a:lnTo>
                    <a:lnTo>
                      <a:pt x="494521" y="640580"/>
                    </a:lnTo>
                    <a:lnTo>
                      <a:pt x="395792" y="640580"/>
                    </a:lnTo>
                    <a:close/>
                  </a:path>
                </a:pathLst>
              </a:custGeom>
              <a:solidFill>
                <a:srgbClr val="0061A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2" name="Полилиния 41"/>
              <p:cNvSpPr/>
              <p:nvPr/>
            </p:nvSpPr>
            <p:spPr bwMode="auto">
              <a:xfrm>
                <a:off x="4649149" y="2936280"/>
                <a:ext cx="494521" cy="640578"/>
              </a:xfrm>
              <a:custGeom>
                <a:avLst/>
                <a:gdLst>
                  <a:gd name="connsiteX0" fmla="*/ 395792 w 494521"/>
                  <a:gd name="connsiteY0" fmla="*/ 640580 h 640579"/>
                  <a:gd name="connsiteX1" fmla="*/ 395792 w 494521"/>
                  <a:gd name="connsiteY1" fmla="*/ 188766 h 640579"/>
                  <a:gd name="connsiteX2" fmla="*/ 57665 w 494521"/>
                  <a:gd name="connsiteY2" fmla="*/ 640580 h 640579"/>
                  <a:gd name="connsiteX3" fmla="*/ 0 w 494521"/>
                  <a:gd name="connsiteY3" fmla="*/ 640580 h 640579"/>
                  <a:gd name="connsiteX4" fmla="*/ 0 w 494521"/>
                  <a:gd name="connsiteY4" fmla="*/ 0 h 640579"/>
                  <a:gd name="connsiteX5" fmla="*/ 98730 w 494521"/>
                  <a:gd name="connsiteY5" fmla="*/ 0 h 640579"/>
                  <a:gd name="connsiteX6" fmla="*/ 98730 w 494521"/>
                  <a:gd name="connsiteY6" fmla="*/ 451814 h 640579"/>
                  <a:gd name="connsiteX7" fmla="*/ 436856 w 494521"/>
                  <a:gd name="connsiteY7" fmla="*/ 0 h 640579"/>
                  <a:gd name="connsiteX8" fmla="*/ 494521 w 494521"/>
                  <a:gd name="connsiteY8" fmla="*/ 0 h 640579"/>
                  <a:gd name="connsiteX9" fmla="*/ 494521 w 494521"/>
                  <a:gd name="connsiteY9" fmla="*/ 640580 h 640579"/>
                  <a:gd name="connsiteX10" fmla="*/ 395792 w 494521"/>
                  <a:gd name="connsiteY10" fmla="*/ 640580 h 640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94521" h="640579" fill="norm" stroke="1" extrusionOk="0">
                    <a:moveTo>
                      <a:pt x="395792" y="640580"/>
                    </a:moveTo>
                    <a:lnTo>
                      <a:pt x="395792" y="188766"/>
                    </a:lnTo>
                    <a:lnTo>
                      <a:pt x="57665" y="640580"/>
                    </a:lnTo>
                    <a:lnTo>
                      <a:pt x="0" y="640580"/>
                    </a:lnTo>
                    <a:lnTo>
                      <a:pt x="0" y="0"/>
                    </a:lnTo>
                    <a:lnTo>
                      <a:pt x="98730" y="0"/>
                    </a:lnTo>
                    <a:lnTo>
                      <a:pt x="98730" y="451814"/>
                    </a:lnTo>
                    <a:lnTo>
                      <a:pt x="436856" y="0"/>
                    </a:lnTo>
                    <a:lnTo>
                      <a:pt x="494521" y="0"/>
                    </a:lnTo>
                    <a:lnTo>
                      <a:pt x="494521" y="640580"/>
                    </a:lnTo>
                    <a:lnTo>
                      <a:pt x="395792" y="640580"/>
                    </a:lnTo>
                    <a:close/>
                  </a:path>
                </a:pathLst>
              </a:custGeom>
              <a:solidFill>
                <a:srgbClr val="0061AF"/>
              </a:solidFill>
              <a:ln w="873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43" name="Полилиния 42"/>
            <p:cNvSpPr/>
            <p:nvPr/>
          </p:nvSpPr>
          <p:spPr bwMode="auto">
            <a:xfrm>
              <a:off x="3647875" y="2936280"/>
              <a:ext cx="963704" cy="638831"/>
            </a:xfrm>
            <a:custGeom>
              <a:avLst/>
              <a:gdLst>
                <a:gd name="connsiteX0" fmla="*/ 706833 w 963704"/>
                <a:gd name="connsiteY0" fmla="*/ 22722 h 638831"/>
                <a:gd name="connsiteX1" fmla="*/ 530343 w 963704"/>
                <a:gd name="connsiteY1" fmla="*/ 117979 h 638831"/>
                <a:gd name="connsiteX2" fmla="*/ 530343 w 963704"/>
                <a:gd name="connsiteY2" fmla="*/ 0 h 638831"/>
                <a:gd name="connsiteX3" fmla="*/ 431614 w 963704"/>
                <a:gd name="connsiteY3" fmla="*/ 0 h 638831"/>
                <a:gd name="connsiteX4" fmla="*/ 431614 w 963704"/>
                <a:gd name="connsiteY4" fmla="*/ 287518 h 638831"/>
                <a:gd name="connsiteX5" fmla="*/ 265608 w 963704"/>
                <a:gd name="connsiteY5" fmla="*/ 457931 h 638831"/>
                <a:gd name="connsiteX6" fmla="*/ 99603 w 963704"/>
                <a:gd name="connsiteY6" fmla="*/ 287518 h 638831"/>
                <a:gd name="connsiteX7" fmla="*/ 265608 w 963704"/>
                <a:gd name="connsiteY7" fmla="*/ 116231 h 638831"/>
                <a:gd name="connsiteX8" fmla="*/ 388802 w 963704"/>
                <a:gd name="connsiteY8" fmla="*/ 170414 h 638831"/>
                <a:gd name="connsiteX9" fmla="*/ 388802 w 963704"/>
                <a:gd name="connsiteY9" fmla="*/ 69913 h 638831"/>
                <a:gd name="connsiteX10" fmla="*/ 255998 w 963704"/>
                <a:gd name="connsiteY10" fmla="*/ 22722 h 638831"/>
                <a:gd name="connsiteX11" fmla="*/ 0 w 963704"/>
                <a:gd name="connsiteY11" fmla="*/ 286644 h 638831"/>
                <a:gd name="connsiteX12" fmla="*/ 255998 w 963704"/>
                <a:gd name="connsiteY12" fmla="*/ 549693 h 638831"/>
                <a:gd name="connsiteX13" fmla="*/ 432488 w 963704"/>
                <a:gd name="connsiteY13" fmla="*/ 455310 h 638831"/>
                <a:gd name="connsiteX14" fmla="*/ 432488 w 963704"/>
                <a:gd name="connsiteY14" fmla="*/ 638832 h 638831"/>
                <a:gd name="connsiteX15" fmla="*/ 532964 w 963704"/>
                <a:gd name="connsiteY15" fmla="*/ 638832 h 638831"/>
                <a:gd name="connsiteX16" fmla="*/ 532964 w 963704"/>
                <a:gd name="connsiteY16" fmla="*/ 272661 h 638831"/>
                <a:gd name="connsiteX17" fmla="*/ 532964 w 963704"/>
                <a:gd name="connsiteY17" fmla="*/ 272661 h 638831"/>
                <a:gd name="connsiteX18" fmla="*/ 698970 w 963704"/>
                <a:gd name="connsiteY18" fmla="*/ 114483 h 638831"/>
                <a:gd name="connsiteX19" fmla="*/ 864975 w 963704"/>
                <a:gd name="connsiteY19" fmla="*/ 285770 h 638831"/>
                <a:gd name="connsiteX20" fmla="*/ 698970 w 963704"/>
                <a:gd name="connsiteY20" fmla="*/ 456184 h 638831"/>
                <a:gd name="connsiteX21" fmla="*/ 577524 w 963704"/>
                <a:gd name="connsiteY21" fmla="*/ 403749 h 638831"/>
                <a:gd name="connsiteX22" fmla="*/ 577524 w 963704"/>
                <a:gd name="connsiteY22" fmla="*/ 505123 h 638831"/>
                <a:gd name="connsiteX23" fmla="*/ 708580 w 963704"/>
                <a:gd name="connsiteY23" fmla="*/ 549693 h 638831"/>
                <a:gd name="connsiteX24" fmla="*/ 963705 w 963704"/>
                <a:gd name="connsiteY24" fmla="*/ 286644 h 638831"/>
                <a:gd name="connsiteX25" fmla="*/ 706833 w 963704"/>
                <a:gd name="connsiteY25" fmla="*/ 22722 h 638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963704" h="638831" fill="norm" stroke="1" extrusionOk="0">
                  <a:moveTo>
                    <a:pt x="706833" y="22722"/>
                  </a:moveTo>
                  <a:cubicBezTo>
                    <a:pt x="630820" y="22722"/>
                    <a:pt x="565292" y="62048"/>
                    <a:pt x="530343" y="117979"/>
                  </a:cubicBezTo>
                  <a:lnTo>
                    <a:pt x="530343" y="0"/>
                  </a:lnTo>
                  <a:lnTo>
                    <a:pt x="431614" y="0"/>
                  </a:lnTo>
                  <a:lnTo>
                    <a:pt x="431614" y="287518"/>
                  </a:lnTo>
                  <a:cubicBezTo>
                    <a:pt x="431614" y="386270"/>
                    <a:pt x="358222" y="457931"/>
                    <a:pt x="265608" y="457931"/>
                  </a:cubicBezTo>
                  <a:cubicBezTo>
                    <a:pt x="172121" y="457931"/>
                    <a:pt x="99603" y="386270"/>
                    <a:pt x="99603" y="287518"/>
                  </a:cubicBezTo>
                  <a:cubicBezTo>
                    <a:pt x="99603" y="188766"/>
                    <a:pt x="172995" y="116231"/>
                    <a:pt x="265608" y="116231"/>
                  </a:cubicBezTo>
                  <a:cubicBezTo>
                    <a:pt x="314536" y="116231"/>
                    <a:pt x="358222" y="136331"/>
                    <a:pt x="388802" y="170414"/>
                  </a:cubicBezTo>
                  <a:lnTo>
                    <a:pt x="388802" y="69913"/>
                  </a:lnTo>
                  <a:cubicBezTo>
                    <a:pt x="352980" y="41074"/>
                    <a:pt x="306673" y="22722"/>
                    <a:pt x="255998" y="22722"/>
                  </a:cubicBezTo>
                  <a:cubicBezTo>
                    <a:pt x="103098" y="22722"/>
                    <a:pt x="0" y="139827"/>
                    <a:pt x="0" y="286644"/>
                  </a:cubicBezTo>
                  <a:cubicBezTo>
                    <a:pt x="0" y="433462"/>
                    <a:pt x="103098" y="549693"/>
                    <a:pt x="255998" y="549693"/>
                  </a:cubicBezTo>
                  <a:cubicBezTo>
                    <a:pt x="332011" y="549693"/>
                    <a:pt x="397539" y="511240"/>
                    <a:pt x="432488" y="455310"/>
                  </a:cubicBezTo>
                  <a:lnTo>
                    <a:pt x="432488" y="638832"/>
                  </a:lnTo>
                  <a:lnTo>
                    <a:pt x="532964" y="638832"/>
                  </a:lnTo>
                  <a:lnTo>
                    <a:pt x="532964" y="272661"/>
                  </a:lnTo>
                  <a:lnTo>
                    <a:pt x="532964" y="272661"/>
                  </a:lnTo>
                  <a:cubicBezTo>
                    <a:pt x="539081" y="180900"/>
                    <a:pt x="609851" y="114483"/>
                    <a:pt x="698970" y="114483"/>
                  </a:cubicBezTo>
                  <a:cubicBezTo>
                    <a:pt x="792457" y="114483"/>
                    <a:pt x="864975" y="187018"/>
                    <a:pt x="864975" y="285770"/>
                  </a:cubicBezTo>
                  <a:cubicBezTo>
                    <a:pt x="864975" y="384523"/>
                    <a:pt x="791583" y="456184"/>
                    <a:pt x="698970" y="456184"/>
                  </a:cubicBezTo>
                  <a:cubicBezTo>
                    <a:pt x="650042" y="456184"/>
                    <a:pt x="607230" y="436084"/>
                    <a:pt x="577524" y="403749"/>
                  </a:cubicBezTo>
                  <a:lnTo>
                    <a:pt x="577524" y="505123"/>
                  </a:lnTo>
                  <a:cubicBezTo>
                    <a:pt x="612472" y="532214"/>
                    <a:pt x="657905" y="549693"/>
                    <a:pt x="708580" y="549693"/>
                  </a:cubicBezTo>
                  <a:cubicBezTo>
                    <a:pt x="860607" y="549693"/>
                    <a:pt x="963705" y="433462"/>
                    <a:pt x="963705" y="286644"/>
                  </a:cubicBezTo>
                  <a:cubicBezTo>
                    <a:pt x="961957" y="139827"/>
                    <a:pt x="858859" y="22722"/>
                    <a:pt x="706833" y="22722"/>
                  </a:cubicBezTo>
                  <a:close/>
                </a:path>
              </a:pathLst>
            </a:custGeom>
            <a:solidFill>
              <a:srgbClr val="0061AF"/>
            </a:solidFill>
            <a:ln w="8733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ключительный слайд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Текст 2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accent5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01.01.2025</a:t>
            </a:r>
            <a:endParaRPr/>
          </a:p>
        </p:txBody>
      </p:sp>
      <p:sp>
        <p:nvSpPr>
          <p:cNvPr id="11" name="Текст 2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560194" y="3987809"/>
            <a:ext cx="3798124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accent5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Контакты</a:t>
            </a:r>
            <a:endParaRPr/>
          </a:p>
        </p:txBody>
      </p:sp>
      <p:sp>
        <p:nvSpPr>
          <p:cNvPr id="12" name="Текст 2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60193" y="2779167"/>
            <a:ext cx="3798125" cy="120032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accent4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Спасибо</a:t>
            </a:r>
            <a:br>
              <a:rPr lang="ru-RU"/>
            </a:br>
            <a:r>
              <a:rPr lang="ru-RU"/>
              <a:t>за внимание!</a:t>
            </a:r>
            <a:endParaRPr/>
          </a:p>
        </p:txBody>
      </p:sp>
      <p:grpSp>
        <p:nvGrpSpPr>
          <p:cNvPr id="2" name="Рисунок 5"/>
          <p:cNvGrpSpPr/>
          <p:nvPr/>
        </p:nvGrpSpPr>
        <p:grpSpPr bwMode="auto">
          <a:xfrm>
            <a:off x="-624822" y="-731394"/>
            <a:ext cx="3714803" cy="2336691"/>
            <a:chOff x="-624822" y="-731394"/>
            <a:chExt cx="3714803" cy="2336691"/>
          </a:xfrm>
          <a:solidFill>
            <a:srgbClr val="797D82"/>
          </a:solidFill>
        </p:grpSpPr>
        <p:grpSp>
          <p:nvGrpSpPr>
            <p:cNvPr id="3" name="Рисунок 5"/>
            <p:cNvGrpSpPr/>
            <p:nvPr/>
          </p:nvGrpSpPr>
          <p:grpSpPr bwMode="auto">
            <a:xfrm>
              <a:off x="-624822" y="-731394"/>
              <a:ext cx="2134521" cy="2128390"/>
              <a:chOff x="-624822" y="-731394"/>
              <a:chExt cx="2134521" cy="2128390"/>
            </a:xfrm>
            <a:solidFill>
              <a:srgbClr val="797D82"/>
            </a:solidFill>
          </p:grpSpPr>
          <p:grpSp>
            <p:nvGrpSpPr>
              <p:cNvPr id="4" name="Рисунок 5"/>
              <p:cNvGrpSpPr/>
              <p:nvPr/>
            </p:nvGrpSpPr>
            <p:grpSpPr bwMode="auto">
              <a:xfrm>
                <a:off x="-624822" y="-731394"/>
                <a:ext cx="2134521" cy="2128390"/>
                <a:chOff x="-624822" y="-731394"/>
                <a:chExt cx="2134521" cy="2128390"/>
              </a:xfrm>
              <a:solidFill>
                <a:srgbClr val="797D82"/>
              </a:solidFill>
            </p:grpSpPr>
            <p:grpSp>
              <p:nvGrpSpPr>
                <p:cNvPr id="5" name="Рисунок 5"/>
                <p:cNvGrpSpPr/>
                <p:nvPr/>
              </p:nvGrpSpPr>
              <p:grpSpPr bwMode="auto">
                <a:xfrm>
                  <a:off x="-624822" y="-731394"/>
                  <a:ext cx="2134521" cy="2128390"/>
                  <a:chOff x="-624822" y="-731394"/>
                  <a:chExt cx="2134521" cy="2128390"/>
                </a:xfrm>
                <a:solidFill>
                  <a:srgbClr val="797D82"/>
                </a:solidFill>
              </p:grpSpPr>
              <p:sp>
                <p:nvSpPr>
                  <p:cNvPr id="7" name="Полилиния 6"/>
                  <p:cNvSpPr/>
                  <p:nvPr/>
                </p:nvSpPr>
                <p:spPr bwMode="auto">
                  <a:xfrm>
                    <a:off x="-624822" y="-731394"/>
                    <a:ext cx="5817" cy="58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17" h="5818" fill="norm" stroke="1" extrusionOk="0"/>
                    </a:pathLst>
                  </a:custGeom>
                  <a:solidFill>
                    <a:srgbClr val="797D82"/>
                  </a:solidFill>
                  <a:ln w="581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>
                      <a:defRPr/>
                    </a:pPr>
                    <a:endParaRPr lang="ru-RU"/>
                  </a:p>
                </p:txBody>
              </p:sp>
              <p:grpSp>
                <p:nvGrpSpPr>
                  <p:cNvPr id="8" name="Рисунок 5"/>
                  <p:cNvGrpSpPr/>
                  <p:nvPr/>
                </p:nvGrpSpPr>
                <p:grpSpPr bwMode="auto">
                  <a:xfrm>
                    <a:off x="558102" y="671435"/>
                    <a:ext cx="951597" cy="725561"/>
                    <a:chOff x="558102" y="671435"/>
                    <a:chExt cx="951597" cy="725561"/>
                  </a:xfrm>
                  <a:solidFill>
                    <a:srgbClr val="797D82"/>
                  </a:solidFill>
                </p:grpSpPr>
                <p:grpSp>
                  <p:nvGrpSpPr>
                    <p:cNvPr id="9" name="Рисунок 5"/>
                    <p:cNvGrpSpPr/>
                    <p:nvPr/>
                  </p:nvGrpSpPr>
                  <p:grpSpPr bwMode="auto">
                    <a:xfrm>
                      <a:off x="710490" y="671435"/>
                      <a:ext cx="645718" cy="725561"/>
                      <a:chOff x="710490" y="671435"/>
                      <a:chExt cx="645718" cy="725561"/>
                    </a:xfrm>
                    <a:solidFill>
                      <a:srgbClr val="797D82"/>
                    </a:solidFill>
                  </p:grpSpPr>
                  <p:sp>
                    <p:nvSpPr>
                      <p:cNvPr id="13" name="Полилиния 12"/>
                      <p:cNvSpPr/>
                      <p:nvPr/>
                    </p:nvSpPr>
                    <p:spPr bwMode="auto">
                      <a:xfrm>
                        <a:off x="1164520" y="722056"/>
                        <a:ext cx="159388" cy="307796"/>
                      </a:xfrm>
                      <a:custGeom>
                        <a:avLst/>
                        <a:gdLst>
                          <a:gd name="connsiteX0" fmla="*/ 50609 w 159388"/>
                          <a:gd name="connsiteY0" fmla="*/ 270558 h 307796"/>
                          <a:gd name="connsiteX1" fmla="*/ 159389 w 159388"/>
                          <a:gd name="connsiteY1" fmla="*/ 2909 h 307796"/>
                          <a:gd name="connsiteX2" fmla="*/ 132630 w 159388"/>
                          <a:gd name="connsiteY2" fmla="*/ 0 h 307796"/>
                          <a:gd name="connsiteX3" fmla="*/ 27340 w 159388"/>
                          <a:gd name="connsiteY3" fmla="*/ 258339 h 307796"/>
                          <a:gd name="connsiteX4" fmla="*/ 0 w 159388"/>
                          <a:gd name="connsiteY4" fmla="*/ 307796 h 307796"/>
                          <a:gd name="connsiteX5" fmla="*/ 38393 w 159388"/>
                          <a:gd name="connsiteY5" fmla="*/ 294414 h 307796"/>
                          <a:gd name="connsiteX6" fmla="*/ 50609 w 159388"/>
                          <a:gd name="connsiteY6" fmla="*/ 270558 h 30779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9388" h="307796" fill="norm" stroke="1" extrusionOk="0">
                            <a:moveTo>
                              <a:pt x="50609" y="270558"/>
                            </a:moveTo>
                            <a:cubicBezTo>
                              <a:pt x="98891" y="179208"/>
                              <a:pt x="136702" y="83204"/>
                              <a:pt x="159389" y="2909"/>
                            </a:cubicBezTo>
                            <a:cubicBezTo>
                              <a:pt x="150663" y="1746"/>
                              <a:pt x="141937" y="1164"/>
                              <a:pt x="132630" y="0"/>
                            </a:cubicBezTo>
                            <a:cubicBezTo>
                              <a:pt x="110525" y="75640"/>
                              <a:pt x="75041" y="167572"/>
                              <a:pt x="27340" y="258339"/>
                            </a:cubicBezTo>
                            <a:cubicBezTo>
                              <a:pt x="18615" y="275213"/>
                              <a:pt x="9307" y="291505"/>
                              <a:pt x="0" y="307796"/>
                            </a:cubicBezTo>
                            <a:cubicBezTo>
                              <a:pt x="12798" y="303723"/>
                              <a:pt x="25595" y="299069"/>
                              <a:pt x="38393" y="294414"/>
                            </a:cubicBezTo>
                            <a:cubicBezTo>
                              <a:pt x="41883" y="286268"/>
                              <a:pt x="45955" y="278122"/>
                              <a:pt x="50609" y="270558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14" name="Полилиния 13"/>
                      <p:cNvSpPr/>
                      <p:nvPr/>
                    </p:nvSpPr>
                    <p:spPr bwMode="auto">
                      <a:xfrm>
                        <a:off x="738126" y="781404"/>
                        <a:ext cx="155315" cy="308960"/>
                      </a:xfrm>
                      <a:custGeom>
                        <a:avLst/>
                        <a:gdLst>
                          <a:gd name="connsiteX0" fmla="*/ 137865 w 155316"/>
                          <a:gd name="connsiteY0" fmla="*/ 32002 h 308960"/>
                          <a:gd name="connsiteX1" fmla="*/ 155317 w 155316"/>
                          <a:gd name="connsiteY1" fmla="*/ 0 h 308960"/>
                          <a:gd name="connsiteX2" fmla="*/ 118087 w 155316"/>
                          <a:gd name="connsiteY2" fmla="*/ 12219 h 308960"/>
                          <a:gd name="connsiteX3" fmla="*/ 114015 w 155316"/>
                          <a:gd name="connsiteY3" fmla="*/ 19783 h 308960"/>
                          <a:gd name="connsiteX4" fmla="*/ 0 w 155316"/>
                          <a:gd name="connsiteY4" fmla="*/ 307214 h 308960"/>
                          <a:gd name="connsiteX5" fmla="*/ 26759 w 155316"/>
                          <a:gd name="connsiteY5" fmla="*/ 308960 h 308960"/>
                          <a:gd name="connsiteX6" fmla="*/ 137865 w 155316"/>
                          <a:gd name="connsiteY6" fmla="*/ 32002 h 30896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155316" h="308960" fill="norm" stroke="1" extrusionOk="0">
                            <a:moveTo>
                              <a:pt x="137865" y="32002"/>
                            </a:moveTo>
                            <a:cubicBezTo>
                              <a:pt x="143683" y="20946"/>
                              <a:pt x="149500" y="10473"/>
                              <a:pt x="155317" y="0"/>
                            </a:cubicBezTo>
                            <a:cubicBezTo>
                              <a:pt x="142519" y="4073"/>
                              <a:pt x="130303" y="8146"/>
                              <a:pt x="118087" y="12219"/>
                            </a:cubicBezTo>
                            <a:cubicBezTo>
                              <a:pt x="116924" y="14546"/>
                              <a:pt x="115179" y="16873"/>
                              <a:pt x="114015" y="19783"/>
                            </a:cubicBezTo>
                            <a:cubicBezTo>
                              <a:pt x="60498" y="121024"/>
                              <a:pt x="22105" y="219938"/>
                              <a:pt x="0" y="307214"/>
                            </a:cubicBezTo>
                            <a:cubicBezTo>
                              <a:pt x="8726" y="307796"/>
                              <a:pt x="17451" y="308378"/>
                              <a:pt x="26759" y="308960"/>
                            </a:cubicBezTo>
                            <a:cubicBezTo>
                              <a:pt x="48282" y="227502"/>
                              <a:pt x="84348" y="132661"/>
                              <a:pt x="137865" y="320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grpSp>
                    <p:nvGrpSpPr>
                      <p:cNvPr id="15" name="Рисунок 5"/>
                      <p:cNvGrpSpPr/>
                      <p:nvPr/>
                    </p:nvGrpSpPr>
                    <p:grpSpPr bwMode="auto">
                      <a:xfrm>
                        <a:off x="710490" y="671435"/>
                        <a:ext cx="645718" cy="450348"/>
                        <a:chOff x="710490" y="671435"/>
                        <a:chExt cx="645718" cy="450348"/>
                      </a:xfrm>
                      <a:solidFill>
                        <a:srgbClr val="797D82"/>
                      </a:solidFill>
                    </p:grpSpPr>
                    <p:sp>
                      <p:nvSpPr>
                        <p:cNvPr id="16" name="Полилиния 15"/>
                        <p:cNvSpPr/>
                        <p:nvPr/>
                      </p:nvSpPr>
                      <p:spPr bwMode="auto">
                        <a:xfrm>
                          <a:off x="812585" y="940248"/>
                          <a:ext cx="325176" cy="175717"/>
                        </a:xfrm>
                        <a:custGeom>
                          <a:avLst/>
                          <a:gdLst>
                            <a:gd name="connsiteX0" fmla="*/ 11634 w 325176"/>
                            <a:gd name="connsiteY0" fmla="*/ 0 h 175717"/>
                            <a:gd name="connsiteX1" fmla="*/ 0 w 325176"/>
                            <a:gd name="connsiteY1" fmla="*/ 27929 h 175717"/>
                            <a:gd name="connsiteX2" fmla="*/ 140774 w 325176"/>
                            <a:gd name="connsiteY2" fmla="*/ 121024 h 175717"/>
                            <a:gd name="connsiteX3" fmla="*/ 308888 w 325176"/>
                            <a:gd name="connsiteY3" fmla="*/ 175717 h 175717"/>
                            <a:gd name="connsiteX4" fmla="*/ 325176 w 325176"/>
                            <a:gd name="connsiteY4" fmla="*/ 150116 h 175717"/>
                            <a:gd name="connsiteX5" fmla="*/ 152408 w 325176"/>
                            <a:gd name="connsiteY5" fmla="*/ 96005 h 175717"/>
                            <a:gd name="connsiteX6" fmla="*/ 11634 w 325176"/>
                            <a:gd name="connsiteY6" fmla="*/ 0 h 175717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</a:cxnLst>
                          <a:rect l="l" t="t" r="r" b="b"/>
                          <a:pathLst>
                            <a:path w="325176" h="175717" fill="norm" stroke="1" extrusionOk="0">
                              <a:moveTo>
                                <a:pt x="11634" y="0"/>
                              </a:moveTo>
                              <a:cubicBezTo>
                                <a:pt x="7562" y="9310"/>
                                <a:pt x="3490" y="18619"/>
                                <a:pt x="0" y="27929"/>
                              </a:cubicBezTo>
                              <a:cubicBezTo>
                                <a:pt x="38393" y="62258"/>
                                <a:pt x="86093" y="94259"/>
                                <a:pt x="140774" y="121024"/>
                              </a:cubicBezTo>
                              <a:cubicBezTo>
                                <a:pt x="197200" y="148371"/>
                                <a:pt x="254789" y="166990"/>
                                <a:pt x="308888" y="175717"/>
                              </a:cubicBezTo>
                              <a:cubicBezTo>
                                <a:pt x="314706" y="167572"/>
                                <a:pt x="319941" y="158844"/>
                                <a:pt x="325176" y="150116"/>
                              </a:cubicBezTo>
                              <a:cubicBezTo>
                                <a:pt x="270495" y="143134"/>
                                <a:pt x="210579" y="124515"/>
                                <a:pt x="152408" y="96005"/>
                              </a:cubicBezTo>
                              <a:cubicBezTo>
                                <a:pt x="97727" y="69240"/>
                                <a:pt x="49445" y="35493"/>
                                <a:pt x="11634" y="0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  <p:sp>
                      <p:nvSpPr>
                        <p:cNvPr id="17" name="Полилиния 16"/>
                        <p:cNvSpPr/>
                        <p:nvPr/>
                      </p:nvSpPr>
                      <p:spPr bwMode="auto">
                        <a:xfrm>
                          <a:off x="710490" y="671435"/>
                          <a:ext cx="645718" cy="450348"/>
                        </a:xfrm>
                        <a:custGeom>
                          <a:avLst/>
                          <a:gdLst>
                            <a:gd name="connsiteX0" fmla="*/ 598876 w 645718"/>
                            <a:gd name="connsiteY0" fmla="*/ 212374 h 450348"/>
                            <a:gd name="connsiteX1" fmla="*/ 403421 w 645718"/>
                            <a:gd name="connsiteY1" fmla="*/ 60512 h 450348"/>
                            <a:gd name="connsiteX2" fmla="*/ 168992 w 645718"/>
                            <a:gd name="connsiteY2" fmla="*/ 0 h 450348"/>
                            <a:gd name="connsiteX3" fmla="*/ 10766 w 645718"/>
                            <a:gd name="connsiteY3" fmla="*/ 72731 h 450348"/>
                            <a:gd name="connsiteX4" fmla="*/ 81153 w 645718"/>
                            <a:gd name="connsiteY4" fmla="*/ 276959 h 450348"/>
                            <a:gd name="connsiteX5" fmla="*/ 92788 w 645718"/>
                            <a:gd name="connsiteY5" fmla="*/ 248448 h 450348"/>
                            <a:gd name="connsiteX6" fmla="*/ 35198 w 645718"/>
                            <a:gd name="connsiteY6" fmla="*/ 84949 h 450348"/>
                            <a:gd name="connsiteX7" fmla="*/ 168410 w 645718"/>
                            <a:gd name="connsiteY7" fmla="*/ 27929 h 450348"/>
                            <a:gd name="connsiteX8" fmla="*/ 390624 w 645718"/>
                            <a:gd name="connsiteY8" fmla="*/ 85531 h 450348"/>
                            <a:gd name="connsiteX9" fmla="*/ 575608 w 645718"/>
                            <a:gd name="connsiteY9" fmla="*/ 229247 h 450348"/>
                            <a:gd name="connsiteX10" fmla="*/ 609347 w 645718"/>
                            <a:gd name="connsiteY10" fmla="*/ 365399 h 450348"/>
                            <a:gd name="connsiteX11" fmla="*/ 476135 w 645718"/>
                            <a:gd name="connsiteY11" fmla="*/ 422420 h 450348"/>
                            <a:gd name="connsiteX12" fmla="*/ 456357 w 645718"/>
                            <a:gd name="connsiteY12" fmla="*/ 421838 h 450348"/>
                            <a:gd name="connsiteX13" fmla="*/ 439487 w 645718"/>
                            <a:gd name="connsiteY13" fmla="*/ 448603 h 450348"/>
                            <a:gd name="connsiteX14" fmla="*/ 476135 w 645718"/>
                            <a:gd name="connsiteY14" fmla="*/ 450348 h 450348"/>
                            <a:gd name="connsiteX15" fmla="*/ 634360 w 645718"/>
                            <a:gd name="connsiteY15" fmla="*/ 377618 h 450348"/>
                            <a:gd name="connsiteX16" fmla="*/ 598876 w 645718"/>
                            <a:gd name="connsiteY16" fmla="*/ 212374 h 450348"/>
                          </a:gdLst>
                          <a:ahLst/>
                          <a:cxnLst>
                            <a:cxn ang="0">
                              <a:pos x="connsiteX0" y="connsiteY0"/>
                            </a:cxn>
                            <a:cxn ang="0">
                              <a:pos x="connsiteX1" y="connsiteY1"/>
                            </a:cxn>
                            <a:cxn ang="0">
                              <a:pos x="connsiteX2" y="connsiteY2"/>
                            </a:cxn>
                            <a:cxn ang="0">
                              <a:pos x="connsiteX3" y="connsiteY3"/>
                            </a:cxn>
                            <a:cxn ang="0">
                              <a:pos x="connsiteX4" y="connsiteY4"/>
                            </a:cxn>
                            <a:cxn ang="0">
                              <a:pos x="connsiteX5" y="connsiteY5"/>
                            </a:cxn>
                            <a:cxn ang="0">
                              <a:pos x="connsiteX6" y="connsiteY6"/>
                            </a:cxn>
                            <a:cxn ang="0">
                              <a:pos x="connsiteX7" y="connsiteY7"/>
                            </a:cxn>
                            <a:cxn ang="0">
                              <a:pos x="connsiteX8" y="connsiteY8"/>
                            </a:cxn>
                            <a:cxn ang="0">
                              <a:pos x="connsiteX9" y="connsiteY9"/>
                            </a:cxn>
                            <a:cxn ang="0">
                              <a:pos x="connsiteX10" y="connsiteY10"/>
                            </a:cxn>
                            <a:cxn ang="0">
                              <a:pos x="connsiteX11" y="connsiteY11"/>
                            </a:cxn>
                            <a:cxn ang="0">
                              <a:pos x="connsiteX12" y="connsiteY12"/>
                            </a:cxn>
                            <a:cxn ang="0">
                              <a:pos x="connsiteX13" y="connsiteY13"/>
                            </a:cxn>
                            <a:cxn ang="0">
                              <a:pos x="connsiteX14" y="connsiteY14"/>
                            </a:cxn>
                            <a:cxn ang="0">
                              <a:pos x="connsiteX15" y="connsiteY15"/>
                            </a:cxn>
                            <a:cxn ang="0">
                              <a:pos x="connsiteX16" y="connsiteY16"/>
                            </a:cxn>
                          </a:cxnLst>
                          <a:rect l="l" t="t" r="r" b="b"/>
                          <a:pathLst>
                            <a:path w="645718" h="450348" fill="norm" stroke="1" extrusionOk="0">
                              <a:moveTo>
                                <a:pt x="598876" y="212374"/>
                              </a:moveTo>
                              <a:cubicBezTo>
                                <a:pt x="555248" y="154189"/>
                                <a:pt x="485442" y="100077"/>
                                <a:pt x="403421" y="60512"/>
                              </a:cubicBezTo>
                              <a:cubicBezTo>
                                <a:pt x="323727" y="21528"/>
                                <a:pt x="240542" y="0"/>
                                <a:pt x="168992" y="0"/>
                              </a:cubicBezTo>
                              <a:cubicBezTo>
                                <a:pt x="89879" y="0"/>
                                <a:pt x="34035" y="25601"/>
                                <a:pt x="10766" y="72731"/>
                              </a:cubicBezTo>
                              <a:cubicBezTo>
                                <a:pt x="-17737" y="130915"/>
                                <a:pt x="11930" y="207137"/>
                                <a:pt x="81153" y="276959"/>
                              </a:cubicBezTo>
                              <a:cubicBezTo>
                                <a:pt x="85225" y="267649"/>
                                <a:pt x="88716" y="257758"/>
                                <a:pt x="92788" y="248448"/>
                              </a:cubicBezTo>
                              <a:cubicBezTo>
                                <a:pt x="38688" y="190263"/>
                                <a:pt x="14257" y="128588"/>
                                <a:pt x="35198" y="84949"/>
                              </a:cubicBezTo>
                              <a:cubicBezTo>
                                <a:pt x="52650" y="48875"/>
                                <a:pt x="101513" y="27929"/>
                                <a:pt x="168410" y="27929"/>
                              </a:cubicBezTo>
                              <a:cubicBezTo>
                                <a:pt x="235888" y="27929"/>
                                <a:pt x="315001" y="48293"/>
                                <a:pt x="390624" y="85531"/>
                              </a:cubicBezTo>
                              <a:cubicBezTo>
                                <a:pt x="468573" y="123933"/>
                                <a:pt x="534306" y="174554"/>
                                <a:pt x="575608" y="229247"/>
                              </a:cubicBezTo>
                              <a:cubicBezTo>
                                <a:pt x="614582" y="281031"/>
                                <a:pt x="626798" y="329325"/>
                                <a:pt x="609347" y="365399"/>
                              </a:cubicBezTo>
                              <a:cubicBezTo>
                                <a:pt x="591895" y="401473"/>
                                <a:pt x="543032" y="422420"/>
                                <a:pt x="476135" y="422420"/>
                              </a:cubicBezTo>
                              <a:cubicBezTo>
                                <a:pt x="469736" y="422420"/>
                                <a:pt x="462756" y="421838"/>
                                <a:pt x="456357" y="421838"/>
                              </a:cubicBezTo>
                              <a:cubicBezTo>
                                <a:pt x="450540" y="430566"/>
                                <a:pt x="445304" y="439875"/>
                                <a:pt x="439487" y="448603"/>
                              </a:cubicBezTo>
                              <a:cubicBezTo>
                                <a:pt x="451703" y="449767"/>
                                <a:pt x="463919" y="450348"/>
                                <a:pt x="476135" y="450348"/>
                              </a:cubicBezTo>
                              <a:cubicBezTo>
                                <a:pt x="555248" y="450348"/>
                                <a:pt x="611092" y="424747"/>
                                <a:pt x="634360" y="377618"/>
                              </a:cubicBezTo>
                              <a:cubicBezTo>
                                <a:pt x="657629" y="331652"/>
                                <a:pt x="644831" y="273467"/>
                                <a:pt x="598876" y="212374"/>
                              </a:cubicBezTo>
                              <a:close/>
                            </a:path>
                          </a:pathLst>
                        </a:custGeom>
                        <a:solidFill>
                          <a:srgbClr val="797D82"/>
                        </a:solidFill>
                        <a:ln w="5815" cap="flat">
                          <a:noFill/>
                          <a:prstDash val="solid"/>
                          <a:miter/>
                        </a:ln>
                      </p:spPr>
                      <p:txBody>
                        <a:bodyPr rtlCol="0" anchor="ctr"/>
                        <a:lstStyle/>
                        <a:p>
                          <a:pPr>
                            <a:defRPr/>
                          </a:pPr>
                          <a:endParaRPr lang="ru-RU"/>
                        </a:p>
                      </p:txBody>
                    </p:sp>
                  </p:grpSp>
                  <p:sp>
                    <p:nvSpPr>
                      <p:cNvPr id="18" name="Полилиния 17"/>
                      <p:cNvSpPr/>
                      <p:nvPr/>
                    </p:nvSpPr>
                    <p:spPr bwMode="auto">
                      <a:xfrm>
                        <a:off x="715238" y="1051962"/>
                        <a:ext cx="465569" cy="345034"/>
                      </a:xfrm>
                      <a:custGeom>
                        <a:avLst/>
                        <a:gdLst>
                          <a:gd name="connsiteX0" fmla="*/ 427176 w 465569"/>
                          <a:gd name="connsiteY0" fmla="*/ 12801 h 345034"/>
                          <a:gd name="connsiteX1" fmla="*/ 100255 w 465569"/>
                          <a:gd name="connsiteY1" fmla="*/ 318851 h 345034"/>
                          <a:gd name="connsiteX2" fmla="*/ 70588 w 465569"/>
                          <a:gd name="connsiteY2" fmla="*/ 311869 h 345034"/>
                          <a:gd name="connsiteX3" fmla="*/ 42665 w 465569"/>
                          <a:gd name="connsiteY3" fmla="*/ 65167 h 345034"/>
                          <a:gd name="connsiteX4" fmla="*/ 15907 w 465569"/>
                          <a:gd name="connsiteY4" fmla="*/ 63421 h 345034"/>
                          <a:gd name="connsiteX5" fmla="*/ 58372 w 465569"/>
                          <a:gd name="connsiteY5" fmla="*/ 335143 h 345034"/>
                          <a:gd name="connsiteX6" fmla="*/ 100255 w 465569"/>
                          <a:gd name="connsiteY6" fmla="*/ 345034 h 345034"/>
                          <a:gd name="connsiteX7" fmla="*/ 465569 w 465569"/>
                          <a:gd name="connsiteY7" fmla="*/ 0 h 345034"/>
                          <a:gd name="connsiteX8" fmla="*/ 427176 w 465569"/>
                          <a:gd name="connsiteY8" fmla="*/ 12801 h 345034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65569" h="345034" fill="norm" stroke="1" extrusionOk="0">
                            <a:moveTo>
                              <a:pt x="427176" y="12801"/>
                            </a:moveTo>
                            <a:cubicBezTo>
                              <a:pt x="316651" y="192009"/>
                              <a:pt x="184021" y="318851"/>
                              <a:pt x="100255" y="318851"/>
                            </a:cubicBezTo>
                            <a:cubicBezTo>
                              <a:pt x="89202" y="318851"/>
                              <a:pt x="79313" y="316524"/>
                              <a:pt x="70588" y="311869"/>
                            </a:cubicBezTo>
                            <a:cubicBezTo>
                              <a:pt x="25214" y="288014"/>
                              <a:pt x="12998" y="195500"/>
                              <a:pt x="42665" y="65167"/>
                            </a:cubicBezTo>
                            <a:cubicBezTo>
                              <a:pt x="33358" y="64585"/>
                              <a:pt x="24632" y="64003"/>
                              <a:pt x="15907" y="63421"/>
                            </a:cubicBezTo>
                            <a:cubicBezTo>
                              <a:pt x="-14342" y="200155"/>
                              <a:pt x="-2126" y="303723"/>
                              <a:pt x="58372" y="335143"/>
                            </a:cubicBezTo>
                            <a:cubicBezTo>
                              <a:pt x="70588" y="341543"/>
                              <a:pt x="85130" y="345034"/>
                              <a:pt x="100255" y="345034"/>
                            </a:cubicBezTo>
                            <a:cubicBezTo>
                              <a:pt x="199727" y="345034"/>
                              <a:pt x="345155" y="205973"/>
                              <a:pt x="465569" y="0"/>
                            </a:cubicBezTo>
                            <a:cubicBezTo>
                              <a:pt x="453353" y="5237"/>
                              <a:pt x="440556" y="9310"/>
                              <a:pt x="427176" y="12801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  <p:grpSp>
                  <p:nvGrpSpPr>
                    <p:cNvPr id="19" name="Рисунок 5"/>
                    <p:cNvGrpSpPr/>
                    <p:nvPr/>
                  </p:nvGrpSpPr>
                  <p:grpSpPr bwMode="auto">
                    <a:xfrm>
                      <a:off x="558102" y="685981"/>
                      <a:ext cx="951597" cy="420674"/>
                      <a:chOff x="558102" y="685981"/>
                      <a:chExt cx="951597" cy="420674"/>
                    </a:xfrm>
                    <a:solidFill>
                      <a:srgbClr val="797D82"/>
                    </a:solidFill>
                  </p:grpSpPr>
                  <p:sp>
                    <p:nvSpPr>
                      <p:cNvPr id="20" name="Полилиния 19"/>
                      <p:cNvSpPr/>
                      <p:nvPr/>
                    </p:nvSpPr>
                    <p:spPr bwMode="auto">
                      <a:xfrm>
                        <a:off x="1003967" y="962940"/>
                        <a:ext cx="317614" cy="116369"/>
                      </a:xfrm>
                      <a:custGeom>
                        <a:avLst/>
                        <a:gdLst>
                          <a:gd name="connsiteX0" fmla="*/ 64570 w 317614"/>
                          <a:gd name="connsiteY0" fmla="*/ 84949 h 116369"/>
                          <a:gd name="connsiteX1" fmla="*/ 0 w 317614"/>
                          <a:gd name="connsiteY1" fmla="*/ 98332 h 116369"/>
                          <a:gd name="connsiteX2" fmla="*/ 51190 w 317614"/>
                          <a:gd name="connsiteY2" fmla="*/ 116369 h 116369"/>
                          <a:gd name="connsiteX3" fmla="*/ 70387 w 317614"/>
                          <a:gd name="connsiteY3" fmla="*/ 112296 h 116369"/>
                          <a:gd name="connsiteX4" fmla="*/ 317614 w 317614"/>
                          <a:gd name="connsiteY4" fmla="*/ 26765 h 116369"/>
                          <a:gd name="connsiteX5" fmla="*/ 310052 w 317614"/>
                          <a:gd name="connsiteY5" fmla="*/ 0 h 116369"/>
                          <a:gd name="connsiteX6" fmla="*/ 64570 w 317614"/>
                          <a:gd name="connsiteY6" fmla="*/ 84949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</a:cxnLst>
                        <a:rect l="l" t="t" r="r" b="b"/>
                        <a:pathLst>
                          <a:path w="317614" h="116369" fill="norm" stroke="1" extrusionOk="0">
                            <a:moveTo>
                              <a:pt x="64570" y="84949"/>
                            </a:moveTo>
                            <a:cubicBezTo>
                              <a:pt x="43047" y="90186"/>
                              <a:pt x="21523" y="94259"/>
                              <a:pt x="0" y="98332"/>
                            </a:cubicBezTo>
                            <a:cubicBezTo>
                              <a:pt x="17451" y="105314"/>
                              <a:pt x="34321" y="111132"/>
                              <a:pt x="51190" y="116369"/>
                            </a:cubicBezTo>
                            <a:cubicBezTo>
                              <a:pt x="57589" y="115205"/>
                              <a:pt x="63988" y="113460"/>
                              <a:pt x="70387" y="112296"/>
                            </a:cubicBezTo>
                            <a:cubicBezTo>
                              <a:pt x="161716" y="91350"/>
                              <a:pt x="246645" y="61675"/>
                              <a:pt x="317614" y="26765"/>
                            </a:cubicBezTo>
                            <a:cubicBezTo>
                              <a:pt x="315869" y="18037"/>
                              <a:pt x="313542" y="9309"/>
                              <a:pt x="310052" y="0"/>
                            </a:cubicBezTo>
                            <a:cubicBezTo>
                              <a:pt x="240828" y="34329"/>
                              <a:pt x="155898" y="64003"/>
                              <a:pt x="64570" y="8494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1" name="Полилиния 20"/>
                      <p:cNvSpPr/>
                      <p:nvPr/>
                    </p:nvSpPr>
                    <p:spPr bwMode="auto">
                      <a:xfrm>
                        <a:off x="734635" y="719728"/>
                        <a:ext cx="301907" cy="116369"/>
                      </a:xfrm>
                      <a:custGeom>
                        <a:avLst/>
                        <a:gdLst>
                          <a:gd name="connsiteX0" fmla="*/ 0 w 301907"/>
                          <a:gd name="connsiteY0" fmla="*/ 89022 h 116369"/>
                          <a:gd name="connsiteX1" fmla="*/ 6399 w 301907"/>
                          <a:gd name="connsiteY1" fmla="*/ 116369 h 116369"/>
                          <a:gd name="connsiteX2" fmla="*/ 264097 w 301907"/>
                          <a:gd name="connsiteY2" fmla="*/ 25019 h 116369"/>
                          <a:gd name="connsiteX3" fmla="*/ 301908 w 301907"/>
                          <a:gd name="connsiteY3" fmla="*/ 16874 h 116369"/>
                          <a:gd name="connsiteX4" fmla="*/ 248972 w 301907"/>
                          <a:gd name="connsiteY4" fmla="*/ 0 h 116369"/>
                          <a:gd name="connsiteX5" fmla="*/ 0 w 301907"/>
                          <a:gd name="connsiteY5" fmla="*/ 89022 h 11636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301907" h="116369" fill="norm" stroke="1" extrusionOk="0">
                            <a:moveTo>
                              <a:pt x="0" y="89022"/>
                            </a:moveTo>
                            <a:cubicBezTo>
                              <a:pt x="1163" y="97750"/>
                              <a:pt x="3490" y="107060"/>
                              <a:pt x="6399" y="116369"/>
                            </a:cubicBezTo>
                            <a:cubicBezTo>
                              <a:pt x="73877" y="81458"/>
                              <a:pt x="161134" y="48875"/>
                              <a:pt x="264097" y="25019"/>
                            </a:cubicBezTo>
                            <a:cubicBezTo>
                              <a:pt x="276894" y="22110"/>
                              <a:pt x="289110" y="19201"/>
                              <a:pt x="301908" y="16874"/>
                            </a:cubicBezTo>
                            <a:cubicBezTo>
                              <a:pt x="283875" y="10473"/>
                              <a:pt x="266424" y="4655"/>
                              <a:pt x="248972" y="0"/>
                            </a:cubicBezTo>
                            <a:cubicBezTo>
                              <a:pt x="153572" y="23274"/>
                              <a:pt x="68642" y="54112"/>
                              <a:pt x="0" y="8902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2" name="Полилиния 21"/>
                      <p:cNvSpPr/>
                      <p:nvPr/>
                    </p:nvSpPr>
                    <p:spPr bwMode="auto">
                      <a:xfrm>
                        <a:off x="558102" y="822715"/>
                        <a:ext cx="444120" cy="283940"/>
                      </a:xfrm>
                      <a:custGeom>
                        <a:avLst/>
                        <a:gdLst>
                          <a:gd name="connsiteX0" fmla="*/ 395257 w 444120"/>
                          <a:gd name="connsiteY0" fmla="*/ 246702 h 283940"/>
                          <a:gd name="connsiteX1" fmla="*/ 257973 w 444120"/>
                          <a:gd name="connsiteY1" fmla="*/ 256594 h 283940"/>
                          <a:gd name="connsiteX2" fmla="*/ 28779 w 444120"/>
                          <a:gd name="connsiteY2" fmla="*/ 177463 h 283940"/>
                          <a:gd name="connsiteX3" fmla="*/ 158501 w 444120"/>
                          <a:gd name="connsiteY3" fmla="*/ 27347 h 283940"/>
                          <a:gd name="connsiteX4" fmla="*/ 150938 w 444120"/>
                          <a:gd name="connsiteY4" fmla="*/ 0 h 283940"/>
                          <a:gd name="connsiteX5" fmla="*/ 2020 w 444120"/>
                          <a:gd name="connsiteY5" fmla="*/ 183281 h 283940"/>
                          <a:gd name="connsiteX6" fmla="*/ 258555 w 444120"/>
                          <a:gd name="connsiteY6" fmla="*/ 283941 h 283940"/>
                          <a:gd name="connsiteX7" fmla="*/ 444121 w 444120"/>
                          <a:gd name="connsiteY7" fmla="*/ 267067 h 283940"/>
                          <a:gd name="connsiteX8" fmla="*/ 395257 w 444120"/>
                          <a:gd name="connsiteY8" fmla="*/ 246702 h 283940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</a:cxnLst>
                        <a:rect l="l" t="t" r="r" b="b"/>
                        <a:pathLst>
                          <a:path w="444120" h="283940" fill="norm" stroke="1" extrusionOk="0">
                            <a:moveTo>
                              <a:pt x="395257" y="246702"/>
                            </a:moveTo>
                            <a:cubicBezTo>
                              <a:pt x="347557" y="253103"/>
                              <a:pt x="301020" y="256594"/>
                              <a:pt x="257973" y="256594"/>
                            </a:cubicBezTo>
                            <a:cubicBezTo>
                              <a:pt x="127670" y="256594"/>
                              <a:pt x="39831" y="226338"/>
                              <a:pt x="28779" y="177463"/>
                            </a:cubicBezTo>
                            <a:cubicBezTo>
                              <a:pt x="19472" y="136152"/>
                              <a:pt x="67172" y="79713"/>
                              <a:pt x="158501" y="27347"/>
                            </a:cubicBezTo>
                            <a:cubicBezTo>
                              <a:pt x="155010" y="18037"/>
                              <a:pt x="152683" y="9310"/>
                              <a:pt x="150938" y="0"/>
                            </a:cubicBezTo>
                            <a:cubicBezTo>
                              <a:pt x="47394" y="58185"/>
                              <a:pt x="-11941" y="125097"/>
                              <a:pt x="2020" y="183281"/>
                            </a:cubicBezTo>
                            <a:cubicBezTo>
                              <a:pt x="17145" y="247284"/>
                              <a:pt x="110219" y="283941"/>
                              <a:pt x="258555" y="283941"/>
                            </a:cubicBezTo>
                            <a:cubicBezTo>
                              <a:pt x="316144" y="283941"/>
                              <a:pt x="379551" y="278122"/>
                              <a:pt x="444121" y="267067"/>
                            </a:cubicBezTo>
                            <a:cubicBezTo>
                              <a:pt x="427251" y="261249"/>
                              <a:pt x="410963" y="254266"/>
                              <a:pt x="395257" y="246702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  <p:sp>
                    <p:nvSpPr>
                      <p:cNvPr id="23" name="Полилиния 22"/>
                      <p:cNvSpPr/>
                      <p:nvPr/>
                    </p:nvSpPr>
                    <p:spPr bwMode="auto">
                      <a:xfrm>
                        <a:off x="1038288" y="685981"/>
                        <a:ext cx="471410" cy="289759"/>
                      </a:xfrm>
                      <a:custGeom>
                        <a:avLst/>
                        <a:gdLst>
                          <a:gd name="connsiteX0" fmla="*/ 469441 w 471410"/>
                          <a:gd name="connsiteY0" fmla="*/ 100659 h 289759"/>
                          <a:gd name="connsiteX1" fmla="*/ 212906 w 471410"/>
                          <a:gd name="connsiteY1" fmla="*/ 0 h 289759"/>
                          <a:gd name="connsiteX2" fmla="*/ 0 w 471410"/>
                          <a:gd name="connsiteY2" fmla="*/ 22110 h 289759"/>
                          <a:gd name="connsiteX3" fmla="*/ 48864 w 471410"/>
                          <a:gd name="connsiteY3" fmla="*/ 41311 h 289759"/>
                          <a:gd name="connsiteX4" fmla="*/ 212906 w 471410"/>
                          <a:gd name="connsiteY4" fmla="*/ 27347 h 289759"/>
                          <a:gd name="connsiteX5" fmla="*/ 442100 w 471410"/>
                          <a:gd name="connsiteY5" fmla="*/ 106478 h 289759"/>
                          <a:gd name="connsiteX6" fmla="*/ 340301 w 471410"/>
                          <a:gd name="connsiteY6" fmla="*/ 239720 h 289759"/>
                          <a:gd name="connsiteX7" fmla="*/ 300163 w 471410"/>
                          <a:gd name="connsiteY7" fmla="*/ 262994 h 289759"/>
                          <a:gd name="connsiteX8" fmla="*/ 308888 w 471410"/>
                          <a:gd name="connsiteY8" fmla="*/ 289759 h 289759"/>
                          <a:gd name="connsiteX9" fmla="*/ 355425 w 471410"/>
                          <a:gd name="connsiteY9" fmla="*/ 262994 h 289759"/>
                          <a:gd name="connsiteX10" fmla="*/ 469441 w 471410"/>
                          <a:gd name="connsiteY10" fmla="*/ 100659 h 289759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471410" h="289759" fill="norm" stroke="1" extrusionOk="0">
                            <a:moveTo>
                              <a:pt x="469441" y="100659"/>
                            </a:moveTo>
                            <a:cubicBezTo>
                              <a:pt x="454898" y="36656"/>
                              <a:pt x="361242" y="0"/>
                              <a:pt x="212906" y="0"/>
                            </a:cubicBezTo>
                            <a:cubicBezTo>
                              <a:pt x="147173" y="0"/>
                              <a:pt x="73877" y="7564"/>
                              <a:pt x="0" y="22110"/>
                            </a:cubicBezTo>
                            <a:cubicBezTo>
                              <a:pt x="16288" y="27929"/>
                              <a:pt x="32576" y="34329"/>
                              <a:pt x="48864" y="41311"/>
                            </a:cubicBezTo>
                            <a:cubicBezTo>
                              <a:pt x="105871" y="32002"/>
                              <a:pt x="161716" y="27347"/>
                              <a:pt x="212906" y="27347"/>
                            </a:cubicBezTo>
                            <a:cubicBezTo>
                              <a:pt x="343209" y="27347"/>
                              <a:pt x="431048" y="57603"/>
                              <a:pt x="442100" y="106478"/>
                            </a:cubicBezTo>
                            <a:cubicBezTo>
                              <a:pt x="450826" y="143716"/>
                              <a:pt x="413596" y="192591"/>
                              <a:pt x="340301" y="239720"/>
                            </a:cubicBezTo>
                            <a:cubicBezTo>
                              <a:pt x="327503" y="247866"/>
                              <a:pt x="314124" y="255430"/>
                              <a:pt x="300163" y="262994"/>
                            </a:cubicBezTo>
                            <a:cubicBezTo>
                              <a:pt x="303653" y="272304"/>
                              <a:pt x="306562" y="281031"/>
                              <a:pt x="308888" y="289759"/>
                            </a:cubicBezTo>
                            <a:cubicBezTo>
                              <a:pt x="325176" y="281031"/>
                              <a:pt x="340883" y="271722"/>
                              <a:pt x="355425" y="262994"/>
                            </a:cubicBezTo>
                            <a:cubicBezTo>
                              <a:pt x="440937" y="208883"/>
                              <a:pt x="481075" y="150698"/>
                              <a:pt x="469441" y="100659"/>
                            </a:cubicBezTo>
                            <a:close/>
                          </a:path>
                        </a:pathLst>
                      </a:custGeom>
                      <a:solidFill>
                        <a:srgbClr val="797D82"/>
                      </a:solidFill>
                      <a:ln w="5815" cap="flat">
                        <a:noFill/>
                        <a:prstDash val="solid"/>
                        <a:miter/>
                      </a:ln>
                    </p:spPr>
                    <p:txBody>
                      <a:bodyPr rtlCol="0" anchor="ctr"/>
                      <a:lstStyle/>
                      <a:p>
                        <a:pPr>
                          <a:defRPr/>
                        </a:pPr>
                        <a:endParaRPr lang="ru-RU"/>
                      </a:p>
                    </p:txBody>
                  </p:sp>
                </p:grpSp>
              </p:grpSp>
            </p:grpSp>
            <p:sp>
              <p:nvSpPr>
                <p:cNvPr id="24" name="Полилиния 23"/>
                <p:cNvSpPr/>
                <p:nvPr/>
              </p:nvSpPr>
              <p:spPr bwMode="auto">
                <a:xfrm>
                  <a:off x="950450" y="822133"/>
                  <a:ext cx="153571" cy="153607"/>
                </a:xfrm>
                <a:custGeom>
                  <a:avLst/>
                  <a:gdLst>
                    <a:gd name="connsiteX0" fmla="*/ 153572 w 153571"/>
                    <a:gd name="connsiteY0" fmla="*/ 76804 h 153607"/>
                    <a:gd name="connsiteX1" fmla="*/ 76786 w 153571"/>
                    <a:gd name="connsiteY1" fmla="*/ 153607 h 153607"/>
                    <a:gd name="connsiteX2" fmla="*/ 0 w 153571"/>
                    <a:gd name="connsiteY2" fmla="*/ 76804 h 153607"/>
                    <a:gd name="connsiteX3" fmla="*/ 76786 w 153571"/>
                    <a:gd name="connsiteY3" fmla="*/ 0 h 153607"/>
                    <a:gd name="connsiteX4" fmla="*/ 153572 w 153571"/>
                    <a:gd name="connsiteY4" fmla="*/ 76804 h 153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53571" h="153607" fill="norm" stroke="1" extrusionOk="0">
                      <a:moveTo>
                        <a:pt x="153572" y="76804"/>
                      </a:moveTo>
                      <a:cubicBezTo>
                        <a:pt x="153572" y="119278"/>
                        <a:pt x="119251" y="153607"/>
                        <a:pt x="76786" y="153607"/>
                      </a:cubicBezTo>
                      <a:cubicBezTo>
                        <a:pt x="34321" y="153607"/>
                        <a:pt x="0" y="119278"/>
                        <a:pt x="0" y="76804"/>
                      </a:cubicBezTo>
                      <a:cubicBezTo>
                        <a:pt x="0" y="34329"/>
                        <a:pt x="34321" y="0"/>
                        <a:pt x="76786" y="0"/>
                      </a:cubicBezTo>
                      <a:cubicBezTo>
                        <a:pt x="119251" y="0"/>
                        <a:pt x="153572" y="34329"/>
                        <a:pt x="153572" y="76804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  <p:grpSp>
            <p:nvGrpSpPr>
              <p:cNvPr id="25" name="Рисунок 5"/>
              <p:cNvGrpSpPr/>
              <p:nvPr/>
            </p:nvGrpSpPr>
            <p:grpSpPr bwMode="auto">
              <a:xfrm>
                <a:off x="875991" y="395640"/>
                <a:ext cx="475830" cy="361907"/>
                <a:chOff x="875991" y="395640"/>
                <a:chExt cx="475830" cy="361907"/>
              </a:xfrm>
              <a:solidFill>
                <a:srgbClr val="797D82"/>
              </a:solidFill>
            </p:grpSpPr>
            <p:sp>
              <p:nvSpPr>
                <p:cNvPr id="26" name="Полилиния 25"/>
                <p:cNvSpPr/>
                <p:nvPr/>
              </p:nvSpPr>
              <p:spPr bwMode="auto">
                <a:xfrm>
                  <a:off x="875991" y="694127"/>
                  <a:ext cx="67478" cy="63421"/>
                </a:xfrm>
                <a:custGeom>
                  <a:avLst/>
                  <a:gdLst>
                    <a:gd name="connsiteX0" fmla="*/ 37229 w 67478"/>
                    <a:gd name="connsiteY0" fmla="*/ 52366 h 63421"/>
                    <a:gd name="connsiteX1" fmla="*/ 67478 w 67478"/>
                    <a:gd name="connsiteY1" fmla="*/ 4073 h 63421"/>
                    <a:gd name="connsiteX2" fmla="*/ 37811 w 67478"/>
                    <a:gd name="connsiteY2" fmla="*/ 0 h 63421"/>
                    <a:gd name="connsiteX3" fmla="*/ 0 w 67478"/>
                    <a:gd name="connsiteY3" fmla="*/ 63421 h 63421"/>
                    <a:gd name="connsiteX4" fmla="*/ 37229 w 67478"/>
                    <a:gd name="connsiteY4" fmla="*/ 52366 h 634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478" h="63421" fill="norm" stroke="1" extrusionOk="0">
                      <a:moveTo>
                        <a:pt x="37229" y="52366"/>
                      </a:moveTo>
                      <a:cubicBezTo>
                        <a:pt x="47119" y="36074"/>
                        <a:pt x="57008" y="19783"/>
                        <a:pt x="67478" y="4073"/>
                      </a:cubicBezTo>
                      <a:cubicBezTo>
                        <a:pt x="57589" y="2327"/>
                        <a:pt x="47700" y="1164"/>
                        <a:pt x="37811" y="0"/>
                      </a:cubicBezTo>
                      <a:cubicBezTo>
                        <a:pt x="25013" y="20365"/>
                        <a:pt x="12216" y="41311"/>
                        <a:pt x="0" y="63421"/>
                      </a:cubicBezTo>
                      <a:cubicBezTo>
                        <a:pt x="12216" y="59930"/>
                        <a:pt x="25013" y="55857"/>
                        <a:pt x="37229" y="52366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27" name="Полилиния 26"/>
                <p:cNvSpPr/>
                <p:nvPr/>
              </p:nvSpPr>
              <p:spPr bwMode="auto">
                <a:xfrm>
                  <a:off x="931254" y="395640"/>
                  <a:ext cx="420567" cy="308378"/>
                </a:xfrm>
                <a:custGeom>
                  <a:avLst/>
                  <a:gdLst>
                    <a:gd name="connsiteX0" fmla="*/ 29086 w 420567"/>
                    <a:gd name="connsiteY0" fmla="*/ 277540 h 308378"/>
                    <a:gd name="connsiteX1" fmla="*/ 319941 w 420567"/>
                    <a:gd name="connsiteY1" fmla="*/ 26765 h 308378"/>
                    <a:gd name="connsiteX2" fmla="*/ 349608 w 420567"/>
                    <a:gd name="connsiteY2" fmla="*/ 33747 h 308378"/>
                    <a:gd name="connsiteX3" fmla="*/ 371713 w 420567"/>
                    <a:gd name="connsiteY3" fmla="*/ 305469 h 308378"/>
                    <a:gd name="connsiteX4" fmla="*/ 398472 w 420567"/>
                    <a:gd name="connsiteY4" fmla="*/ 308378 h 308378"/>
                    <a:gd name="connsiteX5" fmla="*/ 362406 w 420567"/>
                    <a:gd name="connsiteY5" fmla="*/ 9891 h 308378"/>
                    <a:gd name="connsiteX6" fmla="*/ 320523 w 420567"/>
                    <a:gd name="connsiteY6" fmla="*/ 0 h 308378"/>
                    <a:gd name="connsiteX7" fmla="*/ 0 w 420567"/>
                    <a:gd name="connsiteY7" fmla="*/ 272886 h 308378"/>
                    <a:gd name="connsiteX8" fmla="*/ 29086 w 420567"/>
                    <a:gd name="connsiteY8" fmla="*/ 277540 h 3083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0567" h="308378" fill="norm" stroke="1" extrusionOk="0">
                      <a:moveTo>
                        <a:pt x="29086" y="277540"/>
                      </a:moveTo>
                      <a:cubicBezTo>
                        <a:pt x="131467" y="128006"/>
                        <a:pt x="245482" y="26765"/>
                        <a:pt x="319941" y="26765"/>
                      </a:cubicBezTo>
                      <a:cubicBezTo>
                        <a:pt x="330993" y="26765"/>
                        <a:pt x="340883" y="29092"/>
                        <a:pt x="349608" y="33747"/>
                      </a:cubicBezTo>
                      <a:cubicBezTo>
                        <a:pt x="397890" y="59348"/>
                        <a:pt x="408361" y="162335"/>
                        <a:pt x="371713" y="305469"/>
                      </a:cubicBezTo>
                      <a:cubicBezTo>
                        <a:pt x="381021" y="306051"/>
                        <a:pt x="389746" y="307214"/>
                        <a:pt x="398472" y="308378"/>
                      </a:cubicBezTo>
                      <a:cubicBezTo>
                        <a:pt x="436283" y="158844"/>
                        <a:pt x="426394" y="43638"/>
                        <a:pt x="362406" y="9891"/>
                      </a:cubicBezTo>
                      <a:cubicBezTo>
                        <a:pt x="349608" y="3491"/>
                        <a:pt x="335647" y="0"/>
                        <a:pt x="320523" y="0"/>
                      </a:cubicBezTo>
                      <a:cubicBezTo>
                        <a:pt x="233266" y="0"/>
                        <a:pt x="110525" y="107060"/>
                        <a:pt x="0" y="272886"/>
                      </a:cubicBezTo>
                      <a:cubicBezTo>
                        <a:pt x="9307" y="274049"/>
                        <a:pt x="19196" y="275795"/>
                        <a:pt x="29086" y="277540"/>
                      </a:cubicBezTo>
                      <a:close/>
                    </a:path>
                  </a:pathLst>
                </a:custGeom>
                <a:solidFill>
                  <a:srgbClr val="797D82"/>
                </a:solidFill>
                <a:ln w="581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  <p:grpSp>
          <p:nvGrpSpPr>
            <p:cNvPr id="28" name="Рисунок 5"/>
            <p:cNvGrpSpPr/>
            <p:nvPr/>
          </p:nvGrpSpPr>
          <p:grpSpPr bwMode="auto">
            <a:xfrm>
              <a:off x="1205239" y="1178804"/>
              <a:ext cx="1823662" cy="426492"/>
              <a:chOff x="1205239" y="1178804"/>
              <a:chExt cx="1823662" cy="426492"/>
            </a:xfrm>
            <a:solidFill>
              <a:srgbClr val="797D82"/>
            </a:solidFill>
          </p:grpSpPr>
          <p:sp>
            <p:nvSpPr>
              <p:cNvPr id="29" name="Полилиния 28"/>
              <p:cNvSpPr/>
              <p:nvPr/>
            </p:nvSpPr>
            <p:spPr bwMode="auto">
              <a:xfrm>
                <a:off x="1205239" y="1178804"/>
                <a:ext cx="418249" cy="426492"/>
              </a:xfrm>
              <a:custGeom>
                <a:avLst/>
                <a:gdLst>
                  <a:gd name="connsiteX0" fmla="*/ 352517 w 418249"/>
                  <a:gd name="connsiteY0" fmla="*/ 426493 h 426492"/>
                  <a:gd name="connsiteX1" fmla="*/ 352517 w 418249"/>
                  <a:gd name="connsiteY1" fmla="*/ 123351 h 426492"/>
                  <a:gd name="connsiteX2" fmla="*/ 209416 w 418249"/>
                  <a:gd name="connsiteY2" fmla="*/ 303723 h 426492"/>
                  <a:gd name="connsiteX3" fmla="*/ 65733 w 418249"/>
                  <a:gd name="connsiteY3" fmla="*/ 123351 h 426492"/>
                  <a:gd name="connsiteX4" fmla="*/ 65733 w 418249"/>
                  <a:gd name="connsiteY4" fmla="*/ 426493 h 426492"/>
                  <a:gd name="connsiteX5" fmla="*/ 0 w 418249"/>
                  <a:gd name="connsiteY5" fmla="*/ 426493 h 426492"/>
                  <a:gd name="connsiteX6" fmla="*/ 0 w 418249"/>
                  <a:gd name="connsiteY6" fmla="*/ 0 h 426492"/>
                  <a:gd name="connsiteX7" fmla="*/ 38393 w 418249"/>
                  <a:gd name="connsiteY7" fmla="*/ 0 h 426492"/>
                  <a:gd name="connsiteX8" fmla="*/ 209416 w 418249"/>
                  <a:gd name="connsiteY8" fmla="*/ 216447 h 426492"/>
                  <a:gd name="connsiteX9" fmla="*/ 380439 w 418249"/>
                  <a:gd name="connsiteY9" fmla="*/ 0 h 426492"/>
                  <a:gd name="connsiteX10" fmla="*/ 418250 w 418249"/>
                  <a:gd name="connsiteY10" fmla="*/ 0 h 426492"/>
                  <a:gd name="connsiteX11" fmla="*/ 418250 w 418249"/>
                  <a:gd name="connsiteY11" fmla="*/ 426493 h 426492"/>
                  <a:gd name="connsiteX12" fmla="*/ 352517 w 418249"/>
                  <a:gd name="connsiteY12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8249" h="426492" fill="norm" stroke="1" extrusionOk="0">
                    <a:moveTo>
                      <a:pt x="352517" y="426493"/>
                    </a:moveTo>
                    <a:lnTo>
                      <a:pt x="352517" y="123351"/>
                    </a:lnTo>
                    <a:lnTo>
                      <a:pt x="209416" y="303723"/>
                    </a:lnTo>
                    <a:lnTo>
                      <a:pt x="65733" y="123351"/>
                    </a:lnTo>
                    <a:lnTo>
                      <a:pt x="6573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38393" y="0"/>
                    </a:lnTo>
                    <a:lnTo>
                      <a:pt x="209416" y="216447"/>
                    </a:lnTo>
                    <a:lnTo>
                      <a:pt x="380439" y="0"/>
                    </a:lnTo>
                    <a:lnTo>
                      <a:pt x="418250" y="0"/>
                    </a:lnTo>
                    <a:lnTo>
                      <a:pt x="418250" y="426493"/>
                    </a:lnTo>
                    <a:lnTo>
                      <a:pt x="352517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0" name="Полилиния 29"/>
              <p:cNvSpPr/>
              <p:nvPr/>
            </p:nvSpPr>
            <p:spPr bwMode="auto">
              <a:xfrm>
                <a:off x="1677588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 fill="norm" stroke="1" extrusionOk="0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1" name="Полилиния 30"/>
              <p:cNvSpPr/>
              <p:nvPr/>
            </p:nvSpPr>
            <p:spPr bwMode="auto">
              <a:xfrm>
                <a:off x="2699654" y="1178804"/>
                <a:ext cx="329248" cy="426492"/>
              </a:xfrm>
              <a:custGeom>
                <a:avLst/>
                <a:gdLst>
                  <a:gd name="connsiteX0" fmla="*/ 263515 w 329248"/>
                  <a:gd name="connsiteY0" fmla="*/ 426493 h 426492"/>
                  <a:gd name="connsiteX1" fmla="*/ 263515 w 329248"/>
                  <a:gd name="connsiteY1" fmla="*/ 125679 h 426492"/>
                  <a:gd name="connsiteX2" fmla="*/ 38393 w 329248"/>
                  <a:gd name="connsiteY2" fmla="*/ 426493 h 426492"/>
                  <a:gd name="connsiteX3" fmla="*/ 0 w 329248"/>
                  <a:gd name="connsiteY3" fmla="*/ 426493 h 426492"/>
                  <a:gd name="connsiteX4" fmla="*/ 0 w 329248"/>
                  <a:gd name="connsiteY4" fmla="*/ 0 h 426492"/>
                  <a:gd name="connsiteX5" fmla="*/ 65733 w 329248"/>
                  <a:gd name="connsiteY5" fmla="*/ 0 h 426492"/>
                  <a:gd name="connsiteX6" fmla="*/ 65733 w 329248"/>
                  <a:gd name="connsiteY6" fmla="*/ 300814 h 426492"/>
                  <a:gd name="connsiteX7" fmla="*/ 290855 w 329248"/>
                  <a:gd name="connsiteY7" fmla="*/ 0 h 426492"/>
                  <a:gd name="connsiteX8" fmla="*/ 329248 w 329248"/>
                  <a:gd name="connsiteY8" fmla="*/ 0 h 426492"/>
                  <a:gd name="connsiteX9" fmla="*/ 329248 w 329248"/>
                  <a:gd name="connsiteY9" fmla="*/ 426493 h 426492"/>
                  <a:gd name="connsiteX10" fmla="*/ 263515 w 329248"/>
                  <a:gd name="connsiteY10" fmla="*/ 426493 h 426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9248" h="426492" fill="norm" stroke="1" extrusionOk="0">
                    <a:moveTo>
                      <a:pt x="263515" y="426493"/>
                    </a:moveTo>
                    <a:lnTo>
                      <a:pt x="263515" y="125679"/>
                    </a:lnTo>
                    <a:lnTo>
                      <a:pt x="38393" y="426493"/>
                    </a:lnTo>
                    <a:lnTo>
                      <a:pt x="0" y="426493"/>
                    </a:lnTo>
                    <a:lnTo>
                      <a:pt x="0" y="0"/>
                    </a:lnTo>
                    <a:lnTo>
                      <a:pt x="65733" y="0"/>
                    </a:lnTo>
                    <a:lnTo>
                      <a:pt x="65733" y="300814"/>
                    </a:lnTo>
                    <a:lnTo>
                      <a:pt x="290855" y="0"/>
                    </a:lnTo>
                    <a:lnTo>
                      <a:pt x="329248" y="0"/>
                    </a:lnTo>
                    <a:lnTo>
                      <a:pt x="329248" y="426493"/>
                    </a:lnTo>
                    <a:lnTo>
                      <a:pt x="263515" y="426493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32" name="Рисунок 5"/>
            <p:cNvGrpSpPr/>
            <p:nvPr/>
          </p:nvGrpSpPr>
          <p:grpSpPr bwMode="auto">
            <a:xfrm>
              <a:off x="2326196" y="851807"/>
              <a:ext cx="763786" cy="185608"/>
              <a:chOff x="2326196" y="851807"/>
              <a:chExt cx="763786" cy="185608"/>
            </a:xfrm>
            <a:solidFill>
              <a:srgbClr val="797D82"/>
            </a:solidFill>
          </p:grpSpPr>
          <p:sp>
            <p:nvSpPr>
              <p:cNvPr id="33" name="Полилиния 32"/>
              <p:cNvSpPr/>
              <p:nvPr/>
            </p:nvSpPr>
            <p:spPr bwMode="auto">
              <a:xfrm>
                <a:off x="2326196" y="851807"/>
                <a:ext cx="154153" cy="185608"/>
              </a:xfrm>
              <a:custGeom>
                <a:avLst/>
                <a:gdLst>
                  <a:gd name="connsiteX0" fmla="*/ 115179 w 154153"/>
                  <a:gd name="connsiteY0" fmla="*/ 185609 h 185608"/>
                  <a:gd name="connsiteX1" fmla="*/ 115179 w 154153"/>
                  <a:gd name="connsiteY1" fmla="*/ 109969 h 185608"/>
                  <a:gd name="connsiteX2" fmla="*/ 38975 w 154153"/>
                  <a:gd name="connsiteY2" fmla="*/ 109969 h 185608"/>
                  <a:gd name="connsiteX3" fmla="*/ 38975 w 154153"/>
                  <a:gd name="connsiteY3" fmla="*/ 185609 h 185608"/>
                  <a:gd name="connsiteX4" fmla="*/ 0 w 154153"/>
                  <a:gd name="connsiteY4" fmla="*/ 185609 h 185608"/>
                  <a:gd name="connsiteX5" fmla="*/ 0 w 154153"/>
                  <a:gd name="connsiteY5" fmla="*/ 0 h 185608"/>
                  <a:gd name="connsiteX6" fmla="*/ 38975 w 154153"/>
                  <a:gd name="connsiteY6" fmla="*/ 0 h 185608"/>
                  <a:gd name="connsiteX7" fmla="*/ 38975 w 154153"/>
                  <a:gd name="connsiteY7" fmla="*/ 75058 h 185608"/>
                  <a:gd name="connsiteX8" fmla="*/ 115179 w 154153"/>
                  <a:gd name="connsiteY8" fmla="*/ 75058 h 185608"/>
                  <a:gd name="connsiteX9" fmla="*/ 115179 w 154153"/>
                  <a:gd name="connsiteY9" fmla="*/ 0 h 185608"/>
                  <a:gd name="connsiteX10" fmla="*/ 154153 w 154153"/>
                  <a:gd name="connsiteY10" fmla="*/ 0 h 185608"/>
                  <a:gd name="connsiteX11" fmla="*/ 154153 w 154153"/>
                  <a:gd name="connsiteY11" fmla="*/ 185609 h 185608"/>
                  <a:gd name="connsiteX12" fmla="*/ 115179 w 154153"/>
                  <a:gd name="connsiteY12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4153" h="185608" fill="norm" stroke="1" extrusionOk="0">
                    <a:moveTo>
                      <a:pt x="115179" y="185609"/>
                    </a:moveTo>
                    <a:lnTo>
                      <a:pt x="115179" y="109969"/>
                    </a:lnTo>
                    <a:lnTo>
                      <a:pt x="38975" y="109969"/>
                    </a:lnTo>
                    <a:lnTo>
                      <a:pt x="38975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5" y="0"/>
                    </a:lnTo>
                    <a:lnTo>
                      <a:pt x="38975" y="75058"/>
                    </a:lnTo>
                    <a:lnTo>
                      <a:pt x="115179" y="75058"/>
                    </a:lnTo>
                    <a:lnTo>
                      <a:pt x="115179" y="0"/>
                    </a:lnTo>
                    <a:lnTo>
                      <a:pt x="154153" y="0"/>
                    </a:lnTo>
                    <a:lnTo>
                      <a:pt x="154153" y="185609"/>
                    </a:lnTo>
                    <a:lnTo>
                      <a:pt x="115179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4" name="Полилиния 33"/>
              <p:cNvSpPr/>
              <p:nvPr/>
            </p:nvSpPr>
            <p:spPr bwMode="auto">
              <a:xfrm>
                <a:off x="2524559" y="851807"/>
                <a:ext cx="155898" cy="185608"/>
              </a:xfrm>
              <a:custGeom>
                <a:avLst/>
                <a:gdLst>
                  <a:gd name="connsiteX0" fmla="*/ 116342 w 155898"/>
                  <a:gd name="connsiteY0" fmla="*/ 185609 h 185608"/>
                  <a:gd name="connsiteX1" fmla="*/ 116342 w 155898"/>
                  <a:gd name="connsiteY1" fmla="*/ 69240 h 185608"/>
                  <a:gd name="connsiteX2" fmla="*/ 22687 w 155898"/>
                  <a:gd name="connsiteY2" fmla="*/ 185609 h 185608"/>
                  <a:gd name="connsiteX3" fmla="*/ 0 w 155898"/>
                  <a:gd name="connsiteY3" fmla="*/ 185609 h 185608"/>
                  <a:gd name="connsiteX4" fmla="*/ 0 w 155898"/>
                  <a:gd name="connsiteY4" fmla="*/ 0 h 185608"/>
                  <a:gd name="connsiteX5" fmla="*/ 38974 w 155898"/>
                  <a:gd name="connsiteY5" fmla="*/ 0 h 185608"/>
                  <a:gd name="connsiteX6" fmla="*/ 38974 w 155898"/>
                  <a:gd name="connsiteY6" fmla="*/ 116951 h 185608"/>
                  <a:gd name="connsiteX7" fmla="*/ 132630 w 155898"/>
                  <a:gd name="connsiteY7" fmla="*/ 0 h 185608"/>
                  <a:gd name="connsiteX8" fmla="*/ 155898 w 155898"/>
                  <a:gd name="connsiteY8" fmla="*/ 0 h 185608"/>
                  <a:gd name="connsiteX9" fmla="*/ 155898 w 155898"/>
                  <a:gd name="connsiteY9" fmla="*/ 185609 h 185608"/>
                  <a:gd name="connsiteX10" fmla="*/ 116342 w 155898"/>
                  <a:gd name="connsiteY10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5898" h="185608" fill="norm" stroke="1" extrusionOk="0">
                    <a:moveTo>
                      <a:pt x="116342" y="185609"/>
                    </a:moveTo>
                    <a:lnTo>
                      <a:pt x="116342" y="69240"/>
                    </a:lnTo>
                    <a:lnTo>
                      <a:pt x="22687" y="185609"/>
                    </a:lnTo>
                    <a:lnTo>
                      <a:pt x="0" y="185609"/>
                    </a:lnTo>
                    <a:lnTo>
                      <a:pt x="0" y="0"/>
                    </a:lnTo>
                    <a:lnTo>
                      <a:pt x="38974" y="0"/>
                    </a:lnTo>
                    <a:lnTo>
                      <a:pt x="38974" y="116951"/>
                    </a:lnTo>
                    <a:lnTo>
                      <a:pt x="132630" y="0"/>
                    </a:lnTo>
                    <a:lnTo>
                      <a:pt x="155898" y="0"/>
                    </a:lnTo>
                    <a:lnTo>
                      <a:pt x="155898" y="185609"/>
                    </a:lnTo>
                    <a:lnTo>
                      <a:pt x="116342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5" name="Полилиния 34"/>
              <p:cNvSpPr/>
              <p:nvPr/>
            </p:nvSpPr>
            <p:spPr bwMode="auto">
              <a:xfrm>
                <a:off x="2711870" y="852389"/>
                <a:ext cx="156480" cy="185026"/>
              </a:xfrm>
              <a:custGeom>
                <a:avLst/>
                <a:gdLst>
                  <a:gd name="connsiteX0" fmla="*/ 118088 w 156480"/>
                  <a:gd name="connsiteY0" fmla="*/ 185027 h 185026"/>
                  <a:gd name="connsiteX1" fmla="*/ 118088 w 156480"/>
                  <a:gd name="connsiteY1" fmla="*/ 139643 h 185026"/>
                  <a:gd name="connsiteX2" fmla="*/ 95982 w 156480"/>
                  <a:gd name="connsiteY2" fmla="*/ 139643 h 185026"/>
                  <a:gd name="connsiteX3" fmla="*/ 56426 w 156480"/>
                  <a:gd name="connsiteY3" fmla="*/ 166408 h 185026"/>
                  <a:gd name="connsiteX4" fmla="*/ 43628 w 156480"/>
                  <a:gd name="connsiteY4" fmla="*/ 185027 h 185026"/>
                  <a:gd name="connsiteX5" fmla="*/ 0 w 156480"/>
                  <a:gd name="connsiteY5" fmla="*/ 185027 h 185026"/>
                  <a:gd name="connsiteX6" fmla="*/ 16870 w 156480"/>
                  <a:gd name="connsiteY6" fmla="*/ 160589 h 185026"/>
                  <a:gd name="connsiteX7" fmla="*/ 46537 w 156480"/>
                  <a:gd name="connsiteY7" fmla="*/ 128006 h 185026"/>
                  <a:gd name="connsiteX8" fmla="*/ 4072 w 156480"/>
                  <a:gd name="connsiteY8" fmla="*/ 69821 h 185026"/>
                  <a:gd name="connsiteX9" fmla="*/ 89584 w 156480"/>
                  <a:gd name="connsiteY9" fmla="*/ 0 h 185026"/>
                  <a:gd name="connsiteX10" fmla="*/ 156480 w 156480"/>
                  <a:gd name="connsiteY10" fmla="*/ 0 h 185026"/>
                  <a:gd name="connsiteX11" fmla="*/ 156480 w 156480"/>
                  <a:gd name="connsiteY11" fmla="*/ 185027 h 185026"/>
                  <a:gd name="connsiteX12" fmla="*/ 118088 w 156480"/>
                  <a:gd name="connsiteY12" fmla="*/ 185027 h 185026"/>
                  <a:gd name="connsiteX13" fmla="*/ 86093 w 156480"/>
                  <a:gd name="connsiteY13" fmla="*/ 34329 h 185026"/>
                  <a:gd name="connsiteX14" fmla="*/ 40720 w 156480"/>
                  <a:gd name="connsiteY14" fmla="*/ 69821 h 185026"/>
                  <a:gd name="connsiteX15" fmla="*/ 86093 w 156480"/>
                  <a:gd name="connsiteY15" fmla="*/ 105314 h 185026"/>
                  <a:gd name="connsiteX16" fmla="*/ 118088 w 156480"/>
                  <a:gd name="connsiteY16" fmla="*/ 105314 h 185026"/>
                  <a:gd name="connsiteX17" fmla="*/ 118088 w 156480"/>
                  <a:gd name="connsiteY17" fmla="*/ 34329 h 185026"/>
                  <a:gd name="connsiteX18" fmla="*/ 86093 w 156480"/>
                  <a:gd name="connsiteY18" fmla="*/ 34329 h 1850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6480" h="185026" fill="norm" stroke="1" extrusionOk="0">
                    <a:moveTo>
                      <a:pt x="118088" y="185027"/>
                    </a:moveTo>
                    <a:lnTo>
                      <a:pt x="118088" y="139643"/>
                    </a:lnTo>
                    <a:lnTo>
                      <a:pt x="95982" y="139643"/>
                    </a:lnTo>
                    <a:cubicBezTo>
                      <a:pt x="76786" y="140225"/>
                      <a:pt x="71551" y="144298"/>
                      <a:pt x="56426" y="166408"/>
                    </a:cubicBezTo>
                    <a:lnTo>
                      <a:pt x="43628" y="185027"/>
                    </a:lnTo>
                    <a:lnTo>
                      <a:pt x="0" y="185027"/>
                    </a:lnTo>
                    <a:lnTo>
                      <a:pt x="16870" y="160589"/>
                    </a:lnTo>
                    <a:cubicBezTo>
                      <a:pt x="29086" y="142552"/>
                      <a:pt x="37811" y="133243"/>
                      <a:pt x="46537" y="128006"/>
                    </a:cubicBezTo>
                    <a:cubicBezTo>
                      <a:pt x="19778" y="118115"/>
                      <a:pt x="4072" y="97168"/>
                      <a:pt x="4072" y="69821"/>
                    </a:cubicBezTo>
                    <a:cubicBezTo>
                      <a:pt x="4072" y="30838"/>
                      <a:pt x="34321" y="0"/>
                      <a:pt x="89584" y="0"/>
                    </a:cubicBezTo>
                    <a:lnTo>
                      <a:pt x="156480" y="0"/>
                    </a:lnTo>
                    <a:lnTo>
                      <a:pt x="156480" y="185027"/>
                    </a:lnTo>
                    <a:lnTo>
                      <a:pt x="118088" y="185027"/>
                    </a:lnTo>
                    <a:close/>
                    <a:moveTo>
                      <a:pt x="86093" y="34329"/>
                    </a:moveTo>
                    <a:cubicBezTo>
                      <a:pt x="60498" y="34329"/>
                      <a:pt x="40720" y="45966"/>
                      <a:pt x="40720" y="69821"/>
                    </a:cubicBezTo>
                    <a:cubicBezTo>
                      <a:pt x="40720" y="94841"/>
                      <a:pt x="60498" y="105314"/>
                      <a:pt x="86093" y="105314"/>
                    </a:cubicBezTo>
                    <a:lnTo>
                      <a:pt x="118088" y="105314"/>
                    </a:lnTo>
                    <a:lnTo>
                      <a:pt x="118088" y="34329"/>
                    </a:lnTo>
                    <a:lnTo>
                      <a:pt x="86093" y="3432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6" name="Полилиния 35"/>
              <p:cNvSpPr/>
              <p:nvPr/>
            </p:nvSpPr>
            <p:spPr bwMode="auto">
              <a:xfrm>
                <a:off x="2902671" y="851807"/>
                <a:ext cx="187310" cy="185608"/>
              </a:xfrm>
              <a:custGeom>
                <a:avLst/>
                <a:gdLst>
                  <a:gd name="connsiteX0" fmla="*/ 30831 w 187310"/>
                  <a:gd name="connsiteY0" fmla="*/ 185609 h 185608"/>
                  <a:gd name="connsiteX1" fmla="*/ 71550 w 187310"/>
                  <a:gd name="connsiteY1" fmla="*/ 118696 h 185608"/>
                  <a:gd name="connsiteX2" fmla="*/ 0 w 187310"/>
                  <a:gd name="connsiteY2" fmla="*/ 0 h 185608"/>
                  <a:gd name="connsiteX3" fmla="*/ 44210 w 187310"/>
                  <a:gd name="connsiteY3" fmla="*/ 0 h 185608"/>
                  <a:gd name="connsiteX4" fmla="*/ 93655 w 187310"/>
                  <a:gd name="connsiteY4" fmla="*/ 80876 h 185608"/>
                  <a:gd name="connsiteX5" fmla="*/ 143101 w 187310"/>
                  <a:gd name="connsiteY5" fmla="*/ 0 h 185608"/>
                  <a:gd name="connsiteX6" fmla="*/ 187311 w 187310"/>
                  <a:gd name="connsiteY6" fmla="*/ 0 h 185608"/>
                  <a:gd name="connsiteX7" fmla="*/ 75040 w 187310"/>
                  <a:gd name="connsiteY7" fmla="*/ 185609 h 185608"/>
                  <a:gd name="connsiteX8" fmla="*/ 30831 w 187310"/>
                  <a:gd name="connsiteY8" fmla="*/ 185609 h 185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7310" h="185608" fill="norm" stroke="1" extrusionOk="0">
                    <a:moveTo>
                      <a:pt x="30831" y="185609"/>
                    </a:moveTo>
                    <a:lnTo>
                      <a:pt x="71550" y="118696"/>
                    </a:lnTo>
                    <a:lnTo>
                      <a:pt x="0" y="0"/>
                    </a:lnTo>
                    <a:lnTo>
                      <a:pt x="44210" y="0"/>
                    </a:lnTo>
                    <a:lnTo>
                      <a:pt x="93655" y="80876"/>
                    </a:lnTo>
                    <a:lnTo>
                      <a:pt x="143101" y="0"/>
                    </a:lnTo>
                    <a:lnTo>
                      <a:pt x="187311" y="0"/>
                    </a:lnTo>
                    <a:lnTo>
                      <a:pt x="75040" y="185609"/>
                    </a:lnTo>
                    <a:lnTo>
                      <a:pt x="30831" y="185609"/>
                    </a:lnTo>
                    <a:close/>
                  </a:path>
                </a:pathLst>
              </a:custGeom>
              <a:solidFill>
                <a:srgbClr val="797D82"/>
              </a:solidFill>
              <a:ln w="581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37" name="Полилиния 36"/>
            <p:cNvSpPr/>
            <p:nvPr/>
          </p:nvSpPr>
          <p:spPr bwMode="auto">
            <a:xfrm>
              <a:off x="2033014" y="1178804"/>
              <a:ext cx="641626" cy="425329"/>
            </a:xfrm>
            <a:custGeom>
              <a:avLst/>
              <a:gdLst>
                <a:gd name="connsiteX0" fmla="*/ 470604 w 641626"/>
                <a:gd name="connsiteY0" fmla="*/ 15128 h 425329"/>
                <a:gd name="connsiteX1" fmla="*/ 353098 w 641626"/>
                <a:gd name="connsiteY1" fmla="*/ 78549 h 425329"/>
                <a:gd name="connsiteX2" fmla="*/ 353098 w 641626"/>
                <a:gd name="connsiteY2" fmla="*/ 0 h 425329"/>
                <a:gd name="connsiteX3" fmla="*/ 287365 w 641626"/>
                <a:gd name="connsiteY3" fmla="*/ 0 h 425329"/>
                <a:gd name="connsiteX4" fmla="*/ 287365 w 641626"/>
                <a:gd name="connsiteY4" fmla="*/ 191427 h 425329"/>
                <a:gd name="connsiteX5" fmla="*/ 176840 w 641626"/>
                <a:gd name="connsiteY5" fmla="*/ 304887 h 425329"/>
                <a:gd name="connsiteX6" fmla="*/ 66315 w 641626"/>
                <a:gd name="connsiteY6" fmla="*/ 191427 h 425329"/>
                <a:gd name="connsiteX7" fmla="*/ 176840 w 641626"/>
                <a:gd name="connsiteY7" fmla="*/ 77386 h 425329"/>
                <a:gd name="connsiteX8" fmla="*/ 258861 w 641626"/>
                <a:gd name="connsiteY8" fmla="*/ 113460 h 425329"/>
                <a:gd name="connsiteX9" fmla="*/ 258861 w 641626"/>
                <a:gd name="connsiteY9" fmla="*/ 46548 h 425329"/>
                <a:gd name="connsiteX10" fmla="*/ 170441 w 641626"/>
                <a:gd name="connsiteY10" fmla="*/ 15128 h 425329"/>
                <a:gd name="connsiteX11" fmla="*/ 0 w 641626"/>
                <a:gd name="connsiteY11" fmla="*/ 190845 h 425329"/>
                <a:gd name="connsiteX12" fmla="*/ 170441 w 641626"/>
                <a:gd name="connsiteY12" fmla="*/ 365981 h 425329"/>
                <a:gd name="connsiteX13" fmla="*/ 287947 w 641626"/>
                <a:gd name="connsiteY13" fmla="*/ 303142 h 425329"/>
                <a:gd name="connsiteX14" fmla="*/ 287947 w 641626"/>
                <a:gd name="connsiteY14" fmla="*/ 425329 h 425329"/>
                <a:gd name="connsiteX15" fmla="*/ 354844 w 641626"/>
                <a:gd name="connsiteY15" fmla="*/ 425329 h 425329"/>
                <a:gd name="connsiteX16" fmla="*/ 354844 w 641626"/>
                <a:gd name="connsiteY16" fmla="*/ 181536 h 425329"/>
                <a:gd name="connsiteX17" fmla="*/ 354844 w 641626"/>
                <a:gd name="connsiteY17" fmla="*/ 181536 h 425329"/>
                <a:gd name="connsiteX18" fmla="*/ 465369 w 641626"/>
                <a:gd name="connsiteY18" fmla="*/ 76222 h 425329"/>
                <a:gd name="connsiteX19" fmla="*/ 575894 w 641626"/>
                <a:gd name="connsiteY19" fmla="*/ 190264 h 425329"/>
                <a:gd name="connsiteX20" fmla="*/ 465369 w 641626"/>
                <a:gd name="connsiteY20" fmla="*/ 303723 h 425329"/>
                <a:gd name="connsiteX21" fmla="*/ 384511 w 641626"/>
                <a:gd name="connsiteY21" fmla="*/ 268813 h 425329"/>
                <a:gd name="connsiteX22" fmla="*/ 384511 w 641626"/>
                <a:gd name="connsiteY22" fmla="*/ 336307 h 425329"/>
                <a:gd name="connsiteX23" fmla="*/ 471767 w 641626"/>
                <a:gd name="connsiteY23" fmla="*/ 365981 h 425329"/>
                <a:gd name="connsiteX24" fmla="*/ 641627 w 641626"/>
                <a:gd name="connsiteY24" fmla="*/ 190845 h 425329"/>
                <a:gd name="connsiteX25" fmla="*/ 470604 w 641626"/>
                <a:gd name="connsiteY25" fmla="*/ 15128 h 425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41626" h="425329" fill="norm" stroke="1" extrusionOk="0">
                  <a:moveTo>
                    <a:pt x="470604" y="15128"/>
                  </a:moveTo>
                  <a:cubicBezTo>
                    <a:pt x="419995" y="15128"/>
                    <a:pt x="376367" y="41311"/>
                    <a:pt x="353098" y="78549"/>
                  </a:cubicBezTo>
                  <a:lnTo>
                    <a:pt x="353098" y="0"/>
                  </a:lnTo>
                  <a:lnTo>
                    <a:pt x="287365" y="0"/>
                  </a:lnTo>
                  <a:lnTo>
                    <a:pt x="287365" y="191427"/>
                  </a:lnTo>
                  <a:cubicBezTo>
                    <a:pt x="287365" y="257176"/>
                    <a:pt x="238501" y="304887"/>
                    <a:pt x="176840" y="304887"/>
                  </a:cubicBezTo>
                  <a:cubicBezTo>
                    <a:pt x="114597" y="304887"/>
                    <a:pt x="66315" y="257176"/>
                    <a:pt x="66315" y="191427"/>
                  </a:cubicBezTo>
                  <a:cubicBezTo>
                    <a:pt x="66315" y="125679"/>
                    <a:pt x="115179" y="77386"/>
                    <a:pt x="176840" y="77386"/>
                  </a:cubicBezTo>
                  <a:cubicBezTo>
                    <a:pt x="209416" y="77386"/>
                    <a:pt x="238501" y="90768"/>
                    <a:pt x="258861" y="113460"/>
                  </a:cubicBezTo>
                  <a:lnTo>
                    <a:pt x="258861" y="46548"/>
                  </a:lnTo>
                  <a:cubicBezTo>
                    <a:pt x="235011" y="27347"/>
                    <a:pt x="204180" y="15128"/>
                    <a:pt x="170441" y="15128"/>
                  </a:cubicBezTo>
                  <a:cubicBezTo>
                    <a:pt x="68642" y="15128"/>
                    <a:pt x="0" y="93095"/>
                    <a:pt x="0" y="190845"/>
                  </a:cubicBezTo>
                  <a:cubicBezTo>
                    <a:pt x="0" y="288595"/>
                    <a:pt x="68642" y="365981"/>
                    <a:pt x="170441" y="365981"/>
                  </a:cubicBezTo>
                  <a:cubicBezTo>
                    <a:pt x="221050" y="365981"/>
                    <a:pt x="264678" y="340380"/>
                    <a:pt x="287947" y="303142"/>
                  </a:cubicBezTo>
                  <a:lnTo>
                    <a:pt x="287947" y="425329"/>
                  </a:lnTo>
                  <a:lnTo>
                    <a:pt x="354844" y="425329"/>
                  </a:lnTo>
                  <a:lnTo>
                    <a:pt x="354844" y="181536"/>
                  </a:lnTo>
                  <a:lnTo>
                    <a:pt x="354844" y="181536"/>
                  </a:lnTo>
                  <a:cubicBezTo>
                    <a:pt x="358915" y="120442"/>
                    <a:pt x="406034" y="76222"/>
                    <a:pt x="465369" y="76222"/>
                  </a:cubicBezTo>
                  <a:cubicBezTo>
                    <a:pt x="527612" y="76222"/>
                    <a:pt x="575894" y="124515"/>
                    <a:pt x="575894" y="190264"/>
                  </a:cubicBezTo>
                  <a:cubicBezTo>
                    <a:pt x="575894" y="256012"/>
                    <a:pt x="527030" y="303723"/>
                    <a:pt x="465369" y="303723"/>
                  </a:cubicBezTo>
                  <a:cubicBezTo>
                    <a:pt x="432793" y="303723"/>
                    <a:pt x="404289" y="290341"/>
                    <a:pt x="384511" y="268813"/>
                  </a:cubicBezTo>
                  <a:lnTo>
                    <a:pt x="384511" y="336307"/>
                  </a:lnTo>
                  <a:cubicBezTo>
                    <a:pt x="407779" y="354344"/>
                    <a:pt x="438028" y="365981"/>
                    <a:pt x="471767" y="365981"/>
                  </a:cubicBezTo>
                  <a:cubicBezTo>
                    <a:pt x="572985" y="365981"/>
                    <a:pt x="641627" y="288595"/>
                    <a:pt x="641627" y="190845"/>
                  </a:cubicBezTo>
                  <a:cubicBezTo>
                    <a:pt x="640464" y="93095"/>
                    <a:pt x="571240" y="15128"/>
                    <a:pt x="470604" y="15128"/>
                  </a:cubicBezTo>
                  <a:close/>
                </a:path>
              </a:pathLst>
            </a:custGeom>
            <a:solidFill>
              <a:srgbClr val="797D82"/>
            </a:solidFill>
            <a:ln w="581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ключительный слайд 3">
    <p:bg>
      <p:bgPr shadeToTitle="0">
        <a:gradFill>
          <a:gsLst>
            <a:gs pos="0">
              <a:schemeClr val="bg2">
                <a:lumMod val="40000"/>
                <a:lumOff val="60000"/>
              </a:schemeClr>
            </a:gs>
            <a:gs pos="14000">
              <a:schemeClr val="accent2"/>
            </a:gs>
            <a:gs pos="66000">
              <a:schemeClr val="accent1"/>
            </a:gs>
          </a:gsLst>
          <a:lin ang="135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Текст 2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60194" y="3105834"/>
            <a:ext cx="3978555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chemeClr val="bg1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Спасибо!</a:t>
            </a:r>
            <a:endParaRPr/>
          </a:p>
        </p:txBody>
      </p:sp>
      <p:sp>
        <p:nvSpPr>
          <p:cNvPr id="3" name="Текст 2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01.01.2025</a:t>
            </a:r>
            <a:endParaRPr/>
          </a:p>
        </p:txBody>
      </p:sp>
      <p:sp>
        <p:nvSpPr>
          <p:cNvPr id="4" name="Текст 2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2717240" y="6083856"/>
            <a:ext cx="3798124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/>
                </a:solidFill>
                <a:latin typeface="Montserrat"/>
              </a:defRPr>
            </a:lvl1pPr>
          </a:lstStyle>
          <a:p>
            <a:pPr lvl="0">
              <a:defRPr/>
            </a:pPr>
            <a:r>
              <a:rPr lang="ru-RU"/>
              <a:t>Контакты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09.09.2026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2"/>
          </p:nvPr>
        </p:nvSpPr>
        <p:spPr bwMode="auto">
          <a:xfrm>
            <a:off x="560194" y="4057881"/>
            <a:ext cx="11293450" cy="1661993"/>
          </a:xfrm>
        </p:spPr>
        <p:txBody>
          <a:bodyPr/>
          <a:lstStyle/>
          <a:p>
            <a:pPr>
              <a:defRPr/>
            </a:pPr>
            <a:r>
              <a:rPr lang="ru-RU"/>
              <a:t>Владислав Зайцев</a:t>
            </a:r>
            <a:endParaRPr/>
          </a:p>
          <a:p>
            <a:pPr>
              <a:spcBef>
                <a:spcPts val="1200"/>
              </a:spcBef>
              <a:defRPr/>
            </a:pPr>
            <a:r>
              <a:rPr lang="en-US"/>
              <a:t>vszaitsev@mephi.ru</a:t>
            </a:r>
            <a:endParaRPr lang="ru-RU"/>
          </a:p>
          <a:p>
            <a:pPr>
              <a:spcBef>
                <a:spcPts val="1200"/>
              </a:spcBef>
              <a:defRPr/>
            </a:pPr>
            <a:r>
              <a:rPr lang="en-US"/>
              <a:t>@v_zaytsev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3"/>
          </p:nvPr>
        </p:nvSpPr>
        <p:spPr bwMode="auto">
          <a:xfrm>
            <a:off x="560194" y="1138126"/>
            <a:ext cx="8824438" cy="2462213"/>
          </a:xfrm>
        </p:spPr>
        <p:txBody>
          <a:bodyPr/>
          <a:lstStyle/>
          <a:p>
            <a:pPr>
              <a:defRPr/>
            </a:pPr>
            <a:r>
              <a:rPr lang="ru-RU"/>
              <a:t>Дискретная математика (неклассические логики)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Лекция 1. Классическая логика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Как живем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/>
              <a:t>Отчетные мероприятия:</a:t>
            </a:r>
            <a:endParaRPr/>
          </a:p>
          <a:p>
            <a:pPr>
              <a:defRPr/>
            </a:pPr>
            <a:r>
              <a:rPr lang="ru-RU"/>
              <a:t>3 (может, и 4) лабы</a:t>
            </a:r>
            <a:endParaRPr/>
          </a:p>
          <a:p>
            <a:pPr>
              <a:defRPr/>
            </a:pPr>
            <a:r>
              <a:rPr lang="ru-RU"/>
              <a:t>Тест в конце семестра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Экзамен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Предмет изучения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 marL="0" indent="0" algn="ctr">
              <a:buNone/>
              <a:defRPr/>
            </a:pPr>
            <a:endParaRPr lang="ru-RU" sz="8000" b="1"/>
          </a:p>
          <a:p>
            <a:pPr marL="0" indent="0" algn="ctr">
              <a:buNone/>
              <a:defRPr/>
            </a:pPr>
            <a:r>
              <a:rPr lang="en-US" sz="8000" b="1"/>
              <a:t>Computer</a:t>
            </a:r>
            <a:endParaRPr/>
          </a:p>
          <a:p>
            <a:pPr marL="0" indent="0" algn="ctr">
              <a:buNone/>
              <a:defRPr/>
            </a:pPr>
            <a:r>
              <a:rPr lang="en-US" sz="8000" b="1"/>
              <a:t>Science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Предмет изучения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 marL="0" indent="0" algn="ctr">
              <a:buNone/>
              <a:defRPr/>
            </a:pPr>
            <a:r>
              <a:rPr lang="en-US" sz="8000" b="1">
                <a:solidFill>
                  <a:srgbClr val="00B050"/>
                </a:solidFill>
              </a:rPr>
              <a:t>Compute</a:t>
            </a:r>
            <a:r>
              <a:rPr lang="en-US" sz="8000" b="1"/>
              <a:t>r</a:t>
            </a:r>
            <a:endParaRPr/>
          </a:p>
          <a:p>
            <a:pPr marL="0" indent="0" algn="ctr">
              <a:buNone/>
              <a:defRPr/>
            </a:pPr>
            <a:r>
              <a:rPr lang="en-US" sz="8000" b="1"/>
              <a:t>Science</a:t>
            </a:r>
            <a:endParaRPr/>
          </a:p>
          <a:p>
            <a:pPr marL="0" indent="0" algn="ctr">
              <a:buNone/>
              <a:defRPr/>
            </a:pPr>
            <a:endParaRPr lang="en-US" sz="2000" b="1"/>
          </a:p>
          <a:p>
            <a:pPr marL="0" indent="0" algn="ctr">
              <a:buNone/>
              <a:defRPr/>
            </a:pPr>
            <a:endParaRPr lang="en-US" sz="2000" b="1"/>
          </a:p>
          <a:p>
            <a:pPr marL="0" indent="0" algn="ctr">
              <a:buNone/>
              <a:defRPr/>
            </a:pPr>
            <a:r>
              <a:rPr lang="ru-RU" sz="4400" b="1"/>
              <a:t>Наука о вычислении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1679356" y="5618747"/>
            <a:ext cx="193835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ru-RU" sz="2800" b="1">
                <a:latin typeface="Montserrat"/>
              </a:rPr>
              <a:t>Входные</a:t>
            </a:r>
            <a:endParaRPr/>
          </a:p>
          <a:p>
            <a:pPr algn="ctr">
              <a:defRPr/>
            </a:pPr>
            <a:r>
              <a:rPr lang="ru-RU" sz="2800" b="1">
                <a:latin typeface="Montserrat"/>
              </a:rPr>
              <a:t>данные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4737490" y="5618747"/>
            <a:ext cx="26100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ru-RU" sz="2800" b="1">
                <a:latin typeface="Montserrat"/>
              </a:rPr>
              <a:t>Процесс</a:t>
            </a:r>
            <a:endParaRPr/>
          </a:p>
          <a:p>
            <a:pPr algn="ctr">
              <a:defRPr/>
            </a:pPr>
            <a:r>
              <a:rPr lang="ru-RU" sz="2800" b="1">
                <a:latin typeface="Montserrat"/>
              </a:rPr>
              <a:t>вычисления</a:t>
            </a:r>
            <a:endParaRPr/>
          </a:p>
        </p:txBody>
      </p:sp>
      <p:sp>
        <p:nvSpPr>
          <p:cNvPr id="6" name="TextBox 5"/>
          <p:cNvSpPr txBox="1"/>
          <p:nvPr/>
        </p:nvSpPr>
        <p:spPr bwMode="auto">
          <a:xfrm>
            <a:off x="8334613" y="5834190"/>
            <a:ext cx="21563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ru-RU" sz="2800" b="1">
                <a:latin typeface="Montserrat"/>
              </a:rPr>
              <a:t>Результат</a:t>
            </a:r>
            <a:endParaRPr/>
          </a:p>
        </p:txBody>
      </p:sp>
      <p:sp>
        <p:nvSpPr>
          <p:cNvPr id="7" name="Стрелка: вправо 6"/>
          <p:cNvSpPr/>
          <p:nvPr/>
        </p:nvSpPr>
        <p:spPr bwMode="auto">
          <a:xfrm>
            <a:off x="3759082" y="5882884"/>
            <a:ext cx="978408" cy="48463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" name="Стрелка: вправо 7"/>
          <p:cNvSpPr/>
          <p:nvPr/>
        </p:nvSpPr>
        <p:spPr bwMode="auto">
          <a:xfrm>
            <a:off x="7356205" y="5853484"/>
            <a:ext cx="978408" cy="48463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Формальная (дедуктивная</a:t>
            </a:r>
            <a:r>
              <a:rPr lang="en-US"/>
              <a:t>)</a:t>
            </a:r>
            <a:r>
              <a:rPr lang="ru-RU"/>
              <a:t> система</a:t>
            </a:r>
            <a:endParaRPr/>
          </a:p>
        </p:txBody>
      </p:sp>
      <p:sp>
        <p:nvSpPr>
          <p:cNvPr id="4" name="Скругленный прямоугольник 6"/>
          <p:cNvSpPr/>
          <p:nvPr/>
        </p:nvSpPr>
        <p:spPr bwMode="auto">
          <a:xfrm>
            <a:off x="4623104" y="2927974"/>
            <a:ext cx="2899718" cy="1408670"/>
          </a:xfrm>
          <a:prstGeom prst="roundRect">
            <a:avLst>
              <a:gd name="adj" fmla="val 16667"/>
            </a:avLst>
          </a:prstGeom>
          <a:solidFill>
            <a:srgbClr val="00B05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800" b="1"/>
              <a:t>Формальная теория</a:t>
            </a:r>
            <a:endParaRPr/>
          </a:p>
        </p:txBody>
      </p:sp>
      <p:sp>
        <p:nvSpPr>
          <p:cNvPr id="5" name="Овал 4"/>
          <p:cNvSpPr/>
          <p:nvPr/>
        </p:nvSpPr>
        <p:spPr bwMode="auto">
          <a:xfrm>
            <a:off x="9069894" y="1477240"/>
            <a:ext cx="2659363" cy="1194486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800">
                <a:solidFill>
                  <a:schemeClr val="bg1"/>
                </a:solidFill>
              </a:rPr>
              <a:t>Алфавит</a:t>
            </a:r>
            <a:endParaRPr/>
          </a:p>
        </p:txBody>
      </p:sp>
      <p:sp>
        <p:nvSpPr>
          <p:cNvPr id="6" name="Овал 5"/>
          <p:cNvSpPr/>
          <p:nvPr/>
        </p:nvSpPr>
        <p:spPr bwMode="auto">
          <a:xfrm>
            <a:off x="566831" y="5068220"/>
            <a:ext cx="2807368" cy="11944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800"/>
              <a:t>Аксиомы</a:t>
            </a:r>
            <a:endParaRPr/>
          </a:p>
        </p:txBody>
      </p:sp>
      <p:sp>
        <p:nvSpPr>
          <p:cNvPr id="7" name="Овал 6"/>
          <p:cNvSpPr/>
          <p:nvPr/>
        </p:nvSpPr>
        <p:spPr bwMode="auto">
          <a:xfrm>
            <a:off x="297173" y="1411560"/>
            <a:ext cx="2993859" cy="119448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800">
                <a:solidFill>
                  <a:schemeClr val="tx1"/>
                </a:solidFill>
              </a:rPr>
              <a:t>Правила вывода</a:t>
            </a:r>
            <a:endParaRPr/>
          </a:p>
        </p:txBody>
      </p:sp>
      <p:sp>
        <p:nvSpPr>
          <p:cNvPr id="8" name="Овал 7"/>
          <p:cNvSpPr/>
          <p:nvPr/>
        </p:nvSpPr>
        <p:spPr bwMode="auto">
          <a:xfrm>
            <a:off x="8973064" y="4982477"/>
            <a:ext cx="2804154" cy="1194486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2800"/>
              <a:t>Формулы</a:t>
            </a:r>
            <a:endParaRPr/>
          </a:p>
        </p:txBody>
      </p:sp>
      <p:sp>
        <p:nvSpPr>
          <p:cNvPr id="9" name="Стрелка вправо 11"/>
          <p:cNvSpPr/>
          <p:nvPr/>
        </p:nvSpPr>
        <p:spPr bwMode="auto">
          <a:xfrm rot="1947194">
            <a:off x="3121515" y="2547005"/>
            <a:ext cx="1432909" cy="345989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 sz="2800"/>
          </a:p>
        </p:txBody>
      </p:sp>
      <p:sp>
        <p:nvSpPr>
          <p:cNvPr id="10" name="Стрелка вправо 12"/>
          <p:cNvSpPr/>
          <p:nvPr/>
        </p:nvSpPr>
        <p:spPr bwMode="auto">
          <a:xfrm rot="20037411">
            <a:off x="2975826" y="4562599"/>
            <a:ext cx="1620652" cy="345989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 sz="2800"/>
          </a:p>
        </p:txBody>
      </p:sp>
      <p:sp>
        <p:nvSpPr>
          <p:cNvPr id="11" name="Стрелка вправо 13"/>
          <p:cNvSpPr/>
          <p:nvPr/>
        </p:nvSpPr>
        <p:spPr bwMode="auto">
          <a:xfrm rot="12731961">
            <a:off x="7538339" y="4629581"/>
            <a:ext cx="1620652" cy="345989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 sz="2800"/>
          </a:p>
        </p:txBody>
      </p:sp>
      <p:sp>
        <p:nvSpPr>
          <p:cNvPr id="12" name="Стрелка вправо 14"/>
          <p:cNvSpPr/>
          <p:nvPr/>
        </p:nvSpPr>
        <p:spPr bwMode="auto">
          <a:xfrm rot="8763667">
            <a:off x="7580584" y="2493049"/>
            <a:ext cx="1443059" cy="345989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Что есть объект?</a:t>
            </a:r>
            <a:endParaRPr/>
          </a:p>
        </p:txBody>
      </p:sp>
      <p:sp>
        <p:nvSpPr>
          <p:cNvPr id="4" name="Текст 2"/>
          <p:cNvSpPr txBox="1"/>
          <p:nvPr/>
        </p:nvSpPr>
        <p:spPr bwMode="auto">
          <a:xfrm>
            <a:off x="777326" y="1552125"/>
            <a:ext cx="4703059" cy="530197"/>
          </a:xfrm>
          <a:prstGeom prst="rect">
            <a:avLst/>
          </a:prstGeom>
        </p:spPr>
        <p:txBody>
          <a:bodyPr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ru-RU"/>
              <a:t>Конструктивный</a:t>
            </a:r>
            <a:endParaRPr/>
          </a:p>
        </p:txBody>
      </p:sp>
      <p:sp>
        <p:nvSpPr>
          <p:cNvPr id="5" name="Текст 2"/>
          <p:cNvSpPr txBox="1"/>
          <p:nvPr/>
        </p:nvSpPr>
        <p:spPr bwMode="auto">
          <a:xfrm>
            <a:off x="6512378" y="1552125"/>
            <a:ext cx="4703059" cy="530197"/>
          </a:xfrm>
          <a:prstGeom prst="rect">
            <a:avLst/>
          </a:prstGeom>
        </p:spPr>
        <p:txBody>
          <a:bodyPr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ru-RU"/>
              <a:t>Аксиоматический</a:t>
            </a:r>
            <a:endParaRPr/>
          </a:p>
        </p:txBody>
      </p:sp>
      <p:sp>
        <p:nvSpPr>
          <p:cNvPr id="6" name="Объект 3"/>
          <p:cNvSpPr txBox="1"/>
          <p:nvPr/>
        </p:nvSpPr>
        <p:spPr bwMode="auto">
          <a:xfrm>
            <a:off x="319525" y="2201402"/>
            <a:ext cx="5852676" cy="1972554"/>
          </a:xfrm>
          <a:prstGeom prst="rect">
            <a:avLst/>
          </a:prstGeom>
        </p:spPr>
        <p:txBody>
          <a:bodyPr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2000"/>
              <a:t>Предъявляется способ порождения объектов системы, например, по индукции</a:t>
            </a:r>
            <a:endParaRPr lang="en-US" sz="2000"/>
          </a:p>
          <a:p>
            <a:pPr marL="0" indent="0">
              <a:buFont typeface="Arial"/>
              <a:buNone/>
              <a:defRPr/>
            </a:pPr>
            <a:endParaRPr lang="ru-RU"/>
          </a:p>
        </p:txBody>
      </p:sp>
      <p:sp>
        <p:nvSpPr>
          <p:cNvPr id="7" name="Объект 5"/>
          <p:cNvSpPr txBox="1"/>
          <p:nvPr/>
        </p:nvSpPr>
        <p:spPr bwMode="auto">
          <a:xfrm>
            <a:off x="6172201" y="2201402"/>
            <a:ext cx="5644787" cy="3236872"/>
          </a:xfrm>
          <a:prstGeom prst="rect">
            <a:avLst/>
          </a:prstGeom>
        </p:spPr>
        <p:txBody>
          <a:bodyPr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2000"/>
              <a:t>Относительно объектов принимаются некоторые допущения или ограничения, которые описываются системой постулатов (исходных утверждений) и  набором следствий из них</a:t>
            </a:r>
            <a:endParaRPr/>
          </a:p>
          <a:p>
            <a:pPr>
              <a:defRPr/>
            </a:pPr>
            <a:endParaRPr lang="ru-RU"/>
          </a:p>
        </p:txBody>
      </p:sp>
      <p:sp>
        <p:nvSpPr>
          <p:cNvPr id="8" name="Объект 4"/>
          <p:cNvSpPr txBox="1"/>
          <p:nvPr/>
        </p:nvSpPr>
        <p:spPr bwMode="auto">
          <a:xfrm>
            <a:off x="2063552" y="3993936"/>
            <a:ext cx="8064896" cy="3600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ru-RU" sz="1800"/>
              <a:t>Пример: натуральные числа</a:t>
            </a:r>
            <a:endParaRPr/>
          </a:p>
        </p:txBody>
      </p:sp>
      <p:sp>
        <p:nvSpPr>
          <p:cNvPr id="9" name="Объект 4"/>
          <p:cNvSpPr txBox="1"/>
          <p:nvPr/>
        </p:nvSpPr>
        <p:spPr bwMode="auto">
          <a:xfrm>
            <a:off x="436532" y="4580149"/>
            <a:ext cx="5618661" cy="2016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  <a:defRPr/>
            </a:pPr>
            <a:r>
              <a:rPr lang="en-US" sz="1800"/>
              <a:t>0 </a:t>
            </a:r>
            <a:r>
              <a:rPr lang="ru-RU" sz="1800"/>
              <a:t>есть натуральное число</a:t>
            </a:r>
            <a:endParaRPr/>
          </a:p>
          <a:p>
            <a:pPr>
              <a:buFont typeface="+mj-lt"/>
              <a:buAutoNum type="arabicPeriod"/>
              <a:defRPr/>
            </a:pPr>
            <a:r>
              <a:rPr lang="ru-RU" sz="1800"/>
              <a:t>Если 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1800" i="1">
                          <a:latin typeface="Cambria Math"/>
                        </a:rPr>
                        <m:t>𝑛</m:t>
                      </m:r>
                    </m:oMath>
                  </m:oMathPara>
                </a14:m>
              </mc:Choice>
              <mc:Fallback/>
            </mc:AlternateContent>
            <a:r>
              <a:rPr lang="ru-RU" sz="1800"/>
              <a:t> – натуральное число, то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1800" i="1">
                          <a:latin typeface="Cambria Math"/>
                        </a:rPr>
                        <m:t>𝑛</m:t>
                      </m:r>
                      <m:r>
                        <m:rPr/>
                        <a:rPr lang="en-US" sz="1800" i="1">
                          <a:latin typeface="Cambria Math"/>
                        </a:rPr>
                        <m:t>′</m:t>
                      </m:r>
                    </m:oMath>
                  </m:oMathPara>
                </a14:m>
              </mc:Choice>
              <mc:Fallback/>
            </mc:AlternateContent>
            <a:r>
              <a:rPr lang="ru-RU" sz="1800"/>
              <a:t> - натуральное число</a:t>
            </a:r>
            <a:endParaRPr/>
          </a:p>
          <a:p>
            <a:pPr>
              <a:buFont typeface="+mj-lt"/>
              <a:buAutoNum type="arabicPeriod"/>
              <a:defRPr/>
            </a:pPr>
            <a:r>
              <a:rPr lang="ru-RU" sz="1800"/>
              <a:t>Других натуральных чисел нет</a:t>
            </a:r>
            <a:endParaRPr/>
          </a:p>
        </p:txBody>
      </p:sp>
      <p:sp>
        <p:nvSpPr>
          <p:cNvPr id="10" name="Объект 4"/>
          <p:cNvSpPr txBox="1"/>
          <p:nvPr/>
        </p:nvSpPr>
        <p:spPr bwMode="auto">
          <a:xfrm>
            <a:off x="6172201" y="4580149"/>
            <a:ext cx="5890261" cy="23762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800"/>
              <a:t>P1. </a:t>
            </a:r>
            <a:r>
              <a:rPr lang="ru-RU" sz="18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1800" b="0" i="1">
                          <a:latin typeface="Cambria Math"/>
                        </a:rPr>
                        <m:t>0∈</m:t>
                      </m:r>
                      <m:r>
                        <m:rPr/>
                        <a:rPr lang="en-US" sz="1800" b="0" i="1">
                          <a:latin typeface="Cambria Math"/>
                        </a:rPr>
                        <m:t>𝐷</m:t>
                      </m:r>
                    </m:oMath>
                  </m:oMathPara>
                </a14:m>
              </mc:Choice>
              <mc:Fallback/>
            </mc:AlternateContent>
            <a:endParaRPr lang="en-US" sz="1800"/>
          </a:p>
          <a:p>
            <a:pPr marL="0" indent="0">
              <a:buNone/>
              <a:defRPr/>
            </a:pPr>
            <a:r>
              <a:rPr lang="en-US" sz="1800"/>
              <a:t>P2. </a:t>
            </a:r>
            <a:r>
              <a:rPr lang="ru-RU" sz="1800"/>
              <a:t>если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1800" b="0" i="1">
                          <a:latin typeface="Cambria Math"/>
                        </a:rPr>
                        <m:t>𝑛</m:t>
                      </m:r>
                      <m:r>
                        <m:rPr/>
                        <a:rPr lang="en-US" sz="1800" b="0" i="1">
                          <a:latin typeface="Cambria Math"/>
                        </a:rPr>
                        <m:t>∈</m:t>
                      </m:r>
                      <m:r>
                        <m:rPr/>
                        <a:rPr lang="en-US" sz="1800" b="0" i="1">
                          <a:latin typeface="Cambria Math"/>
                        </a:rPr>
                        <m:t>𝐷</m:t>
                      </m:r>
                    </m:oMath>
                  </m:oMathPara>
                </a14:m>
              </mc:Choice>
              <mc:Fallback/>
            </mc:AlternateContent>
            <a:r>
              <a:rPr lang="ru-RU" sz="1800"/>
              <a:t>, то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18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US" sz="1800" b="0" i="1"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m:rPr/>
                            <a:rPr lang="en-US" sz="1800" b="0" i="1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m:rPr/>
                        <a:rPr lang="en-US" sz="1800" b="0" i="1">
                          <a:latin typeface="Cambria Math"/>
                        </a:rPr>
                        <m:t>∈</m:t>
                      </m:r>
                      <m:r>
                        <m:rPr/>
                        <a:rPr lang="en-US" sz="1800" b="0" i="1">
                          <a:latin typeface="Cambria Math"/>
                        </a:rPr>
                        <m:t>𝐷</m:t>
                      </m:r>
                    </m:oMath>
                  </m:oMathPara>
                </a14:m>
              </mc:Choice>
              <mc:Fallback/>
            </mc:AlternateContent>
            <a:endParaRPr lang="en-US" sz="1800" i="1"/>
          </a:p>
          <a:p>
            <a:pPr marL="360363" indent="-360363">
              <a:buNone/>
              <a:defRPr/>
            </a:pPr>
            <a:r>
              <a:rPr lang="en-US" sz="1800"/>
              <a:t>P3. </a:t>
            </a:r>
            <a:r>
              <a:rPr lang="ru-RU" sz="1800"/>
              <a:t>если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1800" b="0" i="1">
                          <a:latin typeface="Cambria Math"/>
                        </a:rPr>
                        <m:t>𝑚</m:t>
                      </m:r>
                      <m:r>
                        <m:rPr/>
                        <a:rPr lang="en-US" sz="1800" b="0" i="1">
                          <a:latin typeface="Cambria Math"/>
                        </a:rPr>
                        <m:t>∈</m:t>
                      </m:r>
                      <m:r>
                        <m:rPr/>
                        <a:rPr lang="en-US" sz="1800" b="0" i="1">
                          <a:latin typeface="Cambria Math"/>
                        </a:rPr>
                        <m:t>𝐷</m:t>
                      </m:r>
                    </m:oMath>
                  </m:oMathPara>
                </a14:m>
              </mc:Choice>
              <mc:Fallback/>
            </mc:AlternateContent>
            <a:r>
              <a:rPr lang="ru-RU" sz="1800"/>
              <a:t> и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1800" b="0" i="1">
                          <a:latin typeface="Cambria Math"/>
                        </a:rPr>
                        <m:t>𝑛</m:t>
                      </m:r>
                      <m:r>
                        <m:rPr/>
                        <a:rPr lang="en-US" sz="1800" b="0" i="1">
                          <a:latin typeface="Cambria Math"/>
                        </a:rPr>
                        <m:t>∈</m:t>
                      </m:r>
                      <m:r>
                        <m:rPr/>
                        <a:rPr lang="en-US" sz="1800" b="0" i="1">
                          <a:latin typeface="Cambria Math"/>
                        </a:rPr>
                        <m:t>𝐷</m:t>
                      </m:r>
                    </m:oMath>
                  </m:oMathPara>
                </a14:m>
              </mc:Choice>
              <mc:Fallback/>
            </mc:AlternateContent>
            <a:r>
              <a:rPr lang="ru-RU" sz="1800"/>
              <a:t>, то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18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US" sz="1800" b="0" i="1">
                              <a:latin typeface="Cambria Math"/>
                            </a:rPr>
                            <m:t>𝑚</m:t>
                          </m:r>
                        </m:e>
                        <m:sup>
                          <m:r>
                            <m:rPr/>
                            <a:rPr lang="en-US" sz="1800" b="0" i="1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m:rPr/>
                        <a:rPr lang="en-US" sz="1800" b="0" i="1">
                          <a:latin typeface="Cambria Math"/>
                        </a:rPr>
                        <m:t>=</m:t>
                      </m:r>
                      <m:r>
                        <m:rPr/>
                        <a:rPr lang="en-US" sz="1800" b="0" i="1">
                          <a:latin typeface="Cambria Math"/>
                        </a:rPr>
                        <m:t>𝑛</m:t>
                      </m:r>
                      <m:r>
                        <m:rPr/>
                        <a:rPr lang="en-US" sz="1800" b="0" i="1">
                          <a:latin typeface="Cambria Math"/>
                        </a:rPr>
                        <m:t>′</m:t>
                      </m:r>
                    </m:oMath>
                  </m:oMathPara>
                </a14:m>
              </mc:Choice>
              <mc:Fallback/>
            </mc:AlternateContent>
            <a:r>
              <a:rPr lang="en-US" sz="1800"/>
              <a:t> </a:t>
            </a:r>
            <a:r>
              <a:rPr lang="ru-RU" sz="1800"/>
              <a:t>т.т.т</a:t>
            </a:r>
            <a:r>
              <a:rPr lang="ru-RU" sz="1800"/>
              <a:t>.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1800" b="0" i="1">
                          <a:latin typeface="Cambria Math"/>
                        </a:rPr>
                        <m:t>𝑚</m:t>
                      </m:r>
                      <m:r>
                        <m:rPr/>
                        <a:rPr lang="en-US" sz="1800" b="0" i="1">
                          <a:latin typeface="Cambria Math"/>
                        </a:rPr>
                        <m:t>=</m:t>
                      </m:r>
                      <m:r>
                        <m:rPr/>
                        <a:rPr lang="en-US" sz="1800" b="0" i="1">
                          <a:latin typeface="Cambria Math"/>
                        </a:rPr>
                        <m:t>𝑛</m:t>
                      </m:r>
                    </m:oMath>
                  </m:oMathPara>
                </a14:m>
              </mc:Choice>
              <mc:Fallback/>
            </mc:AlternateContent>
            <a:endParaRPr lang="en-US" sz="1800"/>
          </a:p>
          <a:p>
            <a:pPr marL="0" indent="0">
              <a:buNone/>
              <a:defRPr/>
            </a:pPr>
            <a:r>
              <a:rPr lang="en-US" sz="1800"/>
              <a:t>P4. </a:t>
            </a:r>
            <a:r>
              <a:rPr lang="ru-RU" sz="1800"/>
              <a:t>если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1800" b="0" i="1">
                          <a:latin typeface="Cambria Math"/>
                        </a:rPr>
                        <m:t>𝑛</m:t>
                      </m:r>
                      <m:r>
                        <m:rPr/>
                        <a:rPr lang="en-US" sz="1800" b="0" i="1">
                          <a:latin typeface="Cambria Math"/>
                        </a:rPr>
                        <m:t>∈</m:t>
                      </m:r>
                      <m:r>
                        <m:rPr/>
                        <a:rPr lang="en-US" sz="1800" b="0" i="1">
                          <a:latin typeface="Cambria Math"/>
                        </a:rPr>
                        <m:t>𝐷</m:t>
                      </m:r>
                    </m:oMath>
                  </m:oMathPara>
                </a14:m>
              </mc:Choice>
              <mc:Fallback/>
            </mc:AlternateContent>
            <a:r>
              <a:rPr lang="ru-RU" sz="1800"/>
              <a:t>, то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18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US" sz="1800" b="0" i="1"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m:rPr/>
                            <a:rPr lang="en-US" sz="1800" b="0" i="1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m:rPr/>
                        <a:rPr lang="en-US" sz="1800" b="0" i="1">
                          <a:latin typeface="Cambria Math"/>
                        </a:rPr>
                        <m:t>≠0</m:t>
                      </m:r>
                    </m:oMath>
                  </m:oMathPara>
                </a14:m>
              </mc:Choice>
              <mc:Fallback/>
            </mc:AlternateContent>
            <a:endParaRPr lang="en-US" sz="1800"/>
          </a:p>
          <a:p>
            <a:pPr marL="360363" indent="-360363">
              <a:buNone/>
              <a:defRPr/>
            </a:pPr>
            <a:r>
              <a:rPr lang="en-US" sz="1800"/>
              <a:t>P5. </a:t>
            </a:r>
            <a:r>
              <a:rPr lang="ru-RU" sz="1800"/>
              <a:t>пусть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1800" b="0" i="1">
                          <a:latin typeface="Cambria Math"/>
                        </a:rPr>
                        <m:t>𝑃</m:t>
                      </m:r>
                      <m:r>
                        <m:rPr/>
                        <a:rPr lang="en-US" sz="1800" b="0" i="1">
                          <a:latin typeface="Cambria Math"/>
                        </a:rPr>
                        <m:t>⊆</m:t>
                      </m:r>
                      <m:r>
                        <m:rPr/>
                        <a:rPr lang="en-US" sz="1800" b="0" i="1">
                          <a:latin typeface="Cambria Math"/>
                        </a:rPr>
                        <m:t>𝐷</m:t>
                      </m:r>
                    </m:oMath>
                  </m:oMathPara>
                </a14:m>
              </mc:Choice>
              <mc:Fallback/>
            </mc:AlternateContent>
            <a:r>
              <a:rPr lang="ru-RU" sz="1800"/>
              <a:t> и </a:t>
            </a:r>
            <a:br>
              <a:rPr lang="en-US" sz="1800"/>
            </a:br>
            <a:r>
              <a:rPr lang="ru-RU" sz="1800"/>
              <a:t>(1)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1800" b="0" i="1">
                          <a:latin typeface="Cambria Math"/>
                        </a:rPr>
                        <m:t>0∈</m:t>
                      </m:r>
                      <m:r>
                        <m:rPr/>
                        <a:rPr lang="en-US" sz="1800" b="0" i="1">
                          <a:latin typeface="Cambria Math"/>
                        </a:rPr>
                        <m:t>𝑃</m:t>
                      </m:r>
                    </m:oMath>
                  </m:oMathPara>
                </a14:m>
              </mc:Choice>
              <mc:Fallback/>
            </mc:AlternateContent>
            <a:r>
              <a:rPr lang="en-US" sz="1800"/>
              <a:t>, (2)</a:t>
            </a:r>
            <a:r>
              <a:rPr lang="ru-RU" sz="1800"/>
              <a:t> если</a:t>
            </a:r>
            <a:r>
              <a:rPr lang="en-US" sz="18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1800" b="0" i="1">
                          <a:latin typeface="Cambria Math"/>
                        </a:rPr>
                        <m:t>𝑛</m:t>
                      </m:r>
                      <m:r>
                        <m:rPr/>
                        <a:rPr lang="en-US" sz="1800" b="0" i="1">
                          <a:latin typeface="Cambria Math"/>
                        </a:rPr>
                        <m:t>∈</m:t>
                      </m:r>
                      <m:r>
                        <m:rPr/>
                        <a:rPr lang="en-US" sz="1800" b="0" i="1">
                          <a:latin typeface="Cambria Math"/>
                        </a:rPr>
                        <m:t>𝑃</m:t>
                      </m:r>
                    </m:oMath>
                  </m:oMathPara>
                </a14:m>
              </mc:Choice>
              <mc:Fallback/>
            </mc:AlternateContent>
            <a:r>
              <a:rPr lang="ru-RU" sz="1800"/>
              <a:t>, то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18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US" sz="1800" b="0" i="1"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m:rPr/>
                            <a:rPr lang="en-US" sz="1800" b="0" i="1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m:rPr/>
                        <a:rPr lang="en-US" sz="1800" b="0" i="1">
                          <a:latin typeface="Cambria Math"/>
                        </a:rPr>
                        <m:t>∈</m:t>
                      </m:r>
                      <m:r>
                        <m:rPr/>
                        <a:rPr lang="en-US" sz="1800" b="0" i="1">
                          <a:latin typeface="Cambria Math"/>
                        </a:rPr>
                        <m:t>𝑃</m:t>
                      </m:r>
                    </m:oMath>
                  </m:oMathPara>
                </a14:m>
              </mc:Choice>
              <mc:Fallback/>
            </mc:AlternateContent>
            <a:br>
              <a:rPr lang="en-US" sz="1800" b="0"/>
            </a:br>
            <a:r>
              <a:rPr lang="ru-RU" sz="1800" b="0"/>
              <a:t>тогда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1800" b="0" i="1">
                          <a:latin typeface="Cambria Math"/>
                        </a:rPr>
                        <m:t>𝑃</m:t>
                      </m:r>
                      <m:r>
                        <m:rPr/>
                        <a:rPr lang="en-US" sz="1800" b="0" i="1">
                          <a:latin typeface="Cambria Math"/>
                        </a:rPr>
                        <m:t>=</m:t>
                      </m:r>
                      <m:r>
                        <m:rPr/>
                        <a:rPr lang="en-US" sz="1800" b="0" i="1">
                          <a:latin typeface="Cambria Math"/>
                        </a:rPr>
                        <m:t>𝐷</m:t>
                      </m:r>
                    </m:oMath>
                  </m:oMathPara>
                </a14:m>
              </mc:Choice>
              <mc:Fallback/>
            </mc:AlternateContent>
            <a:endParaRPr lang="ru-RU" sz="1800"/>
          </a:p>
        </p:txBody>
      </p:sp>
      <p:sp>
        <p:nvSpPr>
          <p:cNvPr id="11" name="Пузырек для мыслей: облако 2"/>
          <p:cNvSpPr/>
          <p:nvPr/>
        </p:nvSpPr>
        <p:spPr bwMode="auto">
          <a:xfrm>
            <a:off x="947676" y="6185784"/>
            <a:ext cx="2024124" cy="612648"/>
          </a:xfrm>
          <a:prstGeom prst="cloudCallout">
            <a:avLst>
              <a:gd name="adj1" fmla="val 59040"/>
              <a:gd name="adj2" fmla="val -9127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1100"/>
              <a:t>Индуктивный класс объектов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Системы объектов (пример)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 sz="1800"/>
              <a:t>P6. </a:t>
            </a:r>
            <a:r>
              <a:rPr lang="ru-RU" sz="1800"/>
              <a:t>если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1800" i="1">
                          <a:latin typeface="Cambria Math"/>
                        </a:rPr>
                        <m:t>𝑛</m:t>
                      </m:r>
                      <m:r>
                        <m:rPr/>
                        <a:rPr lang="en-US" sz="1800" i="1">
                          <a:latin typeface="Cambria Math"/>
                        </a:rPr>
                        <m:t>∈</m:t>
                      </m:r>
                      <m:r>
                        <m:rPr/>
                        <a:rPr lang="en-US" sz="1800" i="1">
                          <a:latin typeface="Cambria Math"/>
                        </a:rPr>
                        <m:t>𝐷</m:t>
                      </m:r>
                    </m:oMath>
                  </m:oMathPara>
                </a14:m>
              </mc:Choice>
              <mc:Fallback/>
            </mc:AlternateContent>
            <a:r>
              <a:rPr lang="ru-RU" sz="1800"/>
              <a:t>, то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18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US" sz="1800" i="1"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m:rPr/>
                            <a:rPr lang="en-US" sz="1800" i="1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m:rPr/>
                        <a:rPr lang="en-US" sz="1800" i="1">
                          <a:latin typeface="Cambria Math"/>
                        </a:rPr>
                        <m:t>≠</m:t>
                      </m:r>
                      <m:r>
                        <m:rPr/>
                        <a:rPr lang="en-US" sz="1800" i="1">
                          <a:latin typeface="Cambria Math"/>
                        </a:rPr>
                        <m:t>𝑛</m:t>
                      </m:r>
                    </m:oMath>
                  </m:oMathPara>
                </a14:m>
              </mc:Choice>
              <mc:Fallback/>
            </mc:AlternateContent>
            <a:r>
              <a:rPr lang="ru-RU" sz="1800"/>
              <a:t> и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sz="18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US" sz="1800" i="1"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m:rPr/>
                            <a:rPr lang="en-US" sz="1800" i="1">
                              <a:latin typeface="Cambria Math"/>
                            </a:rPr>
                            <m:t>′′</m:t>
                          </m:r>
                        </m:sup>
                      </m:sSup>
                      <m:r>
                        <m:rPr/>
                        <a:rPr lang="en-US" sz="1800" i="1">
                          <a:latin typeface="Cambria Math"/>
                        </a:rPr>
                        <m:t>=</m:t>
                      </m:r>
                      <m:r>
                        <m:rPr/>
                        <a:rPr lang="en-US" sz="1800" i="1">
                          <a:latin typeface="Cambria Math"/>
                        </a:rPr>
                        <m:t>𝑛</m:t>
                      </m:r>
                    </m:oMath>
                  </m:oMathPara>
                </a14:m>
              </mc:Choice>
              <mc:Fallback/>
            </mc:AlternateContent>
            <a:endParaRPr lang="ru-RU" sz="1800"/>
          </a:p>
          <a:p>
            <a:pPr marL="0" indent="0">
              <a:buNone/>
              <a:defRPr/>
            </a:pPr>
            <a:endParaRPr lang="ru-RU" sz="1800"/>
          </a:p>
          <a:p>
            <a:pPr marL="0" indent="0">
              <a:buNone/>
              <a:defRPr/>
            </a:pPr>
            <a:r>
              <a:rPr lang="ru-RU" sz="1800"/>
              <a:t>Примеры содержательных систем:</a:t>
            </a:r>
            <a:endParaRPr/>
          </a:p>
          <a:p>
            <a:pPr>
              <a:buFont typeface="Symbol"/>
              <a:buChar char="-"/>
              <a:defRPr/>
            </a:pPr>
            <a:r>
              <a:rPr lang="en-US" sz="1800"/>
              <a:t>P1-5: </a:t>
            </a:r>
            <a:r>
              <a:rPr lang="ru-RU" sz="1800"/>
              <a:t>натуральные числа</a:t>
            </a:r>
            <a:endParaRPr/>
          </a:p>
          <a:p>
            <a:pPr>
              <a:buFont typeface="Symbol"/>
              <a:buChar char="-"/>
              <a:defRPr/>
            </a:pPr>
            <a:r>
              <a:rPr lang="en-US" sz="1800"/>
              <a:t>P1-4: </a:t>
            </a:r>
            <a:r>
              <a:rPr lang="ru-RU" sz="1800"/>
              <a:t>натуральные числа, ординальные числа</a:t>
            </a:r>
            <a:endParaRPr/>
          </a:p>
          <a:p>
            <a:pPr>
              <a:buFont typeface="Symbol"/>
              <a:buChar char="-"/>
              <a:defRPr/>
            </a:pPr>
            <a:r>
              <a:rPr lang="en-US" sz="1800"/>
              <a:t>P1-3,5: </a:t>
            </a:r>
            <a:r>
              <a:rPr lang="ru-RU" sz="1800"/>
              <a:t>натуральные системы, системы вычетов по модулю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1800" i="1">
                          <a:latin typeface="Cambria Math"/>
                        </a:rPr>
                        <m:t>𝑚</m:t>
                      </m:r>
                      <m:r>
                        <m:rPr/>
                        <a:rPr lang="en-US" sz="1800" i="1">
                          <a:latin typeface="Cambria Math"/>
                        </a:rPr>
                        <m:t>∈</m:t>
                      </m:r>
                      <m:r>
                        <m:rPr/>
                        <a:rPr lang="en-US" sz="1800" i="1">
                          <a:latin typeface="Cambria Math"/>
                        </a:rPr>
                        <m:t>ℕ</m:t>
                      </m:r>
                    </m:oMath>
                  </m:oMathPara>
                </a14:m>
              </mc:Choice>
              <mc:Fallback/>
            </mc:AlternateContent>
            <a:endParaRPr lang="ru-RU" sz="1800"/>
          </a:p>
          <a:p>
            <a:pPr>
              <a:buFont typeface="Symbol"/>
              <a:buChar char="-"/>
              <a:defRPr/>
            </a:pPr>
            <a:r>
              <a:rPr lang="en-US" sz="1800"/>
              <a:t>P1-3,5-6: </a:t>
            </a:r>
            <a:r>
              <a:rPr lang="ru-RU" sz="1800"/>
              <a:t>система вычетов по модулю 2</a:t>
            </a:r>
            <a:endParaRPr/>
          </a:p>
          <a:p>
            <a:pPr>
              <a:buFont typeface="Symbol"/>
              <a:buChar char="-"/>
              <a:defRPr/>
            </a:pPr>
            <a:r>
              <a:rPr lang="en-US" sz="1800"/>
              <a:t>P1-6: </a:t>
            </a:r>
            <a:r>
              <a:rPr lang="ru-RU" sz="1800"/>
              <a:t>нет таких систем</a:t>
            </a:r>
            <a:endParaRPr/>
          </a:p>
          <a:p>
            <a:pPr marL="0" indent="0">
              <a:buNone/>
              <a:defRPr/>
            </a:pPr>
            <a:endParaRPr lang="ru-RU" sz="1800"/>
          </a:p>
          <a:p>
            <a:pPr marL="0" indent="0">
              <a:buNone/>
              <a:defRPr/>
            </a:pPr>
            <a:r>
              <a:rPr lang="ru-RU" sz="1800"/>
              <a:t>Множество аксиом:</a:t>
            </a:r>
            <a:endParaRPr/>
          </a:p>
          <a:p>
            <a:pPr>
              <a:buFont typeface="Symbol"/>
              <a:buChar char="-"/>
              <a:defRPr/>
            </a:pPr>
            <a:r>
              <a:rPr lang="ru-RU" sz="1800" u="sng"/>
              <a:t>Невыполнимое</a:t>
            </a:r>
            <a:r>
              <a:rPr lang="ru-RU" sz="1800"/>
              <a:t>: не удовлетворяет ни одна система объектов</a:t>
            </a:r>
            <a:endParaRPr/>
          </a:p>
          <a:p>
            <a:pPr>
              <a:buFont typeface="Symbol"/>
              <a:buChar char="-"/>
              <a:defRPr/>
            </a:pPr>
            <a:r>
              <a:rPr lang="ru-RU" sz="1800" u="sng"/>
              <a:t>Выполнимое</a:t>
            </a:r>
            <a:endParaRPr/>
          </a:p>
          <a:p>
            <a:pPr lvl="1">
              <a:buFont typeface="Symbol"/>
              <a:buChar char="-"/>
              <a:defRPr/>
            </a:pPr>
            <a:r>
              <a:rPr lang="ru-RU" sz="1800" u="sng"/>
              <a:t>Категорическое</a:t>
            </a:r>
            <a:r>
              <a:rPr lang="ru-RU" sz="1800"/>
              <a:t>: удовлетворяет ровно 1 система (или несколько изоморфных)</a:t>
            </a:r>
            <a:endParaRPr/>
          </a:p>
          <a:p>
            <a:pPr lvl="1">
              <a:buFont typeface="Symbol"/>
              <a:buChar char="-"/>
              <a:defRPr/>
            </a:pPr>
            <a:r>
              <a:rPr lang="ru-RU" sz="1800" u="sng"/>
              <a:t>Неполное</a:t>
            </a:r>
            <a:r>
              <a:rPr lang="ru-RU" sz="1800"/>
              <a:t>: удовлетворяет несколько неизоморфных систем объектов</a:t>
            </a:r>
            <a:endParaRPr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559572" y="359101"/>
            <a:ext cx="9173513" cy="461665"/>
          </a:xfrm>
        </p:spPr>
        <p:txBody>
          <a:bodyPr/>
          <a:lstStyle/>
          <a:p>
            <a:pPr>
              <a:defRPr/>
            </a:pPr>
            <a:r>
              <a:rPr lang="ru-RU" sz="2400"/>
              <a:t>Формальный логический язык первого порядка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 sz="2400"/>
              <a:t>1. Предметом исследования является (конечное или бесконечное) множество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i="1">
                          <a:latin typeface="Cambria Math"/>
                        </a:rPr>
                        <m:t>𝐷</m:t>
                      </m:r>
                    </m:oMath>
                  </m:oMathPara>
                </a14:m>
              </mc:Choice>
              <mc:Fallback/>
            </mc:AlternateContent>
            <a:r>
              <a:rPr lang="ru-RU" sz="2400"/>
              <a:t> объектов, которым присвоены имена: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i="1">
                          <a:latin typeface="Cambria Math"/>
                        </a:rPr>
                        <m:t>𝑎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, 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𝑏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,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𝑐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,…</m:t>
                      </m:r>
                    </m:oMath>
                  </m:oMathPara>
                </a14:m>
              </mc:Choice>
              <mc:Fallback/>
            </mc:AlternateContent>
            <a:endParaRPr lang="ru-RU" sz="2400"/>
          </a:p>
          <a:p>
            <a:pPr lvl="1">
              <a:buFont typeface="Symbol"/>
              <a:buChar char="-"/>
              <a:defRPr/>
            </a:pPr>
            <a:r>
              <a:rPr lang="ru-RU"/>
              <a:t>имена некоторых объектов могут быть составными (включать имена других объектов)</a:t>
            </a:r>
            <a:endParaRPr/>
          </a:p>
          <a:p>
            <a:pPr marL="0" indent="0">
              <a:buNone/>
              <a:defRPr/>
            </a:pPr>
            <a:r>
              <a:rPr lang="ru-RU" sz="2400"/>
              <a:t>2. Для обозначения объектов имеется (бесконечный, счетный) набор переменных: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i="1">
                          <a:latin typeface="Cambria Math"/>
                        </a:rPr>
                        <m:t>𝑥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,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𝑦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,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𝑧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…</m:t>
                      </m:r>
                    </m:oMath>
                  </m:oMathPara>
                </a14:m>
              </mc:Choice>
              <mc:Fallback/>
            </mc:AlternateContent>
            <a:endParaRPr lang="ru-RU" sz="2400"/>
          </a:p>
          <a:p>
            <a:pPr lvl="1">
              <a:buFont typeface="Symbol"/>
              <a:buChar char="-"/>
              <a:defRPr/>
            </a:pPr>
            <a:r>
              <a:rPr lang="ru-RU"/>
              <a:t>для каждой переменной фиксируется область возможных ее значений</a:t>
            </a:r>
            <a:endParaRPr/>
          </a:p>
          <a:p>
            <a:pPr lvl="1">
              <a:buFont typeface="Symbol"/>
              <a:buChar char="-"/>
              <a:defRPr/>
            </a:pPr>
            <a:r>
              <a:rPr lang="ru-RU"/>
              <a:t>составное имя, в котором отдельные составляющие имена заменены переменными, – </a:t>
            </a:r>
            <a:r>
              <a:rPr lang="ru-RU" u="sng"/>
              <a:t>формы</a:t>
            </a:r>
            <a:endParaRPr lang="ru-RU"/>
          </a:p>
          <a:p>
            <a:pPr lvl="1">
              <a:buFont typeface="Symbol"/>
              <a:buChar char="-"/>
              <a:defRPr/>
            </a:pPr>
            <a:r>
              <a:rPr lang="ru-RU"/>
              <a:t>форма, значение которой не зависит от различных подстановок переменных, – </a:t>
            </a:r>
            <a:r>
              <a:rPr lang="ru-RU" u="sng"/>
              <a:t>константная</a:t>
            </a:r>
            <a:endParaRPr lang="en-US" u="sng"/>
          </a:p>
          <a:p>
            <a:pPr marL="0" indent="0"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559572" y="359101"/>
            <a:ext cx="9173513" cy="461665"/>
          </a:xfrm>
        </p:spPr>
        <p:txBody>
          <a:bodyPr/>
          <a:lstStyle/>
          <a:p>
            <a:pPr>
              <a:defRPr/>
            </a:pPr>
            <a:r>
              <a:rPr lang="ru-RU" sz="2400"/>
              <a:t>Формальный логический язык первого порядка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 sz="2000"/>
              <a:t>3. На множестве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i="1">
                          <a:latin typeface="Cambria Math"/>
                        </a:rPr>
                        <m:t>𝐷</m:t>
                      </m:r>
                    </m:oMath>
                  </m:oMathPara>
                </a14:m>
              </mc:Choice>
              <mc:Fallback/>
            </mc:AlternateContent>
            <a:r>
              <a:rPr lang="ru-RU" sz="2000"/>
              <a:t> исследуемых объектов рассматривается (конечное или бесконечное) множество различных функций арности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i="1">
                          <a:latin typeface="Cambria Math"/>
                        </a:rPr>
                        <m:t>𝑛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≥1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i="1">
                          <a:latin typeface="Cambria Math"/>
                        </a:rPr>
                        <m:t>𝑓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,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𝑔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,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h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,…</m:t>
                      </m:r>
                    </m:oMath>
                  </m:oMathPara>
                </a14:m>
              </mc:Choice>
              <mc:Fallback/>
            </mc:AlternateContent>
            <a:endParaRPr lang="ru-RU" sz="2000"/>
          </a:p>
          <a:p>
            <a:pPr marL="0" indent="0">
              <a:buNone/>
              <a:defRPr/>
            </a:pPr>
            <a:r>
              <a:rPr lang="ru-RU" sz="2000"/>
              <a:t>4. Вводятся два значения истинности: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i="1">
                          <a:latin typeface="Cambria Math"/>
                        </a:rPr>
                        <m:t>𝕥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 </m:t>
                      </m:r>
                    </m:oMath>
                  </m:oMathPara>
                </a14:m>
              </mc:Choice>
              <mc:Fallback/>
            </mc:AlternateContent>
            <a:r>
              <a:rPr lang="ru-RU" sz="2000"/>
              <a:t> («истина») и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i="1">
                          <a:latin typeface="Cambria Math"/>
                        </a:rPr>
                        <m:t>𝕗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 (</a:t>
            </a:r>
            <a:r>
              <a:rPr lang="ru-RU" sz="2000"/>
              <a:t>«ложь»). </a:t>
            </a:r>
            <a:endParaRPr/>
          </a:p>
          <a:p>
            <a:pPr marL="800100" lvl="1" indent="-342900">
              <a:buFont typeface="+mj-lt"/>
              <a:buAutoNum type="alphaLcPeriod"/>
              <a:defRPr/>
            </a:pPr>
            <a:r>
              <a:rPr lang="ru-RU" sz="2000"/>
              <a:t>Рассматривается множество (повествовательных) предложений (</a:t>
            </a:r>
            <a:r>
              <a:rPr lang="ru-RU" sz="2000" i="1" u="sng"/>
              <a:t>высказываний</a:t>
            </a:r>
            <a:r>
              <a:rPr lang="ru-RU" sz="2000"/>
              <a:t>):</a:t>
            </a:r>
            <a:endParaRPr lang="en-US" sz="2000"/>
          </a:p>
          <a:p>
            <a:pPr lvl="2">
              <a:buFont typeface="Symbol"/>
              <a:buChar char="-"/>
              <a:defRPr/>
            </a:pPr>
            <a:r>
              <a:rPr lang="ru-RU"/>
              <a:t>в них фигурируют имена объектов</a:t>
            </a:r>
            <a:endParaRPr/>
          </a:p>
          <a:p>
            <a:pPr lvl="2">
              <a:buFont typeface="Symbol"/>
              <a:buChar char="-"/>
              <a:defRPr/>
            </a:pPr>
            <a:r>
              <a:rPr lang="ru-RU"/>
              <a:t>каждому предложению однозначно сопоставлено значение истинности: либо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i="1">
                          <a:latin typeface="Cambria Math"/>
                        </a:rPr>
                        <m:t>𝕥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,</a:t>
            </a:r>
            <a:r>
              <a:rPr lang="ru-RU"/>
              <a:t> либо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i="1">
                          <a:latin typeface="Cambria Math"/>
                        </a:rPr>
                        <m:t>𝕗</m:t>
                      </m:r>
                    </m:oMath>
                  </m:oMathPara>
                </a14:m>
              </mc:Choice>
              <mc:Fallback/>
            </mc:AlternateContent>
            <a:endParaRPr lang="ru-RU"/>
          </a:p>
          <a:p>
            <a:pPr marL="800100" lvl="1" indent="-342900">
              <a:buFont typeface="+mj-lt"/>
              <a:buAutoNum type="alphaLcPeriod"/>
              <a:defRPr/>
            </a:pPr>
            <a:r>
              <a:rPr lang="ru-RU" sz="2000"/>
              <a:t>Рассматривается множество </a:t>
            </a:r>
            <a:r>
              <a:rPr lang="ru-RU" sz="2000" i="1"/>
              <a:t>пропозициональных форм</a:t>
            </a:r>
            <a:r>
              <a:rPr lang="ru-RU" sz="2000"/>
              <a:t> (</a:t>
            </a:r>
            <a:r>
              <a:rPr lang="ru-RU" sz="2000"/>
              <a:t>пр.ф</a:t>
            </a:r>
            <a:r>
              <a:rPr lang="ru-RU" sz="2000"/>
              <a:t>.):</a:t>
            </a:r>
            <a:endParaRPr/>
          </a:p>
          <a:p>
            <a:pPr marL="1200150" lvl="2" indent="-342900">
              <a:buFont typeface="Symbol"/>
              <a:buChar char="-"/>
              <a:defRPr/>
            </a:pPr>
            <a:r>
              <a:rPr lang="ru-RU"/>
              <a:t>повествовательные предложения</a:t>
            </a:r>
            <a:endParaRPr/>
          </a:p>
          <a:p>
            <a:pPr marL="1200150" lvl="2" indent="-342900">
              <a:buFont typeface="Symbol"/>
              <a:buChar char="-"/>
              <a:defRPr/>
            </a:pPr>
            <a:r>
              <a:rPr lang="ru-RU"/>
              <a:t>некоторые или все имена объектов заменены переменными</a:t>
            </a:r>
            <a:endParaRPr/>
          </a:p>
          <a:p>
            <a:pPr marL="1200150" lvl="2" indent="-342900">
              <a:buFont typeface="Symbol"/>
              <a:buChar char="-"/>
              <a:defRPr/>
            </a:pPr>
            <a:r>
              <a:rPr lang="ru-RU"/>
              <a:t>пр. ф., содержащие ровно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i="1">
                          <a:latin typeface="Cambria Math"/>
                        </a:rPr>
                        <m:t>𝑛</m:t>
                      </m:r>
                    </m:oMath>
                  </m:oMathPara>
                </a14:m>
              </mc:Choice>
              <mc:Fallback/>
            </mc:AlternateContent>
            <a:r>
              <a:rPr lang="ru-RU"/>
              <a:t> различных переменных называются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i="1">
                          <a:latin typeface="Cambria Math"/>
                        </a:rPr>
                        <m:t>𝑛</m:t>
                      </m:r>
                    </m:oMath>
                  </m:oMathPara>
                </a14:m>
              </mc:Choice>
              <mc:Fallback/>
            </mc:AlternateContent>
            <a:r>
              <a:rPr lang="ru-RU"/>
              <a:t>-</a:t>
            </a:r>
            <a:r>
              <a:rPr lang="ru-RU"/>
              <a:t>арными</a:t>
            </a:r>
            <a:r>
              <a:rPr lang="ru-RU"/>
              <a:t>, переменные – </a:t>
            </a:r>
            <a:r>
              <a:rPr lang="ru-RU" u="sng"/>
              <a:t>свободными</a:t>
            </a:r>
            <a:endParaRPr lang="ru-RU"/>
          </a:p>
          <a:p>
            <a:pPr marL="800100" lvl="1" indent="-342900">
              <a:buFont typeface="+mj-lt"/>
              <a:buAutoNum type="alphaLcPeriod"/>
              <a:defRPr/>
            </a:pPr>
            <a:r>
              <a:rPr lang="ru-RU" sz="2000"/>
              <a:t> с пр. ф. обычно связана </a:t>
            </a:r>
            <a:r>
              <a:rPr lang="ru-RU" sz="2000" i="1"/>
              <a:t>пропозициональная функция</a:t>
            </a:r>
            <a:r>
              <a:rPr lang="ru-RU" sz="2000"/>
              <a:t> (</a:t>
            </a:r>
            <a:r>
              <a:rPr lang="ru-RU" sz="2000" i="1"/>
              <a:t>предикат</a:t>
            </a:r>
            <a:r>
              <a:rPr lang="ru-RU" sz="2000"/>
              <a:t>) с областью значения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i="1">
                          <a:latin typeface="Cambria Math"/>
                        </a:rPr>
                        <m:t>𝔹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i="1">
                              <a:latin typeface="Cambria Math"/>
                            </a:rPr>
                            <m:t>𝕥</m:t>
                          </m:r>
                          <m:r>
                            <m:rPr/>
                            <a:rPr lang="en-US" sz="2000" i="1">
                              <a:latin typeface="Cambria Math"/>
                            </a:rPr>
                            <m:t>,</m:t>
                          </m:r>
                          <m:r>
                            <m:rPr/>
                            <a:rPr lang="en-US" sz="2000" i="1">
                              <a:latin typeface="Cambria Math"/>
                            </a:rPr>
                            <m:t>𝕗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ru-RU" sz="2000"/>
              <a:t>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i="1">
                          <a:latin typeface="Cambria Math"/>
                        </a:rPr>
                        <m:t>𝑃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,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𝑄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,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𝑅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,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𝑆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,…</m:t>
                      </m:r>
                    </m:oMath>
                  </m:oMathPara>
                </a14:m>
              </mc:Choice>
              <mc:Fallback/>
            </mc:AlternateContent>
            <a:endParaRPr lang="ru-RU" sz="2000"/>
          </a:p>
          <a:p>
            <a:pPr marL="0" indent="0"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Примеры конструкций</a:t>
            </a:r>
            <a:endParaRPr/>
          </a:p>
        </p:txBody>
      </p:sp>
      <p:sp>
        <p:nvSpPr>
          <p:cNvPr id="4" name="Объект 2"/>
          <p:cNvSpPr txBox="1"/>
          <p:nvPr/>
        </p:nvSpPr>
        <p:spPr bwMode="auto">
          <a:xfrm>
            <a:off x="409177" y="1607074"/>
            <a:ext cx="6656655" cy="3780494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183600" algn="l" defTabSz="9144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/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/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/>
              <a:buChar char="•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/>
              <a:buChar char="◦"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400"/>
              <a:t>Простые имена: 1, 2, 3,…</a:t>
            </a:r>
            <a:endParaRPr/>
          </a:p>
          <a:p>
            <a:pPr>
              <a:defRPr/>
            </a:pPr>
            <a:r>
              <a:rPr lang="ru-RU" sz="2400"/>
              <a:t>Составные имена: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type m:val="skw"/>
                          <m:ctrlPr>
                            <a:rPr lang="ru-RU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m:rPr/>
                            <a:rPr lang="en-US" sz="2400" i="1">
                              <a:latin typeface="Cambria Math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en-US" sz="2400"/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type m:val="skw"/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sz="2400" i="1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m:rPr/>
                            <a:rPr lang="en-US" sz="2400" i="1">
                              <a:latin typeface="Cambria Math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en-US" sz="2400"/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sz="2400" i="1">
                              <a:latin typeface="Cambria Math"/>
                            </a:rPr>
                            <m:t>3+4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/>
                            <a:rPr lang="en-US" sz="2400" i="1">
                              <a:latin typeface="Cambria Math"/>
                            </a:rPr>
                            <m:t>+3⋅2+2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lang="en-US" sz="2400"/>
          </a:p>
          <a:p>
            <a:pPr>
              <a:defRPr/>
            </a:pPr>
            <a:r>
              <a:rPr lang="ru-RU" sz="2400"/>
              <a:t>Формы: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type m:val="skw"/>
                          <m:ctrlPr>
                            <a:rPr lang="ru-RU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m:rPr/>
                            <a:rPr lang="en-US" sz="2400" i="1">
                              <a:latin typeface="Cambria Math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ru-RU" sz="2400"/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sz="2400" i="1">
                              <a:latin typeface="Cambria Math"/>
                            </a:rPr>
                            <m:t>𝑦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+4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/>
                            <a:rPr lang="en-US" sz="2400" i="1">
                              <a:latin typeface="Cambria Math"/>
                            </a:rPr>
                            <m:t>+3⋅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𝑥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+2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lang="ru-RU" sz="2400"/>
          </a:p>
          <a:p>
            <a:pPr>
              <a:defRPr/>
            </a:pPr>
            <a:r>
              <a:rPr lang="ru-RU" sz="2400"/>
              <a:t>Функции:</a:t>
            </a:r>
            <a:endParaRPr/>
          </a:p>
          <a:p>
            <a:pPr lvl="1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4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m:rPr/>
                        <a:rPr lang="en-US" sz="2400" i="1">
                          <a:latin typeface="Cambria Math"/>
                        </a:rPr>
                        <m:t>=</m:t>
                      </m:r>
                    </m:oMath>
                  </m:oMathPara>
                </a14:m>
              </mc:Choice>
              <mc:Fallback/>
            </mc:AlternateContent>
            <a:r>
              <a:rPr lang="ru-RU" sz="24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type m:val="skw"/>
                          <m:ctrlPr>
                            <a:rPr lang="ru-RU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sz="2400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m:rPr/>
                            <a:rPr lang="en-US" sz="2400" i="1">
                              <a:latin typeface="Cambria Math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lang="en-US" sz="2400" i="1">
              <a:latin typeface="Cambria Math"/>
            </a:endParaRPr>
          </a:p>
          <a:p>
            <a:pPr lvl="1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400" i="1">
                              <a:latin typeface="Cambria Math"/>
                            </a:rPr>
                            <m:t>𝑥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,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m:rPr/>
                        <a:rPr lang="en-US" sz="24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sz="2400" i="1">
                              <a:latin typeface="Cambria Math"/>
                            </a:rPr>
                            <m:t>𝑦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+4</m:t>
                          </m:r>
                        </m:num>
                        <m:den>
                          <m:sSup>
                            <m:sSup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pPr>
                            <m:e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m:rPr/>
                            <a:rPr lang="en-US" sz="2400" i="1">
                              <a:latin typeface="Cambria Math"/>
                            </a:rPr>
                            <m:t>+3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𝑥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+2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lang="ru-RU" sz="2400" i="1">
              <a:latin typeface="Cambria Math"/>
            </a:endParaRPr>
          </a:p>
          <a:p>
            <a:pPr lvl="1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i="1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400" i="1">
                              <a:latin typeface="Cambria Math"/>
                            </a:rPr>
                            <m:t>𝑥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,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𝑦</m:t>
                          </m:r>
                        </m:e>
                      </m:d>
                      <m:r>
                        <m:rPr/>
                        <a:rPr lang="en-US" sz="2400" i="1">
                          <a:latin typeface="Cambria Math"/>
                        </a:rPr>
                        <m:t>=</m:t>
                      </m:r>
                      <m:r>
                        <m:rPr/>
                        <a:rPr lang="ru-RU" sz="2400" b="0" i="1">
                          <a:latin typeface="Cambria Math"/>
                        </a:rPr>
                        <m:t>«</m:t>
                      </m:r>
                      <m:r>
                        <m:rPr/>
                        <a:rPr lang="ru-RU" sz="2400" i="1">
                          <a:latin typeface="Cambria Math"/>
                        </a:rPr>
                        <m:t>наименьшее общее кратное 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𝑥</m:t>
                      </m:r>
                      <m:r>
                        <m:rPr/>
                        <a:rPr lang="ru-RU" sz="2400" i="1">
                          <a:latin typeface="Cambria Math"/>
                        </a:rPr>
                        <m:t> и 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𝑦</m:t>
                      </m:r>
                      <m:r>
                        <m:rPr/>
                        <a:rPr lang="ru-RU" sz="2400" b="0" i="1">
                          <a:latin typeface="Cambria Math"/>
                        </a:rPr>
                        <m:t>»</m:t>
                      </m:r>
                    </m:oMath>
                  </m:oMathPara>
                </a14:m>
              </mc:Choice>
              <mc:Fallback/>
            </mc:AlternateContent>
            <a:endParaRPr lang="ru-RU" sz="2400"/>
          </a:p>
          <a:p>
            <a:pPr>
              <a:defRPr/>
            </a:pPr>
            <a:endParaRPr lang="ru-RU" sz="2400"/>
          </a:p>
        </p:txBody>
      </p:sp>
      <p:sp>
        <p:nvSpPr>
          <p:cNvPr id="5" name="Объект 2"/>
          <p:cNvSpPr txBox="1"/>
          <p:nvPr/>
        </p:nvSpPr>
        <p:spPr bwMode="auto">
          <a:xfrm>
            <a:off x="6979093" y="1627700"/>
            <a:ext cx="5169793" cy="22048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 sz="2400"/>
              <a:t>Высказывания:</a:t>
            </a:r>
            <a:endParaRPr/>
          </a:p>
          <a:p>
            <a:pPr lvl="1">
              <a:defRPr/>
            </a:pPr>
            <a:r>
              <a:rPr lang="ru-RU" sz="2400"/>
              <a:t>«2 – четное число» 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b="0" i="1">
                          <a:latin typeface="Cambria Math"/>
                        </a:rPr>
                        <m:t>→</m:t>
                      </m:r>
                      <m:r>
                        <m:rPr/>
                        <a:rPr lang="en-US" sz="2400" b="0" i="1">
                          <a:latin typeface="Cambria Math"/>
                        </a:rPr>
                        <m:t>𝕥</m:t>
                      </m:r>
                    </m:oMath>
                  </m:oMathPara>
                </a14:m>
              </mc:Choice>
              <mc:Fallback/>
            </mc:AlternateContent>
            <a:r>
              <a:rPr lang="ru-RU" sz="2400"/>
              <a:t>)</a:t>
            </a:r>
            <a:endParaRPr/>
          </a:p>
          <a:p>
            <a:pPr lvl="1">
              <a:defRPr/>
            </a:pPr>
            <a:r>
              <a:rPr lang="ru-RU" sz="2400"/>
              <a:t>«3 – четное число»</a:t>
            </a:r>
            <a:r>
              <a:rPr lang="en-US" sz="2400"/>
              <a:t> 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b="0" i="1">
                          <a:latin typeface="Cambria Math"/>
                        </a:rPr>
                        <m:t>→</m:t>
                      </m:r>
                      <m:r>
                        <m:rPr/>
                        <a:rPr lang="en-US" sz="2400" b="0" i="1">
                          <a:latin typeface="Cambria Math"/>
                        </a:rPr>
                        <m:t>𝕗</m:t>
                      </m:r>
                    </m:oMath>
                  </m:oMathPara>
                </a14:m>
              </mc:Choice>
              <mc:Fallback/>
            </mc:AlternateContent>
            <a:r>
              <a:rPr lang="en-US" sz="2400"/>
              <a:t>)</a:t>
            </a:r>
            <a:endParaRPr lang="ru-RU" sz="2400"/>
          </a:p>
          <a:p>
            <a:pPr>
              <a:defRPr/>
            </a:pPr>
            <a:r>
              <a:rPr lang="ru-RU" sz="2400"/>
              <a:t>Высказывательные</a:t>
            </a:r>
            <a:r>
              <a:rPr lang="ru-RU" sz="2400"/>
              <a:t> формы:</a:t>
            </a:r>
            <a:endParaRPr/>
          </a:p>
          <a:p>
            <a:pPr lvl="1">
              <a:defRPr/>
            </a:pPr>
            <a:r>
              <a:rPr lang="ru-RU" sz="2400"/>
              <a:t>«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b="0" i="1">
                          <a:latin typeface="Cambria Math"/>
                        </a:rPr>
                        <m:t>𝑥</m:t>
                      </m:r>
                    </m:oMath>
                  </m:oMathPara>
                </a14:m>
              </mc:Choice>
              <mc:Fallback/>
            </mc:AlternateContent>
            <a:r>
              <a:rPr lang="ru-RU" sz="2400"/>
              <a:t> – четное число»</a:t>
            </a:r>
            <a:endParaRPr/>
          </a:p>
          <a:p>
            <a:pPr>
              <a:defRPr/>
            </a:pPr>
            <a:r>
              <a:rPr lang="ru-RU" sz="2400"/>
              <a:t>Использование операторов:</a:t>
            </a:r>
            <a:endParaRPr/>
          </a:p>
          <a:p>
            <a:pPr lvl="1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ru-RU" sz="2400" b="0" i="1">
                          <a:latin typeface="Cambria Math"/>
                        </a:rPr>
                        <m:t>∀</m:t>
                      </m:r>
                      <m:r>
                        <m:rPr/>
                        <a:rPr lang="en-US" sz="2400" b="0" i="1">
                          <a:latin typeface="Cambria Math"/>
                        </a:rPr>
                        <m:t>𝑥</m:t>
                      </m:r>
                      <m:r>
                        <m:rPr/>
                        <a:rPr lang="en-US" sz="2400" b="0" i="1">
                          <a:latin typeface="Cambria Math"/>
                        </a:rPr>
                        <m:t>("</m:t>
                      </m:r>
                      <m:r>
                        <m:rPr/>
                        <a:rPr lang="en-US" sz="2400" b="0" i="1">
                          <a:latin typeface="Cambria Math"/>
                        </a:rPr>
                        <m:t>𝑥</m:t>
                      </m:r>
                      <m:r>
                        <m:rPr/>
                        <a:rPr lang="ru-RU" sz="2400" b="0" i="1">
                          <a:latin typeface="Cambria Math"/>
                        </a:rPr>
                        <m:t> − четное число"</m:t>
                      </m:r>
                      <m:r>
                        <m:rPr/>
                        <a:rPr lang="en-US" sz="2400" b="0" i="1">
                          <a:latin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ru-RU" sz="2400"/>
          </a:p>
          <a:p>
            <a:pPr lvl="1"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b="0" i="1">
                          <a:latin typeface="Cambria Math"/>
                        </a:rPr>
                        <m:t>𝑃</m:t>
                      </m:r>
                      <m:d>
                        <m:dPr>
                          <m:ctrlPr>
                            <a:rPr lang="en-US" sz="2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400" b="0" i="1">
                              <a:latin typeface="Cambria Math"/>
                            </a:rPr>
                            <m:t>𝑥</m:t>
                          </m:r>
                          <m:r>
                            <m:rPr/>
                            <a:rPr lang="en-US" sz="2400" b="0" i="1">
                              <a:latin typeface="Cambria Math"/>
                            </a:rPr>
                            <m:t>,</m:t>
                          </m:r>
                          <m:r>
                            <m:rPr/>
                            <a:rPr lang="en-US" sz="2400" b="0" i="1">
                              <a:latin typeface="Cambria Math"/>
                            </a:rPr>
                            <m:t>𝑦</m:t>
                          </m:r>
                        </m:e>
                      </m:d>
                      <m:sSub>
                        <m:sSubPr>
                          <m:ctrlPr>
                            <a:rPr lang="en-US" sz="24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sz="2400" b="0" i="1">
                              <a:latin typeface="Cambria Math"/>
                            </a:rPr>
                            <m:t>⊃</m:t>
                          </m:r>
                        </m:e>
                        <m:sub>
                          <m:r>
                            <m:rPr/>
                            <a:rPr lang="en-US" sz="2400" b="0" i="1">
                              <a:latin typeface="Cambria Math"/>
                            </a:rPr>
                            <m:t>𝑥𝑦</m:t>
                          </m:r>
                        </m:sub>
                      </m:sSub>
                      <m:r>
                        <m:rPr/>
                        <a:rPr lang="en-US" sz="2400" b="0" i="1">
                          <a:latin typeface="Cambria Math"/>
                        </a:rPr>
                        <m:t>𝑄</m:t>
                      </m:r>
                      <m:r>
                        <m:rPr/>
                        <a:rPr lang="en-US" sz="2400" b="0" i="1">
                          <a:latin typeface="Cambria Math"/>
                        </a:rPr>
                        <m:t>(</m:t>
                      </m:r>
                      <m:r>
                        <m:rPr/>
                        <a:rPr lang="en-US" sz="2400" b="0" i="1">
                          <a:latin typeface="Cambria Math"/>
                        </a:rPr>
                        <m:t>𝑥</m:t>
                      </m:r>
                      <m:r>
                        <m:rPr/>
                        <a:rPr lang="en-US" sz="2400" b="0" i="1">
                          <a:latin typeface="Cambria Math"/>
                        </a:rPr>
                        <m:t>,</m:t>
                      </m:r>
                      <m:r>
                        <m:rPr/>
                        <a:rPr lang="en-US" sz="2400" b="0" i="1">
                          <a:latin typeface="Cambria Math"/>
                        </a:rPr>
                        <m:t>𝑦</m:t>
                      </m:r>
                      <m:r>
                        <m:rPr/>
                        <a:rPr lang="en-US" sz="2400" b="0" i="1">
                          <a:latin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ru-RU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Понятие формулы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/>
              <a:t>1. 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i="1">
                          <a:latin typeface="Cambria Math"/>
                        </a:rPr>
                        <m:t>𝑓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- </a:t>
            </a:r>
            <a:r>
              <a:rPr lang="ru-RU"/>
              <a:t>формула</a:t>
            </a:r>
            <a:endParaRPr/>
          </a:p>
          <a:p>
            <a:pPr marL="0" indent="0">
              <a:buNone/>
              <a:defRPr/>
            </a:pPr>
            <a:r>
              <a:rPr lang="ru-RU"/>
              <a:t>2. если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i="1">
                          <a:latin typeface="Cambria Math"/>
                        </a:rPr>
                        <m:t>𝑥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 – </a:t>
            </a:r>
            <a:r>
              <a:rPr lang="ru-RU"/>
              <a:t>переменная, то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i="1">
                          <a:latin typeface="Cambria Math"/>
                        </a:rPr>
                        <m:t>𝑥</m:t>
                      </m:r>
                    </m:oMath>
                  </m:oMathPara>
                </a14:m>
              </mc:Choice>
              <mc:Fallback/>
            </mc:AlternateContent>
            <a:r>
              <a:rPr lang="ru-RU"/>
              <a:t> – формула</a:t>
            </a:r>
            <a:endParaRPr/>
          </a:p>
          <a:p>
            <a:pPr marL="0" indent="0">
              <a:buNone/>
              <a:defRPr/>
            </a:pPr>
            <a:r>
              <a:rPr lang="ru-RU"/>
              <a:t>3. если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>
                          <a:latin typeface="Cambria Math"/>
                        </a:rPr>
                        <m:t>Γ</m:t>
                      </m:r>
                    </m:oMath>
                  </m:oMathPara>
                </a14:m>
              </mc:Choice>
              <mc:Fallback/>
            </mc:AlternateContent>
            <a:r>
              <a:rPr lang="ru-RU"/>
              <a:t> и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>
                          <a:latin typeface="Cambria Math"/>
                        </a:rPr>
                        <m:t>Δ</m:t>
                      </m:r>
                    </m:oMath>
                  </m:oMathPara>
                </a14:m>
              </mc:Choice>
              <mc:Fallback/>
            </mc:AlternateContent>
            <a:r>
              <a:rPr lang="ru-RU"/>
              <a:t> – формулы, то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Γ</m:t>
                          </m:r>
                          <m:r>
                            <m:rPr/>
                            <a:rPr lang="en-US" i="1">
                              <a:latin typeface="Cambria Math"/>
                            </a:rPr>
                            <m:t>⊃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Δ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ru-RU"/>
              <a:t> – формула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r>
              <a:rPr lang="ru-RU"/>
              <a:t>В формуле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>
                          <a:latin typeface="Cambria Math"/>
                        </a:rPr>
                        <m:t>Γ</m:t>
                      </m:r>
                      <m:r>
                        <m:rPr/>
                        <a:rPr lang="en-US" i="1">
                          <a:latin typeface="Cambria Math"/>
                        </a:rPr>
                        <m:t>⊃</m:t>
                      </m:r>
                      <m:r>
                        <m:rPr>
                          <m:sty m:val="p"/>
                        </m:rPr>
                        <a:rPr lang="en-US">
                          <a:latin typeface="Cambria Math"/>
                        </a:rPr>
                        <m:t>Δ</m:t>
                      </m:r>
                    </m:oMath>
                  </m:oMathPara>
                </a14:m>
              </mc:Choice>
              <mc:Fallback/>
            </mc:AlternateContent>
            <a:r>
              <a:rPr lang="ru-RU"/>
              <a:t>:</a:t>
            </a:r>
            <a:endParaRPr/>
          </a:p>
          <a:p>
            <a:pPr>
              <a:buFont typeface="Calibri"/>
              <a:buChar char="–"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>
                          <a:latin typeface="Cambria Math"/>
                        </a:rPr>
                        <m:t>Γ</m:t>
                      </m:r>
                    </m:oMath>
                  </m:oMathPara>
                </a14:m>
              </mc:Choice>
              <mc:Fallback/>
            </mc:AlternateContent>
            <a:r>
              <a:rPr lang="ru-RU"/>
              <a:t> называется </a:t>
            </a:r>
            <a:r>
              <a:rPr lang="ru-RU" u="sng"/>
              <a:t>антецедентом</a:t>
            </a:r>
            <a:r>
              <a:rPr lang="ru-RU"/>
              <a:t>, или </a:t>
            </a:r>
            <a:r>
              <a:rPr lang="ru-RU" u="sng"/>
              <a:t>посылкой</a:t>
            </a:r>
            <a:endParaRPr/>
          </a:p>
          <a:p>
            <a:pPr>
              <a:buFont typeface="Calibri"/>
              <a:buChar char="–"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>
                          <a:latin typeface="Cambria Math"/>
                        </a:rPr>
                        <m:t>Δ</m:t>
                      </m:r>
                    </m:oMath>
                  </m:oMathPara>
                </a14:m>
              </mc:Choice>
              <mc:Fallback/>
            </mc:AlternateContent>
            <a:r>
              <a:rPr lang="ru-RU"/>
              <a:t> называется </a:t>
            </a:r>
            <a:r>
              <a:rPr lang="ru-RU" u="sng"/>
              <a:t>консеквентом</a:t>
            </a:r>
            <a:r>
              <a:rPr lang="ru-RU"/>
              <a:t>, или </a:t>
            </a:r>
            <a:r>
              <a:rPr lang="ru-RU" u="sng"/>
              <a:t>заключением</a:t>
            </a:r>
            <a:endParaRPr/>
          </a:p>
          <a:p>
            <a:pPr>
              <a:buFont typeface="Calibri"/>
              <a:buChar char="–"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ru-RU" i="1">
                          <a:latin typeface="Cambria Math"/>
                        </a:rPr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ru-RU"/>
              <a:t> называется </a:t>
            </a:r>
            <a:r>
              <a:rPr lang="ru-RU" u="sng"/>
              <a:t>главным символом импликации</a:t>
            </a:r>
            <a:endParaRPr/>
          </a:p>
          <a:p>
            <a:pPr marL="0" indent="0"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Выражения, формулы и аксиомы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/>
              <a:t>Выражения – все возможные произвольные последовательности символов из данного алфавита.</a:t>
            </a:r>
            <a:endParaRPr/>
          </a:p>
          <a:p>
            <a:pPr marL="0" indent="0">
              <a:buNone/>
              <a:defRPr/>
            </a:pPr>
            <a:endParaRPr lang="ru-RU"/>
          </a:p>
        </p:txBody>
      </p:sp>
      <p:sp>
        <p:nvSpPr>
          <p:cNvPr id="4" name="Овал 3"/>
          <p:cNvSpPr/>
          <p:nvPr/>
        </p:nvSpPr>
        <p:spPr bwMode="auto">
          <a:xfrm>
            <a:off x="2697411" y="2904309"/>
            <a:ext cx="5955957" cy="327865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" name="Овал 4"/>
          <p:cNvSpPr/>
          <p:nvPr/>
        </p:nvSpPr>
        <p:spPr bwMode="auto">
          <a:xfrm>
            <a:off x="3436407" y="3432848"/>
            <a:ext cx="4476253" cy="2207823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" name="Овал 5"/>
          <p:cNvSpPr/>
          <p:nvPr/>
        </p:nvSpPr>
        <p:spPr bwMode="auto">
          <a:xfrm>
            <a:off x="4418262" y="3896967"/>
            <a:ext cx="2512541" cy="129334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" name="TextBox 6"/>
          <p:cNvSpPr txBox="1"/>
          <p:nvPr/>
        </p:nvSpPr>
        <p:spPr bwMode="auto">
          <a:xfrm>
            <a:off x="4720991" y="4338570"/>
            <a:ext cx="15822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sz="2400">
                <a:solidFill>
                  <a:schemeClr val="bg1"/>
                </a:solidFill>
              </a:rPr>
              <a:t>АКСИОМЫ</a:t>
            </a:r>
            <a:endParaRPr/>
          </a:p>
        </p:txBody>
      </p:sp>
      <p:sp>
        <p:nvSpPr>
          <p:cNvPr id="8" name="TextBox 7"/>
          <p:cNvSpPr txBox="1"/>
          <p:nvPr/>
        </p:nvSpPr>
        <p:spPr bwMode="auto">
          <a:xfrm>
            <a:off x="4572355" y="2975881"/>
            <a:ext cx="2473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400">
                <a:solidFill>
                  <a:schemeClr val="bg1"/>
                </a:solidFill>
              </a:rPr>
              <a:t>ВЫРАЖЕНИЯ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4681225" y="3509118"/>
            <a:ext cx="19866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2400">
                <a:solidFill>
                  <a:schemeClr val="bg1"/>
                </a:solidFill>
              </a:rPr>
              <a:t>ФОРМУЛЫ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Аксиомы и правила вывода</a:t>
            </a:r>
            <a:endParaRPr/>
          </a:p>
        </p:txBody>
      </p:sp>
      <p:sp>
        <p:nvSpPr>
          <p:cNvPr id="4" name="Объект 2"/>
          <p:cNvSpPr>
            <a:spLocks noGrp="1"/>
          </p:cNvSpPr>
          <p:nvPr>
            <p:ph type="body" sz="quarter" idx="10"/>
          </p:nvPr>
        </p:nvSpPr>
        <p:spPr bwMode="auto">
          <a:xfrm>
            <a:off x="558800" y="1438275"/>
            <a:ext cx="7159458" cy="5060950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ru-RU"/>
              <a:t>Аксиомы:</a:t>
            </a:r>
            <a:endParaRPr/>
          </a:p>
          <a:p>
            <a:pPr marL="0" indent="0">
              <a:buNone/>
              <a:defRPr/>
            </a:pPr>
            <a:r>
              <a:rPr lang="en-US" sz="2400"/>
              <a:t>A1 (K):</a:t>
            </a:r>
            <a:r>
              <a:rPr lang="ru-RU" sz="24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i="1">
                          <a:latin typeface="Cambria Math"/>
                        </a:rPr>
                        <m:t>𝑝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⊃(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𝑞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⊃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𝑝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en-US" sz="2400"/>
          </a:p>
          <a:p>
            <a:pPr marL="0" indent="0">
              <a:buNone/>
              <a:defRPr/>
            </a:pPr>
            <a:r>
              <a:rPr lang="en-US" sz="2400"/>
              <a:t>A2 (S):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400" i="1">
                              <a:latin typeface="Cambria Math"/>
                            </a:rPr>
                            <m:t>𝑠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𝑞</m:t>
                              </m:r>
                            </m:e>
                          </m:d>
                        </m:e>
                      </m:d>
                      <m:r>
                        <m:rPr/>
                        <a:rPr lang="en-US" sz="2400" i="1">
                          <a:latin typeface="Cambria Math"/>
                        </a:rPr>
                        <m:t>⊃</m:t>
                      </m:r>
                      <m:d>
                        <m:d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𝑠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  <m:r>
                            <m:rPr/>
                            <a:rPr lang="en-US" sz="24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𝑠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𝑞</m:t>
                              </m:r>
                            </m:e>
                          </m:d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400"/>
          </a:p>
          <a:p>
            <a:pPr marL="0" indent="0">
              <a:buNone/>
              <a:defRPr/>
            </a:pPr>
            <a:r>
              <a:rPr lang="en-US" sz="2400"/>
              <a:t>A3 (E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i="1">
                          <a:latin typeface="Cambria Math"/>
                        </a:rPr>
                        <m:t>¬</m:t>
                      </m:r>
                    </m:oMath>
                  </m:oMathPara>
                </a14:m>
              </mc:Choice>
              <mc:Fallback/>
            </mc:AlternateContent>
            <a:r>
              <a:rPr lang="en-US" sz="2400"/>
              <a:t>):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2400" i="1">
                                      <a:latin typeface="Cambria Math"/>
                                    </a:rPr>
                                    <m:t>𝑝</m:t>
                                  </m:r>
                                  <m:r>
                                    <m:rPr/>
                                    <a:rPr lang="en-US" sz="2400" i="1">
                                      <a:latin typeface="Cambria Math"/>
                                    </a:rPr>
                                    <m:t>⊃</m:t>
                                  </m:r>
                                  <m:r>
                                    <m:rPr/>
                                    <a:rPr lang="en-US" sz="24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</m:d>
                            </m:e>
                          </m:d>
                          <m:r>
                            <m:rPr/>
                            <a:rPr lang="en-US" sz="2400" i="1">
                              <a:latin typeface="Cambria Math"/>
                            </a:rPr>
                            <m:t>⊃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𝑓</m:t>
                          </m:r>
                        </m:e>
                      </m:d>
                      <m:r>
                        <m:rPr/>
                        <a:rPr lang="en-US" sz="2400" i="1">
                          <a:latin typeface="Cambria Math"/>
                        </a:rPr>
                        <m:t>⊃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𝑝</m:t>
                      </m:r>
                    </m:oMath>
                  </m:oMathPara>
                </a14:m>
              </mc:Choice>
              <mc:Fallback/>
            </mc:AlternateContent>
            <a:endParaRPr lang="ru-RU" sz="2400"/>
          </a:p>
          <a:p>
            <a:pPr marL="0" indent="0">
              <a:buNone/>
              <a:defRPr/>
            </a:pPr>
            <a:endParaRPr lang="ru-RU" sz="2400"/>
          </a:p>
          <a:p>
            <a:pPr marL="0" indent="0">
              <a:buNone/>
              <a:defRPr/>
            </a:pPr>
            <a:r>
              <a:rPr lang="ru-RU" sz="2400"/>
              <a:t>Правила вывода:</a:t>
            </a:r>
            <a:endParaRPr lang="en-US" sz="2400"/>
          </a:p>
          <a:p>
            <a:pPr marL="0" indent="0">
              <a:buNone/>
              <a:defRPr/>
            </a:pPr>
            <a:r>
              <a:rPr lang="en-US" sz="2400"/>
              <a:t>(MP) 	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sz="2400" i="1">
                              <a:latin typeface="Cambria Math"/>
                            </a:rPr>
                            <m:t>⊢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𝐴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⊃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𝐵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,        ⊢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𝐴</m:t>
                          </m:r>
                        </m:num>
                        <m:den>
                          <m:r>
                            <m:rPr/>
                            <a:rPr lang="en-US" sz="2400" i="1">
                              <a:latin typeface="Cambria Math"/>
                            </a:rPr>
                            <m:t>⊢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𝐵</m:t>
                          </m:r>
                        </m:den>
                      </m:f>
                      <m:r>
                        <m:rPr/>
                        <a:rPr lang="en-US" sz="2400" i="1">
                          <a:latin typeface="Cambria Math"/>
                        </a:rPr>
                        <m:t> </m:t>
                      </m:r>
                    </m:oMath>
                  </m:oMathPara>
                </a14:m>
              </mc:Choice>
              <mc:Fallback/>
            </mc:AlternateContent>
            <a:endParaRPr lang="en-US" sz="2400"/>
          </a:p>
          <a:p>
            <a:pPr marL="0" indent="0">
              <a:buNone/>
              <a:defRPr/>
            </a:pPr>
            <a:r>
              <a:rPr lang="en-US" sz="2400"/>
              <a:t>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i="1">
                          <a:latin typeface="Cambria Math"/>
                        </a:rPr>
                        <m:t>𝛽</m:t>
                      </m:r>
                    </m:oMath>
                  </m:oMathPara>
                </a14:m>
              </mc:Choice>
              <mc:Fallback/>
            </mc:AlternateContent>
            <a:r>
              <a:rPr lang="en-US" sz="2400"/>
              <a:t>) 	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i="1">
                          <a:latin typeface="Cambria Math"/>
                        </a:rPr>
                        <m:t>𝑏</m:t>
                      </m:r>
                    </m:oMath>
                  </m:oMathPara>
                </a14:m>
              </mc:Choice>
              <mc:Fallback/>
            </mc:AlternateContent>
            <a:r>
              <a:rPr lang="ru-RU" sz="2400"/>
              <a:t> – переменная</a:t>
            </a:r>
            <a:r>
              <a:rPr lang="en-US" sz="2400"/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i="1">
                          <a:latin typeface="Cambria Math"/>
                        </a:rPr>
                        <m:t>𝐵</m:t>
                      </m:r>
                    </m:oMath>
                  </m:oMathPara>
                </a14:m>
              </mc:Choice>
              <mc:Fallback/>
            </mc:AlternateContent>
            <a:r>
              <a:rPr lang="ru-RU" sz="2400"/>
              <a:t> – формула, тогда: </a:t>
            </a:r>
            <a:endParaRPr lang="en-US" sz="2400" i="1">
              <a:latin typeface="Cambria Math"/>
            </a:endParaRPr>
          </a:p>
          <a:p>
            <a:pPr marL="0" indent="0"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centerGroup"/>
                    </m:oMathParaPr>
                    <m:oMath>
                      <m:f>
                        <m:f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sz="2400" i="1">
                              <a:latin typeface="Cambria Math"/>
                            </a:rPr>
                            <m:t>⊢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𝐴</m:t>
                          </m:r>
                        </m:num>
                        <m:den>
                          <m:r>
                            <m:rPr/>
                            <a:rPr lang="en-US" sz="2400" i="1">
                              <a:latin typeface="Cambria Math"/>
                            </a:rPr>
                            <m:t>⊢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skw"/>
                                  <m:ctrlPr>
                                    <a:rPr lang="en-US" sz="24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m:rPr/>
                                    <a:rPr lang="en-US" sz="2400" i="1">
                                      <a:latin typeface="Cambria Math"/>
                                    </a:rPr>
                                    <m:t>𝐵</m:t>
                                  </m:r>
                                </m:num>
                                <m:den>
                                  <m:r>
                                    <m:rPr/>
                                    <a:rPr lang="en-US" sz="2400" i="1">
                                      <a:latin typeface="Cambria Math"/>
                                    </a:rPr>
                                    <m:t>𝑏</m:t>
                                  </m:r>
                                </m:den>
                              </m:f>
                            </m:e>
                          </m:d>
                          <m:r>
                            <m:rPr/>
                            <a:rPr lang="en-US" sz="2400" i="1">
                              <a:latin typeface="Cambria Math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endParaRPr lang="ru-RU" sz="2400"/>
          </a:p>
          <a:p>
            <a:pPr marL="0" indent="0">
              <a:buNone/>
              <a:defRPr/>
            </a:pPr>
            <a:endParaRPr lang="en-US" sz="2400"/>
          </a:p>
        </p:txBody>
      </p:sp>
      <p:sp>
        <p:nvSpPr>
          <p:cNvPr id="5" name="Объект 2"/>
          <p:cNvSpPr txBox="1"/>
          <p:nvPr/>
        </p:nvSpPr>
        <p:spPr bwMode="auto">
          <a:xfrm>
            <a:off x="7784432" y="1448307"/>
            <a:ext cx="4211731" cy="45915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>
              <a:spcBef>
                <a:spcPts val="0"/>
              </a:spcBef>
              <a:buFont typeface="Arial"/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>
              <a:spcBef>
                <a:spcPts val="0"/>
              </a:spcBef>
              <a:buFont typeface="Arial"/>
              <a:buChar char="–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spcBef>
                <a:spcPts val="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spcBef>
                <a:spcPts val="0"/>
              </a:spcBef>
              <a:buFont typeface="Arial"/>
              <a:buChar char="–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spcBef>
                <a:spcPts val="0"/>
              </a:spcBef>
              <a:buFont typeface="Arial"/>
              <a:buChar char="»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spcBef>
                <a:spcPts val="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2400"/>
              <a:t>Определения:</a:t>
            </a:r>
            <a:endParaRPr lang="en-US" sz="2400"/>
          </a:p>
          <a:p>
            <a:pPr>
              <a:buFont typeface="+mj-lt"/>
              <a:buAutoNum type="arabicPeriod"/>
              <a:defRPr/>
            </a:pPr>
            <a:r>
              <a:rPr lang="ru-RU" sz="24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b="0" i="1">
                          <a:latin typeface="Cambria Math"/>
                        </a:rPr>
                        <m:t>𝑡</m:t>
                      </m:r>
                      <m:r>
                        <m:rPr/>
                        <a:rPr lang="en-US" sz="2400" b="0" i="1">
                          <a:latin typeface="Cambria Math"/>
                        </a:rPr>
                        <m:t>≔</m:t>
                      </m:r>
                      <m:r>
                        <m:rPr/>
                        <a:rPr lang="en-US" sz="2400" b="0" i="1">
                          <a:latin typeface="Cambria Math"/>
                        </a:rPr>
                        <m:t>𝑓</m:t>
                      </m:r>
                      <m:r>
                        <m:rPr/>
                        <a:rPr lang="en-US" sz="2400" b="0" i="1">
                          <a:latin typeface="Cambria Math"/>
                        </a:rPr>
                        <m:t>⊃</m:t>
                      </m:r>
                      <m:r>
                        <m:rPr/>
                        <a:rPr lang="en-US" sz="2400" b="0" i="1">
                          <a:latin typeface="Cambria Math"/>
                        </a:rPr>
                        <m:t>𝑓</m:t>
                      </m:r>
                    </m:oMath>
                  </m:oMathPara>
                </a14:m>
              </mc:Choice>
              <mc:Fallback/>
            </mc:AlternateContent>
            <a:endParaRPr lang="en-US" sz="2400"/>
          </a:p>
          <a:p>
            <a:pPr>
              <a:buFont typeface="+mj-lt"/>
              <a:buAutoNum type="arabicPeriod"/>
              <a:defRPr/>
            </a:pPr>
            <a:r>
              <a:rPr lang="en-US" sz="24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i="1">
                          <a:latin typeface="Cambria Math"/>
                        </a:rPr>
                        <m:t>¬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𝐴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≔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𝐴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⊃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𝑓</m:t>
                      </m:r>
                    </m:oMath>
                  </m:oMathPara>
                </a14:m>
              </mc:Choice>
              <mc:Fallback/>
            </mc:AlternateContent>
            <a:endParaRPr lang="en-US" sz="2400"/>
          </a:p>
          <a:p>
            <a:pPr>
              <a:buFont typeface="+mj-lt"/>
              <a:buAutoNum type="arabicPeriod"/>
              <a:defRPr/>
            </a:pPr>
            <a:r>
              <a:rPr lang="en-US" sz="24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i="1">
                          <a:latin typeface="Cambria Math"/>
                        </a:rPr>
                        <m:t>𝐴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∨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𝐵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≔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𝐴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⊃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𝐵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⊃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𝐵</m:t>
                      </m:r>
                    </m:oMath>
                  </m:oMathPara>
                </a14:m>
              </mc:Choice>
              <mc:Fallback/>
            </mc:AlternateContent>
            <a:endParaRPr lang="en-US" sz="2400"/>
          </a:p>
          <a:p>
            <a:pPr>
              <a:buFont typeface="+mj-lt"/>
              <a:buAutoNum type="arabicPeriod"/>
              <a:defRPr/>
            </a:pPr>
            <a:r>
              <a:rPr lang="en-US" sz="24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i="1">
                          <a:latin typeface="Cambria Math"/>
                        </a:rPr>
                        <m:t>𝐴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∧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𝐵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≔¬</m:t>
                      </m:r>
                      <m:d>
                        <m:d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400" i="1">
                              <a:latin typeface="Cambria Math"/>
                            </a:rPr>
                            <m:t>¬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𝐴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∨¬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400"/>
          </a:p>
          <a:p>
            <a:pPr>
              <a:buFont typeface="+mj-lt"/>
              <a:buAutoNum type="arabicPeriod"/>
              <a:defRPr/>
            </a:pPr>
            <a:r>
              <a:rPr lang="en-US" sz="24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i="1">
                          <a:latin typeface="Cambria Math"/>
                        </a:rPr>
                        <m:t>𝐴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≡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𝐵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≔</m:t>
                      </m:r>
                      <m:d>
                        <m:d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400" i="1">
                              <a:latin typeface="Cambria Math"/>
                            </a:rPr>
                            <m:t>𝐴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⊃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𝐵</m:t>
                          </m:r>
                        </m:e>
                      </m:d>
                      <m:r>
                        <m:rPr/>
                        <a:rPr lang="en-US" sz="2400" i="1">
                          <a:latin typeface="Cambria Math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400" i="1">
                              <a:latin typeface="Cambria Math"/>
                            </a:rPr>
                            <m:t>𝐵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⊃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400"/>
          </a:p>
          <a:p>
            <a:pPr>
              <a:buFont typeface="+mj-lt"/>
              <a:buAutoNum type="arabicPeriod"/>
              <a:defRPr/>
            </a:pPr>
            <a:r>
              <a:rPr lang="en-US" sz="24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i="1">
                          <a:latin typeface="Cambria Math"/>
                        </a:rPr>
                        <m:t>𝐴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⊂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𝐵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≔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𝐵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⊃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𝐴</m:t>
                      </m:r>
                    </m:oMath>
                  </m:oMathPara>
                </a14:m>
              </mc:Choice>
              <mc:Fallback/>
            </mc:AlternateContent>
            <a:endParaRPr lang="en-US" sz="2400"/>
          </a:p>
          <a:p>
            <a:pPr>
              <a:buFont typeface="+mj-lt"/>
              <a:buAutoNum type="arabicPeriod"/>
              <a:defRPr/>
            </a:pPr>
            <a:r>
              <a:rPr lang="en-US" sz="24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i="1">
                          <a:latin typeface="Cambria Math"/>
                        </a:rPr>
                        <m:t>𝐴</m:t>
                      </m:r>
                      <m:r>
                        <m:rPr/>
                        <a:rPr lang="en-US" sz="2400" i="1">
                          <a:latin typeface="Cambria Math"/>
                          <a:ea typeface="Cambria Math"/>
                        </a:rPr>
                        <m:t>↑</m:t>
                      </m:r>
                      <m:r>
                        <m:rPr/>
                        <a:rPr lang="en-US" sz="2400" i="1">
                          <a:latin typeface="Cambria Math"/>
                          <a:ea typeface="Cambria Math"/>
                        </a:rPr>
                        <m:t>𝐵</m:t>
                      </m:r>
                      <m:r>
                        <m:rPr/>
                        <a:rPr lang="en-US" sz="2400" i="1">
                          <a:latin typeface="Cambria Math"/>
                          <a:ea typeface="Cambria Math"/>
                        </a:rPr>
                        <m:t>≔¬</m:t>
                      </m:r>
                      <m:r>
                        <m:rPr/>
                        <a:rPr lang="en-US" sz="2400" i="1">
                          <a:latin typeface="Cambria Math"/>
                          <a:ea typeface="Cambria Math"/>
                        </a:rPr>
                        <m:t>𝐴</m:t>
                      </m:r>
                      <m:r>
                        <m:rPr/>
                        <a:rPr lang="en-US" sz="2400" i="1">
                          <a:latin typeface="Cambria Math"/>
                          <a:ea typeface="Cambria Math"/>
                        </a:rPr>
                        <m:t>∧¬</m:t>
                      </m:r>
                      <m:r>
                        <m:rPr/>
                        <a:rPr lang="en-US" sz="2400" i="1">
                          <a:latin typeface="Cambria Math"/>
                          <a:ea typeface="Cambria Math"/>
                        </a:rPr>
                        <m:t>𝐵</m:t>
                      </m:r>
                    </m:oMath>
                  </m:oMathPara>
                </a14:m>
              </mc:Choice>
              <mc:Fallback/>
            </mc:AlternateContent>
            <a:endParaRPr lang="en-US" sz="2400"/>
          </a:p>
          <a:p>
            <a:pPr>
              <a:buFont typeface="+mj-lt"/>
              <a:buAutoNum type="arabicPeriod"/>
              <a:defRPr/>
            </a:pPr>
            <a:r>
              <a:rPr lang="en-US" sz="24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i="1">
                          <a:latin typeface="Cambria Math"/>
                        </a:rPr>
                        <m:t>𝐴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|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𝐵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≔¬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𝐴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∨¬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𝐵</m:t>
                      </m:r>
                    </m:oMath>
                  </m:oMathPara>
                </a14:m>
              </mc:Choice>
              <mc:Fallback/>
            </mc:AlternateContent>
            <a:endParaRPr lang="ru-RU" sz="2400"/>
          </a:p>
        </p:txBody>
      </p:sp>
      <p:sp>
        <p:nvSpPr>
          <p:cNvPr id="6" name="Овальная выноска 11"/>
          <p:cNvSpPr/>
          <p:nvPr/>
        </p:nvSpPr>
        <p:spPr bwMode="auto">
          <a:xfrm>
            <a:off x="5009113" y="3428999"/>
            <a:ext cx="2438433" cy="757989"/>
          </a:xfrm>
          <a:prstGeom prst="wedgeEllipseCallout">
            <a:avLst>
              <a:gd name="adj1" fmla="val -61692"/>
              <a:gd name="adj2" fmla="val -5309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1200"/>
              <a:t>С учетом определений</a:t>
            </a:r>
            <a:r>
              <a:rPr lang="en-US" sz="1200"/>
              <a:t> </a:t>
            </a:r>
            <a:br>
              <a:rPr lang="ru-RU" sz="1200"/>
            </a:br>
            <a:r>
              <a:rPr lang="en-US" sz="1200"/>
              <a:t>A</a:t>
            </a:r>
            <a:r>
              <a:rPr lang="ru-RU" sz="1200"/>
              <a:t>3.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ru-RU" sz="1200" b="0" i="1">
                          <a:latin typeface="Cambria Math"/>
                        </a:rPr>
                        <m:t>¬</m:t>
                      </m:r>
                      <m:d>
                        <m:dPr>
                          <m:ctrlPr>
                            <a:rPr lang="en-US" sz="12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1200" b="0" i="1">
                              <a:latin typeface="Cambria Math"/>
                            </a:rPr>
                            <m:t>¬</m:t>
                          </m:r>
                          <m:r>
                            <m:rPr/>
                            <a:rPr lang="en-US" sz="1200" b="0" i="1">
                              <a:latin typeface="Cambria Math"/>
                            </a:rPr>
                            <m:t>𝑝</m:t>
                          </m:r>
                        </m:e>
                      </m:d>
                      <m:r>
                        <m:rPr/>
                        <a:rPr lang="en-US" sz="1200" b="0" i="1">
                          <a:latin typeface="Cambria Math"/>
                        </a:rPr>
                        <m:t>⊃</m:t>
                      </m:r>
                      <m:r>
                        <m:rPr/>
                        <a:rPr lang="en-US" sz="1200" b="0" i="1">
                          <a:latin typeface="Cambria Math"/>
                        </a:rPr>
                        <m:t>𝑝</m:t>
                      </m:r>
                    </m:oMath>
                  </m:oMathPara>
                </a14:m>
              </mc:Choice>
              <mc:Fallback/>
            </mc:AlternateContent>
            <a:endParaRPr lang="ru-RU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Доказательство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ru-RU" sz="2800">
                <a:solidFill>
                  <a:schemeClr val="tx1"/>
                </a:solidFill>
              </a:rPr>
              <a:t>Если такое д-во существует, то формула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800" i="1">
                          <a:solidFill>
                            <a:schemeClr val="tx1"/>
                          </a:solidFill>
                          <a:latin typeface="Cambria Math"/>
                        </a:rPr>
                        <m:t>𝐵</m:t>
                      </m:r>
                    </m:oMath>
                  </m:oMathPara>
                </a14:m>
              </mc:Choice>
              <mc:Fallback/>
            </mc:AlternateContent>
            <a:r>
              <a:rPr lang="en-US" sz="2800">
                <a:solidFill>
                  <a:schemeClr val="tx1"/>
                </a:solidFill>
              </a:rPr>
              <a:t> </a:t>
            </a:r>
            <a:r>
              <a:rPr lang="ru-RU" sz="2800">
                <a:solidFill>
                  <a:schemeClr val="tx1"/>
                </a:solidFill>
              </a:rPr>
              <a:t>называется </a:t>
            </a:r>
            <a:r>
              <a:rPr lang="ru-RU" sz="2800" b="1" i="1">
                <a:solidFill>
                  <a:schemeClr val="tx1"/>
                </a:solidFill>
              </a:rPr>
              <a:t>выводимой</a:t>
            </a:r>
            <a:endParaRPr/>
          </a:p>
          <a:p>
            <a:pPr>
              <a:defRPr/>
            </a:pPr>
            <a:endParaRPr lang="ru-RU"/>
          </a:p>
        </p:txBody>
      </p:sp>
      <p:grpSp>
        <p:nvGrpSpPr>
          <p:cNvPr id="4" name="Группа 3"/>
          <p:cNvGrpSpPr/>
          <p:nvPr/>
        </p:nvGrpSpPr>
        <p:grpSpPr bwMode="auto">
          <a:xfrm>
            <a:off x="559571" y="1438312"/>
            <a:ext cx="11169684" cy="3981375"/>
            <a:chOff x="522509" y="2280475"/>
            <a:chExt cx="11266716" cy="2766724"/>
          </a:xfrm>
        </p:grpSpPr>
        <p:sp>
          <p:nvSpPr>
            <p:cNvPr id="5" name="Прямоугольник с двумя скругленными соседними углами 17"/>
            <p:cNvSpPr/>
            <p:nvPr/>
          </p:nvSpPr>
          <p:spPr bwMode="auto">
            <a:xfrm>
              <a:off x="522510" y="2280475"/>
              <a:ext cx="11266715" cy="365671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0055B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ru-RU"/>
                <a:t>Определение</a:t>
              </a:r>
              <a:endParaRPr/>
            </a:p>
          </p:txBody>
        </p:sp>
        <p:sp>
          <p:nvSpPr>
            <p:cNvPr id="6" name="Прямоугольник 5"/>
            <p:cNvSpPr/>
            <p:nvPr/>
          </p:nvSpPr>
          <p:spPr bwMode="auto">
            <a:xfrm>
              <a:off x="522509" y="2646148"/>
              <a:ext cx="11266715" cy="240105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>
                <a:buNone/>
                <a:defRPr/>
              </a:pPr>
              <a:r>
                <a:rPr lang="ru-RU" sz="2400" u="sng">
                  <a:solidFill>
                    <a:schemeClr val="tx1"/>
                  </a:solidFill>
                </a:rPr>
                <a:t>Доказательство</a:t>
              </a:r>
              <a:r>
                <a:rPr lang="ru-RU" sz="2400">
                  <a:solidFill>
                    <a:schemeClr val="tx1"/>
                  </a:solidFill>
                </a:rPr>
                <a:t> (формулы 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r>
                          <m:rPr/>
                          <a:rPr lang="en-US" sz="2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𝐵</m:t>
                        </m:r>
                      </m:oMath>
                    </m:oMathPara>
                  </a14:m>
                </mc:Choice>
                <mc:Fallback/>
              </mc:AlternateContent>
              <a:r>
                <a:rPr lang="ru-RU" sz="2400">
                  <a:solidFill>
                    <a:schemeClr val="tx1"/>
                  </a:solidFill>
                </a:rPr>
                <a:t>): последовательность </a:t>
              </a:r>
              <a:r>
                <a:rPr lang="ru-RU" sz="2400">
                  <a:solidFill>
                    <a:schemeClr val="tx1"/>
                  </a:solidFill>
                </a:rPr>
                <a:t>ппф</a:t>
              </a:r>
              <a:r>
                <a:rPr lang="ru-RU" sz="2400">
                  <a:solidFill>
                    <a:schemeClr val="tx1"/>
                  </a:solidFill>
                </a:rPr>
                <a:t> 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sSub>
                          <m:sSubPr>
                            <m:ctrlP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m:rPr/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𝐵</m:t>
                            </m:r>
                          </m:e>
                          <m:sub>
                            <m:r>
                              <m:rPr/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m:rPr/>
                          <a:rPr lang="en-US" sz="2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m:rPr/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𝐵</m:t>
                            </m:r>
                          </m:e>
                          <m:sub>
                            <m:r>
                              <m:rPr/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r>
                          <m:rPr/>
                          <a:rPr lang="en-US" sz="2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m:rPr/>
                          <a:rPr lang="en-US" sz="2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𝐵</m:t>
                        </m:r>
                      </m:oMath>
                    </m:oMathPara>
                  </a14:m>
                </mc:Choice>
                <mc:Fallback/>
              </mc:AlternateContent>
              <a:r>
                <a:rPr lang="en-US" sz="2400">
                  <a:solidFill>
                    <a:schemeClr val="tx1"/>
                  </a:solidFill>
                </a:rPr>
                <a:t>:</a:t>
              </a:r>
              <a:endParaRPr/>
            </a:p>
            <a:p>
              <a:pPr>
                <a:buFont typeface="Calibri"/>
                <a:buChar char="–"/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r>
                          <m:rPr/>
                          <a:rPr lang="ru-RU" sz="2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  <m:sSub>
                          <m:sSubPr>
                            <m:ctrlP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m:rPr/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𝐵</m:t>
                            </m:r>
                          </m:e>
                          <m:sub>
                            <m:r>
                              <m:rPr/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</mc:Choice>
                <mc:Fallback/>
              </mc:AlternateContent>
              <a:r>
                <a:rPr lang="en-US" sz="2400">
                  <a:solidFill>
                    <a:schemeClr val="tx1"/>
                  </a:solidFill>
                </a:rPr>
                <a:t>:</a:t>
              </a:r>
              <a:endParaRPr/>
            </a:p>
            <a:p>
              <a:pPr lvl="1">
                <a:buFont typeface="Calibri"/>
                <a:buChar char="–"/>
                <a:defRPr/>
              </a:pPr>
              <a:r>
                <a:rPr lang="ru-RU" sz="2400">
                  <a:solidFill>
                    <a:schemeClr val="tx1"/>
                  </a:solidFill>
                </a:rPr>
                <a:t> является одной из аксиом</a:t>
              </a:r>
              <a:endParaRPr/>
            </a:p>
            <a:p>
              <a:pPr lvl="1">
                <a:buFont typeface="Calibri"/>
                <a:buChar char="–"/>
                <a:defRPr/>
              </a:pPr>
              <a:r>
                <a:rPr lang="ru-RU" sz="2400">
                  <a:solidFill>
                    <a:schemeClr val="tx1"/>
                  </a:solidFill>
                </a:rPr>
                <a:t> непосредственно выводится из некоторых 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sSub>
                          <m:sSubPr>
                            <m:ctrlP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m:rPr/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𝐵</m:t>
                            </m:r>
                          </m:e>
                          <m:sub>
                            <m:r>
                              <m:rPr/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</mc:Choice>
                <mc:Fallback/>
              </mc:AlternateContent>
              <a:r>
                <a:rPr lang="en-US" sz="2400">
                  <a:solidFill>
                    <a:schemeClr val="tx1"/>
                  </a:solidFill>
                </a:rPr>
                <a:t> </a:t>
              </a:r>
              <a:r>
                <a:rPr lang="ru-RU" sz="2400">
                  <a:solidFill>
                    <a:schemeClr val="tx1"/>
                  </a:solidFill>
                </a:rPr>
                <a:t>и</a:t>
              </a:r>
              <a:r>
                <a:rPr lang="en-US" sz="2400">
                  <a:solidFill>
                    <a:schemeClr val="tx1"/>
                  </a:solidFill>
                </a:rPr>
                <a:t> 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sSub>
                          <m:sSubPr>
                            <m:ctrlP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m:rPr/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𝐵</m:t>
                            </m:r>
                          </m:e>
                          <m:sub>
                            <m:r>
                              <m:rPr/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𝑙</m:t>
                            </m:r>
                          </m:sub>
                        </m:sSub>
                      </m:oMath>
                    </m:oMathPara>
                  </a14:m>
                </mc:Choice>
                <mc:Fallback/>
              </mc:AlternateContent>
              <a:r>
                <a:rPr lang="en-US" sz="2400">
                  <a:solidFill>
                    <a:schemeClr val="tx1"/>
                  </a:solidFill>
                </a:rPr>
                <a:t> (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r>
                          <m:rPr/>
                          <a:rPr lang="en-US" sz="2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𝑘</m:t>
                        </m:r>
                        <m:r>
                          <m:rPr/>
                          <a:rPr lang="en-US" sz="2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m:rPr/>
                          <a:rPr lang="en-US" sz="2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𝑙</m:t>
                        </m:r>
                        <m:r>
                          <m:rPr/>
                          <a:rPr lang="en-US" sz="2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&lt;</m:t>
                        </m:r>
                        <m:r>
                          <m:rPr/>
                          <a:rPr lang="en-US" sz="2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oMath>
                    </m:oMathPara>
                  </a14:m>
                </mc:Choice>
                <mc:Fallback/>
              </mc:AlternateContent>
              <a:r>
                <a:rPr lang="en-US" sz="2400">
                  <a:solidFill>
                    <a:schemeClr val="tx1"/>
                  </a:solidFill>
                </a:rPr>
                <a:t>)</a:t>
              </a:r>
              <a:r>
                <a:rPr lang="ru-RU" sz="2400">
                  <a:solidFill>
                    <a:schemeClr val="tx1"/>
                  </a:solidFill>
                </a:rPr>
                <a:t> по правилу (</a:t>
              </a:r>
              <a:r>
                <a:rPr lang="en-US" sz="2400">
                  <a:solidFill>
                    <a:schemeClr val="tx1"/>
                  </a:solidFill>
                </a:rPr>
                <a:t>MP</a:t>
              </a:r>
              <a:r>
                <a:rPr lang="ru-RU" sz="2400">
                  <a:solidFill>
                    <a:schemeClr val="tx1"/>
                  </a:solidFill>
                </a:rPr>
                <a:t>)</a:t>
              </a:r>
              <a:endParaRPr/>
            </a:p>
            <a:p>
              <a:pPr lvl="1">
                <a:buFont typeface="Calibri"/>
                <a:buChar char="–"/>
                <a:defRPr/>
              </a:pPr>
              <a:r>
                <a:rPr lang="ru-RU" sz="2400">
                  <a:solidFill>
                    <a:schemeClr val="tx1"/>
                  </a:solidFill>
                </a:rPr>
                <a:t> непосредственно выводится из некоторой 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sSub>
                          <m:sSubPr>
                            <m:ctrlPr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sSubPr>
                          <m:e>
                            <m:r>
                              <m:rPr/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𝐵</m:t>
                            </m:r>
                          </m:e>
                          <m:sub>
                            <m:r>
                              <m:rPr/>
                              <a:rPr lang="en-US" sz="2400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</mc:Choice>
                <mc:Fallback/>
              </mc:AlternateContent>
              <a:r>
                <a:rPr lang="en-US" sz="2400">
                  <a:solidFill>
                    <a:schemeClr val="tx1"/>
                  </a:solidFill>
                </a:rPr>
                <a:t> (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r>
                          <m:rPr/>
                          <a:rPr lang="en-US" sz="2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𝑝</m:t>
                        </m:r>
                        <m:r>
                          <m:rPr/>
                          <a:rPr lang="en-US" sz="2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&lt;</m:t>
                        </m:r>
                        <m:r>
                          <m:rPr/>
                          <a:rPr lang="en-US" sz="2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𝑖</m:t>
                        </m:r>
                      </m:oMath>
                    </m:oMathPara>
                  </a14:m>
                </mc:Choice>
                <mc:Fallback/>
              </mc:AlternateContent>
              <a:r>
                <a:rPr lang="en-US" sz="2400">
                  <a:solidFill>
                    <a:schemeClr val="tx1"/>
                  </a:solidFill>
                </a:rPr>
                <a:t>)</a:t>
              </a:r>
              <a:r>
                <a:rPr lang="ru-RU" sz="2400">
                  <a:solidFill>
                    <a:schemeClr val="tx1"/>
                  </a:solidFill>
                </a:rPr>
                <a:t> по правилу (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r>
                          <m:rPr/>
                          <a:rPr lang="en-US" sz="2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𝛽</m:t>
                        </m:r>
                      </m:oMath>
                    </m:oMathPara>
                  </a14:m>
                </mc:Choice>
                <mc:Fallback/>
              </mc:AlternateContent>
              <a:r>
                <a:rPr lang="ru-RU" sz="2400">
                  <a:solidFill>
                    <a:schemeClr val="tx1"/>
                  </a:solidFill>
                </a:rPr>
                <a:t>)</a:t>
              </a:r>
              <a:endParaRPr/>
            </a:p>
            <a:p>
              <a:pPr>
                <a:buFont typeface="Calibri"/>
                <a:buChar char="–"/>
                <a:defRPr/>
              </a:pPr>
              <a:r>
                <a:rPr lang="ru-RU" sz="2400" b="0">
                  <a:solidFill>
                    <a:schemeClr val="tx1"/>
                  </a:solidFill>
                </a:rPr>
                <a:t> если 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r>
                          <m:rPr/>
                          <a:rPr lang="en-US" sz="2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  <m:r>
                          <m:rPr/>
                          <a:rPr lang="en-US" sz="2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=0</m:t>
                        </m:r>
                      </m:oMath>
                    </m:oMathPara>
                  </a14:m>
                </mc:Choice>
                <mc:Fallback/>
              </mc:AlternateContent>
              <a:r>
                <a:rPr lang="ru-RU" sz="2400">
                  <a:solidFill>
                    <a:schemeClr val="tx1"/>
                  </a:solidFill>
                </a:rPr>
                <a:t>, то 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r>
                          <m:rPr/>
                          <a:rPr lang="en-US" sz="2400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𝐵</m:t>
                        </m:r>
                      </m:oMath>
                    </m:oMathPara>
                  </a14:m>
                </mc:Choice>
                <mc:Fallback/>
              </mc:AlternateContent>
              <a:r>
                <a:rPr lang="ru-RU" sz="2400">
                  <a:solidFill>
                    <a:schemeClr val="tx1"/>
                  </a:solidFill>
                </a:rPr>
                <a:t> – одна из аксиом</a:t>
              </a:r>
              <a:endParaRPr lang="en-US" sz="24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Подстановка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r>
              <a:rPr lang="ru-RU"/>
              <a:t>Одновременная подстановка: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>
                          <a:latin typeface="Cambria Math"/>
                        </a:rPr>
                        <m:t>C</m:t>
                      </m:r>
                      <m:r>
                        <m:rPr/>
                        <a:rPr lang="en-US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en-US" i="1"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m:rPr/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/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m:rPr/>
                            <a:rPr lang="en-US" i="1">
                              <a:latin typeface="Cambria Math"/>
                            </a:rPr>
                            <m:t>…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en-US" i="1"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m:rPr/>
                                    <a:rPr lang="en-US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/>
                                    <a:rPr lang="en-US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m:rPr/>
                        <a:rPr lang="en-US" i="1">
                          <a:latin typeface="Cambria Math"/>
                        </a:rPr>
                        <m:t>𝐴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buFont typeface="+mj-lt"/>
              <a:buAutoNum type="arabicPeriod"/>
              <a:defRPr/>
            </a:pPr>
            <a:r>
              <a:rPr lang="en-US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p>
                        <m:sSupPr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pPr>
                        <m:e>
                          <m:r>
                            <m:rPr/>
                            <a:rPr lang="en-US" i="1">
                              <a:latin typeface="Cambria Math"/>
                            </a:rPr>
                            <m:t>𝐴</m:t>
                          </m:r>
                        </m:e>
                        <m:sup>
                          <m:r>
                            <m:rPr/>
                            <a:rPr lang="en-US" i="1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m:rPr/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en-US" i="1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m:rPr/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/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m:rPr/>
                            <a:rPr lang="en-US" i="1">
                              <a:latin typeface="Cambria Math"/>
                            </a:rPr>
                            <m:t>…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en-US" i="1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m:rPr/>
                                    <a:rPr lang="en-US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en-US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/>
                                    <a:rPr lang="en-US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m:rPr/>
                        <a:rPr lang="en-US" i="1">
                          <a:latin typeface="Cambria Math"/>
                        </a:rPr>
                        <m:t>𝐴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en-US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m:rPr/>
                            <a:rPr lang="en-US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m:rPr/>
                        <a:rPr lang="en-US" i="1">
                          <a:latin typeface="Cambria Math"/>
                        </a:rPr>
                        <m:t>∉</m:t>
                      </m:r>
                      <m:r>
                        <m:rPr/>
                        <a:rPr lang="en-US" i="1">
                          <a:latin typeface="Cambria Math"/>
                        </a:rPr>
                        <m:t>𝐹𝑉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sSubPr>
                            <m:e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𝐵</m:t>
                              </m:r>
                            </m:e>
                            <m:sub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m:rPr/>
                        <a:rPr lang="en-US" i="1">
                          <a:latin typeface="Cambria Math"/>
                        </a:rPr>
                        <m:t>,</m:t>
                      </m:r>
                      <m:r>
                        <m:rPr/>
                        <a:rPr lang="en-US" i="1">
                          <a:latin typeface="Cambria Math"/>
                        </a:rPr>
                        <m:t>𝑖</m:t>
                      </m:r>
                      <m:r>
                        <m:rPr/>
                        <a:rPr lang="en-US" i="1">
                          <a:latin typeface="Cambria Math"/>
                        </a:rPr>
                        <m:t>∈</m:t>
                      </m:r>
                      <m:bar>
                        <m:barPr>
                          <m:pos m:val="top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m:rPr/>
                            <a:rPr lang="en-US" i="1">
                              <a:latin typeface="Cambria Math"/>
                            </a:rPr>
                            <m:t>1,</m:t>
                          </m:r>
                          <m:r>
                            <m:rPr/>
                            <a:rPr lang="en-US" i="1">
                              <a:latin typeface="Cambria Math"/>
                            </a:rPr>
                            <m:t>𝑛</m:t>
                          </m:r>
                        </m:e>
                      </m:bar>
                      <m:r>
                        <m:rPr/>
                        <a:rPr lang="en-US" i="1">
                          <a:latin typeface="Cambria Math"/>
                        </a:rPr>
                        <m:t>,</m:t>
                      </m:r>
                      <m:r>
                        <m:rPr/>
                        <a:rPr lang="en-US" i="1">
                          <a:latin typeface="Cambria Math"/>
                        </a:rPr>
                        <m:t>𝑗</m:t>
                      </m:r>
                      <m:r>
                        <m:rPr/>
                        <a:rPr lang="en-US" i="1">
                          <a:latin typeface="Cambria Math"/>
                        </a:rPr>
                        <m:t>∈</m:t>
                      </m:r>
                      <m:bar>
                        <m:barPr>
                          <m:pos m:val="top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barPr>
                        <m:e>
                          <m:r>
                            <m:rPr/>
                            <a:rPr lang="en-US" i="1">
                              <a:latin typeface="Cambria Math"/>
                            </a:rPr>
                            <m:t>1,</m:t>
                          </m:r>
                          <m:r>
                            <m:rPr/>
                            <a:rPr lang="en-US" i="1">
                              <a:latin typeface="Cambria Math"/>
                            </a:rPr>
                            <m:t>𝑛</m:t>
                          </m:r>
                        </m:e>
                      </m:bar>
                      <m:r>
                        <m:rPr/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</mc:Choice>
              <mc:Fallback/>
            </mc:AlternateContent>
            <a:endParaRPr lang="en-US"/>
          </a:p>
          <a:p>
            <a:pPr>
              <a:buFont typeface="+mj-lt"/>
              <a:buAutoNum type="arabicPeriod"/>
              <a:defRPr/>
            </a:pPr>
            <a:r>
              <a:rPr lang="en-US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i="1">
                          <a:latin typeface="Cambria Math"/>
                        </a:rPr>
                        <m:t>𝐶</m:t>
                      </m:r>
                      <m:r>
                        <m:rPr/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en-US" i="1"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m:rPr/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en-US" i="1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m:rPr/>
                                    <a:rPr lang="en-US" i="1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m:rPr/>
                            <a:rPr lang="en-US" i="1">
                              <a:latin typeface="Cambria Math"/>
                            </a:rPr>
                            <m:t>…</m:t>
                          </m:r>
                          <m:f>
                            <m:fPr>
                              <m:type m:val="skw"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en-US" i="1">
                                      <a:latin typeface="Cambria Math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m:rPr/>
                                    <a:rPr lang="en-US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/>
                                    <a:rPr lang="en-US" i="1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m:rPr/>
                                    <a:rPr lang="en-US" i="1">
                                      <a:latin typeface="Cambria Math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m:rPr/>
                        <a:rPr lang="en-US" i="1">
                          <a:latin typeface="Cambria Math"/>
                        </a:rPr>
                        <m:t>𝐴</m:t>
                      </m:r>
                      <m:r>
                        <m:rPr/>
                        <a:rPr lang="en-US" i="1">
                          <a:latin typeface="Cambria Math"/>
                        </a:rPr>
                        <m:t>′</m:t>
                      </m:r>
                    </m:oMath>
                  </m:oMathPara>
                </a14:m>
              </mc:Choice>
              <mc:Fallback/>
            </mc:AlternateContent>
            <a:endParaRPr lang="ru-RU"/>
          </a:p>
          <a:p>
            <a:pPr marL="0" indent="0">
              <a:buNone/>
              <a:defRPr/>
            </a:pPr>
            <a:endParaRPr lang="ru-RU"/>
          </a:p>
        </p:txBody>
      </p:sp>
      <p:grpSp>
        <p:nvGrpSpPr>
          <p:cNvPr id="4" name="Группа 3"/>
          <p:cNvGrpSpPr/>
          <p:nvPr/>
        </p:nvGrpSpPr>
        <p:grpSpPr bwMode="auto">
          <a:xfrm>
            <a:off x="559571" y="1438313"/>
            <a:ext cx="11169684" cy="2923893"/>
            <a:chOff x="522509" y="2280475"/>
            <a:chExt cx="11266716" cy="2923893"/>
          </a:xfrm>
        </p:grpSpPr>
        <p:sp>
          <p:nvSpPr>
            <p:cNvPr id="5" name="Прямоугольник с двумя скругленными соседними углами 17"/>
            <p:cNvSpPr/>
            <p:nvPr/>
          </p:nvSpPr>
          <p:spPr bwMode="auto">
            <a:xfrm>
              <a:off x="522510" y="2280475"/>
              <a:ext cx="11266715" cy="365671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0055B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ru-RU"/>
                <a:t>Определение</a:t>
              </a:r>
              <a:endParaRPr/>
            </a:p>
          </p:txBody>
        </p:sp>
        <p:sp>
          <p:nvSpPr>
            <p:cNvPr id="6" name="Прямоугольник 5"/>
            <p:cNvSpPr/>
            <p:nvPr/>
          </p:nvSpPr>
          <p:spPr bwMode="auto">
            <a:xfrm>
              <a:off x="522509" y="2646148"/>
              <a:ext cx="11266715" cy="255822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ru-RU" sz="2800">
                  <a:solidFill>
                    <a:schemeClr val="tx1"/>
                  </a:solidFill>
                </a:rPr>
                <a:t>Метаоперация 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skw"/>
                                <m:ctrlPr>
                                  <a:rPr lang="ru-RU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m:rPr/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𝐵</m:t>
                                </m:r>
                              </m:num>
                              <m:den>
                                <m:r>
                                  <m:rPr/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m:rPr/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oMath>
                    </m:oMathPara>
                  </a14:m>
                </mc:Choice>
                <mc:Fallback/>
              </mc:AlternateContent>
              <a:r>
                <a:rPr lang="en-US" sz="2800">
                  <a:solidFill>
                    <a:schemeClr val="tx1"/>
                  </a:solidFill>
                </a:rPr>
                <a:t> – </a:t>
              </a:r>
              <a:r>
                <a:rPr lang="ru-RU" sz="2800" u="sng">
                  <a:solidFill>
                    <a:schemeClr val="tx1"/>
                  </a:solidFill>
                </a:rPr>
                <a:t>подстановка</a:t>
              </a:r>
              <a:r>
                <a:rPr lang="ru-RU" sz="2800">
                  <a:solidFill>
                    <a:schemeClr val="tx1"/>
                  </a:solidFill>
                </a:rPr>
                <a:t> (формулы 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r>
                          <m:rPr/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𝐵</m:t>
                        </m:r>
                      </m:oMath>
                    </m:oMathPara>
                  </a14:m>
                </mc:Choice>
                <mc:Fallback/>
              </mc:AlternateContent>
              <a:r>
                <a:rPr lang="ru-RU" sz="2800">
                  <a:solidFill>
                    <a:schemeClr val="tx1"/>
                  </a:solidFill>
                </a:rPr>
                <a:t> вместо всех </a:t>
              </a:r>
              <a:r>
                <a:rPr lang="ru-RU" sz="2800" b="1">
                  <a:solidFill>
                    <a:schemeClr val="tx1"/>
                  </a:solidFill>
                </a:rPr>
                <a:t>свободных вхождений </a:t>
              </a:r>
              <a:r>
                <a:rPr lang="ru-RU" sz="2800">
                  <a:solidFill>
                    <a:schemeClr val="tx1"/>
                  </a:solidFill>
                </a:rPr>
                <a:t>переменной 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r>
                          <m:rPr/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𝑥</m:t>
                        </m:r>
                      </m:oMath>
                    </m:oMathPara>
                  </a14:m>
                </mc:Choice>
                <mc:Fallback/>
              </mc:AlternateContent>
              <a:r>
                <a:rPr lang="ru-RU" sz="2800">
                  <a:solidFill>
                    <a:schemeClr val="tx1"/>
                  </a:solidFill>
                </a:rPr>
                <a:t> в формулу 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r>
                          <m:rPr/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oMath>
                    </m:oMathPara>
                  </a14:m>
                </mc:Choice>
                <mc:Fallback/>
              </mc:AlternateContent>
              <a:r>
                <a:rPr lang="en-US" sz="2800">
                  <a:solidFill>
                    <a:schemeClr val="tx1"/>
                  </a:solidFill>
                </a:rPr>
                <a:t>):</a:t>
              </a:r>
              <a:endParaRPr lang="ru-RU" sz="2800">
                <a:solidFill>
                  <a:schemeClr val="tx1"/>
                </a:solidFill>
              </a:endParaRPr>
            </a:p>
            <a:p>
              <a:pPr>
                <a:defRPr/>
              </a:pPr>
              <a:endParaRPr lang="ru-RU" sz="2800">
                <a:solidFill>
                  <a:schemeClr val="tx1"/>
                </a:solidFill>
              </a:endParaRPr>
            </a:p>
            <a:p>
              <a:pPr algn="ctr"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skw"/>
                                <m:ctrlP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m:rPr/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𝐵</m:t>
                                </m:r>
                              </m:num>
                              <m:den>
                                <m:r>
                                  <m:rPr/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m:rPr/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𝑓</m:t>
                        </m:r>
                        <m:r>
                          <m:rPr/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=</m:t>
                        </m:r>
                        <m:r>
                          <m:rPr/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𝑓</m:t>
                        </m:r>
                      </m:oMath>
                    </m:oMathPara>
                  </a14:m>
                </mc:Choice>
                <mc:Fallback/>
              </mc:AlternateContent>
              <a:r>
                <a:rPr lang="en-US" sz="2800">
                  <a:solidFill>
                    <a:schemeClr val="tx1"/>
                  </a:solidFill>
                </a:rPr>
                <a:t>         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skw"/>
                                <m:ctrlP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m:rPr/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𝐵</m:t>
                                </m:r>
                              </m:num>
                              <m:den>
                                <m:r>
                                  <m:rPr/>
                                  <a:rPr lang="en-US" sz="2800" b="1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𝒙</m:t>
                                </m:r>
                              </m:den>
                            </m:f>
                          </m:e>
                        </m:d>
                        <m:r>
                          <m:rPr/>
                          <a:rPr lang="en-US" sz="2800" b="1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𝒚</m:t>
                        </m:r>
                        <m:r>
                          <m:rPr/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m>
                              <m:mPr>
                                <m:baseJc m:val="center"/>
                                <m:cGp/>
                                <m:cGpRule/>
                                <m:cSp/>
                                <m:mcs>
                                  <m:mc>
                                    <m:mcPr>
                                      <m:mcJc m:val="center"/>
                                      <m:count m:val="1"/>
                                    </m:mcPr>
                                  </m:mc>
                                </m:mcs>
                                <m:plcHide m:val="off"/>
                                <m:rSp/>
                                <m:rSpRule/>
                                <m:ctrlP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𝐵</m:t>
                                  </m:r>
                                  <m:r>
                                    <m:rPr/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m:rPr/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m:rPr/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=</m:t>
                                  </m:r>
                                  <m:r>
                                    <m:rPr/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𝒚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/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𝒚</m:t>
                                  </m:r>
                                  <m:r>
                                    <m:rPr/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m:rPr/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m:rPr/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≠</m:t>
                                  </m:r>
                                  <m:r>
                                    <m:rPr/>
                                    <a:rPr lang="en-US" sz="2800" b="1" i="1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𝒚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</mc:Choice>
                <mc:Fallback/>
              </mc:AlternateContent>
              <a:r>
                <a:rPr lang="en-US" sz="2800">
                  <a:solidFill>
                    <a:schemeClr val="tx1"/>
                  </a:solidFill>
                </a:rPr>
                <a:t>        </a:t>
              </a: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/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skw"/>
                                <m:ctrlP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m:rPr/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𝐵</m:t>
                                </m:r>
                              </m:num>
                              <m:den>
                                <m:r>
                                  <m:rPr/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m:rPr/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(</m:t>
                        </m:r>
                        <m:r>
                          <m:rPr/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  <m:r>
                          <m:rPr/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⊃</m:t>
                        </m:r>
                        <m:r>
                          <m:rPr/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𝐵</m:t>
                        </m:r>
                        <m:r>
                          <m:rPr/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)=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skw"/>
                                <m:ctrlP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m:rPr/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𝐵</m:t>
                                </m:r>
                              </m:num>
                              <m:den>
                                <m:r>
                                  <m:rPr/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m:rPr/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  <m:r>
                          <m:rPr/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⊃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f>
                              <m:fPr>
                                <m:type m:val="skw"/>
                                <m:ctrlPr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fPr>
                              <m:num>
                                <m:r>
                                  <m:rPr/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𝐵</m:t>
                                </m:r>
                              </m:num>
                              <m:den>
                                <m:r>
                                  <m:rPr/>
                                  <a:rPr lang="en-US" sz="28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m:rPr/>
                          <a:rPr lang="en-US" sz="28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𝐵</m:t>
                        </m:r>
                      </m:oMath>
                    </m:oMathPara>
                  </a14:m>
                </mc:Choice>
                <mc:Fallback/>
              </mc:AlternateContent>
              <a:endParaRPr lang="ru-RU" sz="280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Шпаргалка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 marL="457200" indent="-457200">
              <a:buAutoNum type="arabicParenR"/>
              <a:defRPr/>
            </a:pPr>
            <a:r>
              <a:rPr lang="ru-RU" sz="2000"/>
              <a:t>Вместо переменной можно подставить любую правильно построенную формулу.</a:t>
            </a:r>
            <a:endParaRPr/>
          </a:p>
          <a:p>
            <a:pPr marL="0" indent="0"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ru-RU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𝑞</m:t>
                              </m:r>
                              <m:r>
                                <m:rPr>
                                  <m:nor m:val="on"/>
                                </m:rPr>
                                <a:rPr lang="en-US" sz="2000"/>
                                <m:t>⊃</m:t>
                              </m:r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 </m:t>
                              </m:r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𝑝</m:t>
                              </m:r>
                              <m:r>
                                <m:rPr>
                                  <m:nor m:val="on"/>
                                </m:rPr>
                                <a:rPr lang="en-US" sz="2000"/>
                                <m:t>⊃</m:t>
                              </m:r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  ( </m:t>
                              </m:r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𝑓</m:t>
                              </m:r>
                              <m:r>
                                <m:rPr>
                                  <m:nor m:val="on"/>
                                </m:rPr>
                                <a:rPr lang="en-US" sz="2000" b="0" i="0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 m:val="on"/>
                                </m:rPr>
                                <a:rPr lang="en-US" sz="2000"/>
                                <m:t>⊃</m:t>
                              </m:r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  </m:t>
                              </m:r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)</m:t>
                              </m:r>
                            </m:num>
                            <m:den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n-US" sz="2000" b="0" i="0">
                          <a:latin typeface="Cambria Math"/>
                        </a:rPr>
                        <m:t>p</m:t>
                      </m:r>
                      <m:r>
                        <m:rPr>
                          <m:nor m:val="on"/>
                        </m:rPr>
                        <a:rPr lang="en-US" sz="2000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(q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2000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p) =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20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i="1">
                              <a:latin typeface="Cambria Math"/>
                            </a:rPr>
                            <m:t>𝑞</m:t>
                          </m:r>
                          <m:r>
                            <m:rPr>
                              <m:nor m:val="on"/>
                            </m:rPr>
                            <a:rPr lang="en-US" sz="2000"/>
                            <m:t>⊃</m:t>
                          </m:r>
                          <m:r>
                            <m:rPr/>
                            <a:rPr lang="en-US" sz="2000" i="1">
                              <a:latin typeface="Cambria Math"/>
                            </a:rPr>
                            <m:t> </m:t>
                          </m:r>
                          <m:r>
                            <m:rPr/>
                            <a:rPr lang="en-US" sz="2000" i="1">
                              <a:latin typeface="Cambria Math"/>
                            </a:rPr>
                            <m:t>𝑝</m:t>
                          </m:r>
                          <m:r>
                            <m:rPr>
                              <m:nor m:val="on"/>
                            </m:rPr>
                            <a:rPr lang="en-US" sz="2000"/>
                            <m:t>⊃</m:t>
                          </m:r>
                          <m:r>
                            <m:rPr/>
                            <a:rPr lang="en-US" sz="2000" i="1">
                              <a:latin typeface="Cambria Math"/>
                            </a:rPr>
                            <m:t>  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 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  <m:r>
                                <m:rPr>
                                  <m:nor m:val="on"/>
                                </m:rPr>
                                <a:rPr lang="en-US" sz="2000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 m:val="on"/>
                                </m:rPr>
                                <a:rPr lang="en-US" sz="2000"/>
                                <m:t>⊃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  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 sz="20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2000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 (q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2000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 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i="1">
                          <a:latin typeface="Cambria Math"/>
                        </a:rPr>
                        <m:t>𝑞</m:t>
                      </m:r>
                      <m:r>
                        <m:rPr>
                          <m:nor m:val="on"/>
                        </m:rPr>
                        <a:rPr lang="en-US" sz="2000"/>
                        <m:t>⊃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 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𝑝</m:t>
                      </m:r>
                      <m:r>
                        <m:rPr>
                          <m:nor m:val="on"/>
                        </m:rPr>
                        <a:rPr lang="en-US" sz="2000"/>
                        <m:t>⊃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  ( 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𝑓</m:t>
                      </m:r>
                      <m:r>
                        <m:rPr>
                          <m:nor m:val="on"/>
                        </m:rPr>
                        <a:rPr lang="en-US" sz="2000">
                          <a:latin typeface="Cambria Math"/>
                        </a:rPr>
                        <m:t> </m:t>
                      </m:r>
                      <m:r>
                        <m:rPr>
                          <m:nor m:val="on"/>
                        </m:rPr>
                        <a:rPr lang="en-US" sz="2000"/>
                        <m:t>⊃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  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𝑝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))</a:t>
            </a:r>
            <a:endParaRPr/>
          </a:p>
          <a:p>
            <a:pPr marL="0" indent="0">
              <a:buNone/>
              <a:defRPr/>
            </a:pPr>
            <a:r>
              <a:rPr lang="en-US" sz="2000"/>
              <a:t>(a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2000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 b)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2000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 c = a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2000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 b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 sz="2000"/>
                        <m:t>⊃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 c</a:t>
            </a:r>
            <a:r>
              <a:rPr lang="ru-RU" sz="20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ru-RU" sz="2000" b="0" i="1">
                          <a:latin typeface="Cambria Math"/>
                        </a:rPr>
                        <m:t>≠</m:t>
                      </m:r>
                      <m:r>
                        <m:rPr>
                          <m:nor m:val="on"/>
                        </m:rPr>
                        <a:rPr lang="en-US" sz="2000"/>
                        <m:t>a</m:t>
                      </m:r>
                      <m:r>
                        <m:rPr>
                          <m:nor m:val="on"/>
                        </m:rPr>
                        <a:rPr lang="en-US" sz="2000"/>
                        <m:t> ⊃ (</m:t>
                      </m:r>
                      <m:r>
                        <m:rPr>
                          <m:nor m:val="on"/>
                        </m:rPr>
                        <a:rPr lang="en-US" sz="2000"/>
                        <m:t>b</m:t>
                      </m:r>
                      <m:r>
                        <m:rPr>
                          <m:nor m:val="on"/>
                        </m:rPr>
                        <a:rPr lang="en-US" sz="2000"/>
                        <m:t> ⊃ </m:t>
                      </m:r>
                      <m:r>
                        <m:rPr>
                          <m:nor m:val="on"/>
                        </m:rPr>
                        <a:rPr lang="en-US" sz="2000"/>
                        <m:t>c</m:t>
                      </m:r>
                      <m:r>
                        <m:rPr>
                          <m:nor m:val="on"/>
                        </m:rPr>
                        <a:rPr lang="en-US" sz="2000" b="0" i="0"/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 marL="0" indent="0">
              <a:buNone/>
              <a:defRPr/>
            </a:pPr>
            <a:r>
              <a:rPr lang="en-US" sz="2000"/>
              <a:t>2) </a:t>
            </a:r>
            <a:r>
              <a:rPr lang="ru-RU" sz="2000"/>
              <a:t>Подстановки можно выполнять только вместо отдельных переменных</a:t>
            </a:r>
            <a:endParaRPr/>
          </a:p>
          <a:p>
            <a:pPr marL="0" indent="0">
              <a:buNone/>
              <a:defRPr/>
            </a:pPr>
            <a:r>
              <a:rPr lang="en-US" sz="2000">
                <a:solidFill>
                  <a:srgbClr val="FF0000"/>
                </a:solidFill>
              </a:rPr>
              <a:t>[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type m:val="skw"/>
                          <m:ctrlPr>
                            <a:rPr lang="ru-RU" sz="20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sz="20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𝑞</m:t>
                          </m:r>
                        </m:num>
                        <m:den>
                          <m:r>
                            <m:rPr/>
                            <a:rPr lang="en-US" sz="20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en-US" sz="2000">
                <a:solidFill>
                  <a:srgbClr val="FF0000"/>
                </a:solidFill>
              </a:rPr>
              <a:t>]K </a:t>
            </a:r>
            <a:r>
              <a:rPr lang="en-US" sz="2000"/>
              <a:t>; </a:t>
            </a:r>
            <a:r>
              <a:rPr lang="en-US" sz="2000">
                <a:solidFill>
                  <a:srgbClr val="FF0000"/>
                </a:solidFill>
              </a:rPr>
              <a:t>[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f>
                        <m:fPr>
                          <m:type m:val="skw"/>
                          <m:ctrlPr>
                            <a:rPr lang="ru-RU" sz="2000" i="1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m:rPr/>
                            <a:rPr lang="en-US" sz="20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𝑞</m:t>
                          </m:r>
                        </m:num>
                        <m:den>
                          <m:r>
                            <m:rPr/>
                            <a:rPr lang="en-US" sz="20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𝑞</m:t>
                          </m:r>
                          <m:r>
                            <m:rPr>
                              <m:nor m:val="on"/>
                            </m:rPr>
                            <a:rPr lang="en-US" sz="2000">
                              <a:solidFill>
                                <a:srgbClr val="FF0000"/>
                              </a:solidFill>
                            </a:rPr>
                            <m:t>⊃</m:t>
                          </m:r>
                          <m:r>
                            <m:rPr/>
                            <a:rPr lang="en-US" sz="20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m:rPr/>
                            <a:rPr lang="en-US" sz="2000" b="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</mc:Choice>
              <mc:Fallback/>
            </mc:AlternateContent>
            <a:r>
              <a:rPr lang="en-US" sz="2000">
                <a:solidFill>
                  <a:srgbClr val="FF0000"/>
                </a:solidFill>
              </a:rPr>
              <a:t>]K</a:t>
            </a:r>
            <a:r>
              <a:rPr lang="ru-RU" sz="2000">
                <a:solidFill>
                  <a:srgbClr val="FF0000"/>
                </a:solidFill>
              </a:rPr>
              <a:t> </a:t>
            </a:r>
            <a:r>
              <a:rPr lang="ru-RU" sz="2000"/>
              <a:t>– </a:t>
            </a:r>
            <a:r>
              <a:rPr lang="ru-RU" sz="2000" b="1"/>
              <a:t>НЕ ВАЛИДНО</a:t>
            </a:r>
            <a:endParaRPr lang="en-US" sz="2000" b="1"/>
          </a:p>
          <a:p>
            <a:pPr marL="0" indent="0">
              <a:buNone/>
              <a:defRPr/>
            </a:pPr>
            <a:r>
              <a:rPr lang="en-US" sz="2000"/>
              <a:t>3) </a:t>
            </a:r>
            <a:r>
              <a:rPr lang="ru-RU" sz="2000"/>
              <a:t>Нельзя проводить частичную подстановку: заменяются все вхождения переменных</a:t>
            </a:r>
            <a:endParaRPr/>
          </a:p>
          <a:p>
            <a:pPr marL="0" indent="0">
              <a:buNone/>
              <a:defRPr/>
            </a:pPr>
            <a:r>
              <a:rPr lang="ru-RU" sz="2000"/>
              <a:t>3*) Подстановка вместо переменной, которой нет в формуле, не изменяет саму формулу.</a:t>
            </a:r>
            <a:r>
              <a:rPr lang="en-US" sz="2000">
                <a:latin typeface="Cambria Math"/>
              </a:rPr>
              <a:t> </a:t>
            </a:r>
            <a:br>
              <a:rPr lang="ru-RU" sz="2000">
                <a:latin typeface="Cambria Math"/>
              </a:rPr>
            </a:br>
            <a:endParaRPr lang="ru-RU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Modus ponens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/>
              <a:t>⊢</a:t>
            </a:r>
            <a:r>
              <a:rPr lang="en-US"/>
              <a:t> A</a:t>
            </a:r>
            <a:r>
              <a:rPr lang="ru-RU"/>
              <a:t> – формула </a:t>
            </a:r>
            <a:r>
              <a:rPr lang="en-US"/>
              <a:t>A </a:t>
            </a:r>
            <a:r>
              <a:rPr lang="ru-RU"/>
              <a:t>доказуема (выводима) в рамках некоторой формальной системы</a:t>
            </a:r>
            <a:endParaRPr/>
          </a:p>
          <a:p>
            <a:pPr marL="0" indent="0">
              <a:buNone/>
              <a:defRPr/>
            </a:pPr>
            <a:r>
              <a:rPr lang="en-US"/>
              <a:t>A </a:t>
            </a:r>
            <a:r>
              <a:rPr lang="ru-RU"/>
              <a:t>⊢</a:t>
            </a:r>
            <a:r>
              <a:rPr lang="en-US"/>
              <a:t> B – </a:t>
            </a:r>
            <a:r>
              <a:rPr lang="ru-RU"/>
              <a:t>формула В доказуема (выводима) из формулы </a:t>
            </a:r>
            <a:r>
              <a:rPr lang="en-US"/>
              <a:t>A </a:t>
            </a:r>
            <a:r>
              <a:rPr lang="ru-RU"/>
              <a:t>в рамках некоторой формальной системы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>
                          <m:nor m:val="on"/>
                        </m:rPr>
                        <a:rPr lang="ru-RU"/>
                        <m:t>⊢</m:t>
                      </m:r>
                      <m:r>
                        <m:rPr/>
                        <a:rPr lang="en-US" b="0" i="0">
                          <a:latin typeface="Cambria Math"/>
                        </a:rPr>
                        <m:t> </m:t>
                      </m:r>
                      <m:limLow>
                        <m:limLowPr>
                          <m:ctrlPr>
                            <a:rPr lang="en-US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groupChrPr>
                            <m:e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(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⊃(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𝑞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 ⊃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))</m:t>
                              </m:r>
                            </m:e>
                          </m:groupChr>
                        </m:e>
                        <m:lim>
                          <m:r>
                            <m:rPr/>
                            <a:rPr lang="en-US" b="0" i="1">
                              <a:latin typeface="Cambria Math"/>
                            </a:rPr>
                            <m:t>𝐴</m:t>
                          </m:r>
                        </m:lim>
                      </m:limLow>
                      <m:r>
                        <m:rPr/>
                        <a:rPr lang="en-US" i="1">
                          <a:latin typeface="Cambria Math"/>
                        </a:rPr>
                        <m:t>⊃</m:t>
                      </m:r>
                      <m:limLow>
                        <m:limLowPr>
                          <m:ctrlPr>
                            <a:rPr lang="en-US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groupChrPr>
                            <m:e>
                              <m:r>
                                <m:rPr/>
                                <a:rPr lang="ru-RU" i="1">
                                  <a:latin typeface="Cambria Math"/>
                                </a:rPr>
                                <m:t>(</m:t>
                              </m:r>
                              <m:r>
                                <m:rPr/>
                                <a:rPr lang="en-US" b="0" i="1">
                                  <a:latin typeface="Cambria Math"/>
                                </a:rPr>
                                <m:t>𝑞</m:t>
                              </m:r>
                              <m:r>
                                <m:rPr/>
                                <a:rPr lang="ru-RU" i="1">
                                  <a:latin typeface="Cambria Math"/>
                                </a:rPr>
                                <m:t> 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⊃(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⊃(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𝑞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 ⊃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)))</m:t>
                              </m:r>
                              <m:r>
                                <m:rPr>
                                  <m:nor m:val="on"/>
                                </m:rPr>
                                <a:rPr lang="en-US"/>
                                <m:t> </m:t>
                              </m:r>
                            </m:e>
                          </m:groupChr>
                        </m:e>
                        <m:lim>
                          <m:r>
                            <m:rPr/>
                            <a:rPr lang="en-US" b="0" i="1">
                              <a:latin typeface="Cambria Math"/>
                            </a:rPr>
                            <m:t>𝐵</m:t>
                          </m:r>
                        </m:lim>
                      </m:limLow>
                    </m:oMath>
                  </m:oMathPara>
                </a14:m>
              </mc:Choice>
              <mc:Fallback/>
            </mc:AlternateContent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>
                      <m:jc m:val="left"/>
                    </m:oMathParaPr>
                    <m:oMath>
                      <m:r>
                        <m:rPr>
                          <m:nor m:val="on"/>
                        </m:rPr>
                        <a:rPr lang="ru-RU"/>
                        <m:t>⊢</m:t>
                      </m:r>
                      <m:r>
                        <m:rPr/>
                        <a:rPr lang="en-US" b="0" i="0">
                          <a:latin typeface="Cambria Math"/>
                        </a:rPr>
                        <m:t> </m:t>
                      </m:r>
                      <m:limLow>
                        <m:limLowPr>
                          <m:ctrlPr>
                            <a:rPr lang="en-US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groupChrPr>
                            <m:e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(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⊃(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𝑞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 ⊃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i="1">
                                  <a:latin typeface="Cambria Math"/>
                                </a:rPr>
                                <m:t>))</m:t>
                              </m:r>
                            </m:e>
                          </m:groupChr>
                        </m:e>
                        <m:lim>
                          <m:r>
                            <m:rPr/>
                            <a:rPr lang="en-US" b="0" i="1">
                              <a:latin typeface="Cambria Math"/>
                            </a:rPr>
                            <m:t>𝐴</m:t>
                          </m:r>
                        </m:lim>
                      </m:limLow>
                    </m:oMath>
                  </m:oMathPara>
                </a14:m>
              </mc:Choice>
              <mc:Fallback/>
            </mc:AlternateContent>
            <a:endParaRPr lang="ru-RU"/>
          </a:p>
        </p:txBody>
      </p:sp>
      <p:sp>
        <p:nvSpPr>
          <p:cNvPr id="4" name="Стрелка вправо 16"/>
          <p:cNvSpPr/>
          <p:nvPr/>
        </p:nvSpPr>
        <p:spPr bwMode="auto">
          <a:xfrm>
            <a:off x="6854571" y="4440633"/>
            <a:ext cx="978408" cy="484632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" name="TextBox 4"/>
          <p:cNvSpPr txBox="1"/>
          <p:nvPr/>
        </p:nvSpPr>
        <p:spPr bwMode="auto">
          <a:xfrm>
            <a:off x="7972127" y="4233186"/>
            <a:ext cx="3965445" cy="12761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ru-RU" sz="3200"/>
                        <m:t>⊢</m:t>
                      </m:r>
                    </m:oMath>
                  </m:oMathPara>
                </a14:m>
              </mc:Choice>
              <mc:Fallback/>
            </mc:AlternateContent>
            <a:r>
              <a:rPr lang="en-US" sz="32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limLow>
                        <m:limLowPr>
                          <m:ctrlPr>
                            <a:rPr lang="en-US" sz="4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sz="4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groupChrPr>
                            <m:e>
                              <m:r>
                                <m:rPr/>
                                <a:rPr lang="en-US" sz="3200" i="1">
                                  <a:latin typeface="Cambria Math"/>
                                </a:rPr>
                                <m:t>𝑞</m:t>
                              </m:r>
                              <m:r>
                                <m:rPr/>
                                <a:rPr lang="ru-RU" sz="3200" i="1">
                                  <a:latin typeface="Cambria Math"/>
                                </a:rPr>
                                <m:t> </m:t>
                              </m:r>
                              <m:r>
                                <m:rPr/>
                                <a:rPr lang="en-US" sz="3200" i="1">
                                  <a:latin typeface="Cambria Math"/>
                                </a:rPr>
                                <m:t>⊃(</m:t>
                              </m:r>
                              <m:r>
                                <m:rPr/>
                                <a:rPr lang="en-US" sz="3200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sz="3200" i="1">
                                  <a:latin typeface="Cambria Math"/>
                                </a:rPr>
                                <m:t>⊃(</m:t>
                              </m:r>
                              <m:r>
                                <m:rPr/>
                                <a:rPr lang="en-US" sz="3200" i="1">
                                  <a:latin typeface="Cambria Math"/>
                                </a:rPr>
                                <m:t>𝑞</m:t>
                              </m:r>
                              <m:r>
                                <m:rPr/>
                                <a:rPr lang="en-US" sz="3200" i="1">
                                  <a:latin typeface="Cambria Math"/>
                                </a:rPr>
                                <m:t> ⊃</m:t>
                              </m:r>
                              <m:r>
                                <m:rPr/>
                                <a:rPr lang="en-US" sz="3200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sz="3200" i="1">
                                  <a:latin typeface="Cambria Math"/>
                                </a:rPr>
                                <m:t>))</m:t>
                              </m:r>
                            </m:e>
                          </m:groupChr>
                        </m:e>
                        <m:lim>
                          <m:r>
                            <m:rPr/>
                            <a:rPr lang="en-US" sz="4400" b="0" i="1">
                              <a:latin typeface="Cambria Math"/>
                            </a:rPr>
                            <m:t>𝐵</m:t>
                          </m:r>
                        </m:lim>
                      </m:limLow>
                    </m:oMath>
                  </m:oMathPara>
                </a14:m>
              </mc:Choice>
              <mc:Fallback/>
            </mc:AlternateContent>
            <a:endParaRPr lang="ru-RU" sz="3200"/>
          </a:p>
        </p:txBody>
      </p:sp>
      <p:sp>
        <p:nvSpPr>
          <p:cNvPr id="6" name="TextBox 5"/>
          <p:cNvSpPr txBox="1"/>
          <p:nvPr/>
        </p:nvSpPr>
        <p:spPr bwMode="auto">
          <a:xfrm>
            <a:off x="6923245" y="4255319"/>
            <a:ext cx="500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/>
              <a:t>MP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Краткая шпаргалка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 marL="457200" indent="-457200">
              <a:buFont typeface="+mj-lt"/>
              <a:buAutoNum type="arabicPeriod"/>
              <a:defRPr/>
            </a:pPr>
            <a:r>
              <a:rPr lang="ru-RU"/>
              <a:t>Если ⊢ </a:t>
            </a:r>
            <a:r>
              <a:rPr lang="en-US"/>
              <a:t>A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/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B</a:t>
            </a:r>
            <a:r>
              <a:rPr lang="ru-RU"/>
              <a:t>, то это </a:t>
            </a:r>
            <a:r>
              <a:rPr lang="ru-RU" b="1"/>
              <a:t>В ОБЩЕМ СЛУЧАЕ</a:t>
            </a:r>
            <a:r>
              <a:rPr lang="ru-RU"/>
              <a:t> не означает, что ⊢ </a:t>
            </a:r>
            <a:r>
              <a:rPr lang="en-US"/>
              <a:t>A</a:t>
            </a:r>
            <a:r>
              <a:rPr lang="ru-RU"/>
              <a:t> и</a:t>
            </a:r>
            <a:r>
              <a:rPr lang="en-US"/>
              <a:t>/</a:t>
            </a:r>
            <a:r>
              <a:rPr lang="ru-RU"/>
              <a:t>или ⊢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B</a:t>
            </a:r>
            <a:endParaRPr lang="ru-RU"/>
          </a:p>
          <a:p>
            <a:pPr marL="457200" indent="-457200">
              <a:buFont typeface="+mj-lt"/>
              <a:buAutoNum type="arabicPeriod"/>
              <a:defRPr/>
            </a:pPr>
            <a:r>
              <a:rPr lang="ru-RU"/>
              <a:t>Если ⊢ </a:t>
            </a:r>
            <a:r>
              <a:rPr lang="en-US"/>
              <a:t>A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/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B</a:t>
            </a:r>
            <a:r>
              <a:rPr lang="ru-RU"/>
              <a:t> и ⊢ </a:t>
            </a:r>
            <a:r>
              <a:rPr lang="en-US"/>
              <a:t>A</a:t>
            </a:r>
            <a:r>
              <a:rPr lang="ru-RU"/>
              <a:t>, то мы можем сделать вывод, что ⊢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B</a:t>
            </a:r>
            <a:r>
              <a:rPr lang="ru-RU"/>
              <a:t> (по</a:t>
            </a:r>
            <a:r>
              <a:rPr lang="en-US"/>
              <a:t> modus ponens</a:t>
            </a:r>
            <a:r>
              <a:rPr lang="ru-RU"/>
              <a:t>)</a:t>
            </a:r>
            <a:endParaRPr/>
          </a:p>
          <a:p>
            <a:pPr marL="457200" indent="-457200">
              <a:buFont typeface="+mj-lt"/>
              <a:buAutoNum type="arabicPeriod"/>
              <a:defRPr/>
            </a:pPr>
            <a:r>
              <a:rPr lang="ru-RU"/>
              <a:t>Если ⊢ </a:t>
            </a:r>
            <a:r>
              <a:rPr lang="en-US"/>
              <a:t>A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nor m:val="on"/>
                        </m:rPr>
                        <a:rPr lang="en-US"/>
                        <m:t>⊃</m:t>
                      </m:r>
                      <m:r>
                        <m:rPr/>
                        <a:rPr lang="en-US" i="1">
                          <a:latin typeface="Cambria Math"/>
                        </a:rPr>
                        <m:t> </m:t>
                      </m:r>
                    </m:oMath>
                  </m:oMathPara>
                </a14:m>
              </mc:Choice>
              <mc:Fallback/>
            </mc:AlternateContent>
            <a:r>
              <a:rPr lang="en-US"/>
              <a:t>B</a:t>
            </a:r>
            <a:r>
              <a:rPr lang="ru-RU"/>
              <a:t> и ⊢ </a:t>
            </a:r>
            <a:r>
              <a:rPr lang="en-US"/>
              <a:t>B</a:t>
            </a:r>
            <a:r>
              <a:rPr lang="ru-RU"/>
              <a:t>, то это </a:t>
            </a:r>
            <a:r>
              <a:rPr lang="ru-RU" b="1"/>
              <a:t>В ОБЩЕМ СЛУЧАЕ</a:t>
            </a:r>
            <a:r>
              <a:rPr lang="ru-RU"/>
              <a:t> не означает, что ⊢ </a:t>
            </a:r>
            <a:r>
              <a:rPr lang="en-US"/>
              <a:t>A</a:t>
            </a:r>
            <a:endParaRPr lang="ru-RU"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8641" y="241408"/>
            <a:ext cx="9173513" cy="830997"/>
          </a:xfrm>
        </p:spPr>
        <p:txBody>
          <a:bodyPr/>
          <a:lstStyle/>
          <a:p>
            <a:pPr>
              <a:defRPr/>
            </a:pPr>
            <a:r>
              <a:rPr lang="ru-RU" sz="2400"/>
              <a:t>Связь различных способов задания</a:t>
            </a:r>
            <a:r>
              <a:rPr lang="en-US" sz="2400"/>
              <a:t> </a:t>
            </a:r>
            <a:r>
              <a:rPr lang="ru-RU" sz="2400"/>
              <a:t>высказывательных</a:t>
            </a:r>
            <a:r>
              <a:rPr lang="ru-RU" sz="2400"/>
              <a:t> функций</a:t>
            </a:r>
            <a:endParaRPr/>
          </a:p>
        </p:txBody>
      </p:sp>
      <p:sp>
        <p:nvSpPr>
          <p:cNvPr id="13" name="Скругленный прямоугольник 6"/>
          <p:cNvSpPr/>
          <p:nvPr/>
        </p:nvSpPr>
        <p:spPr bwMode="auto">
          <a:xfrm>
            <a:off x="2494982" y="2172025"/>
            <a:ext cx="2430161" cy="1548713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/>
              <a:t>Логическая </a:t>
            </a:r>
            <a:endParaRPr/>
          </a:p>
          <a:p>
            <a:pPr algn="ctr">
              <a:defRPr/>
            </a:pPr>
            <a:r>
              <a:rPr lang="ru-RU"/>
              <a:t>функция</a:t>
            </a:r>
            <a:endParaRPr/>
          </a:p>
        </p:txBody>
      </p:sp>
      <p:sp>
        <p:nvSpPr>
          <p:cNvPr id="14" name="Скругленный прямоугольник 7"/>
          <p:cNvSpPr/>
          <p:nvPr/>
        </p:nvSpPr>
        <p:spPr bwMode="auto">
          <a:xfrm>
            <a:off x="7162307" y="2172025"/>
            <a:ext cx="2430161" cy="1548713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/>
              <a:t>Таблицы истинности</a:t>
            </a:r>
            <a:endParaRPr/>
          </a:p>
        </p:txBody>
      </p:sp>
      <p:sp>
        <p:nvSpPr>
          <p:cNvPr id="15" name="Двойная стрелка влево/вправо 8"/>
          <p:cNvSpPr/>
          <p:nvPr/>
        </p:nvSpPr>
        <p:spPr bwMode="auto">
          <a:xfrm>
            <a:off x="4925143" y="2704065"/>
            <a:ext cx="2237163" cy="484632"/>
          </a:xfrm>
          <a:prstGeom prst="left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6" name="Прямоугольник 15"/>
          <p:cNvSpPr/>
          <p:nvPr/>
        </p:nvSpPr>
        <p:spPr bwMode="auto">
          <a:xfrm>
            <a:off x="1662960" y="1570665"/>
            <a:ext cx="8756822" cy="245487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" name="Прямоугольник 16"/>
          <p:cNvSpPr/>
          <p:nvPr/>
        </p:nvSpPr>
        <p:spPr bwMode="auto">
          <a:xfrm>
            <a:off x="1662960" y="4172141"/>
            <a:ext cx="8756822" cy="21023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8" name="TextBox 17"/>
          <p:cNvSpPr txBox="1"/>
          <p:nvPr/>
        </p:nvSpPr>
        <p:spPr bwMode="auto">
          <a:xfrm>
            <a:off x="1662960" y="4202299"/>
            <a:ext cx="1182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/>
              <a:t>Синтаксис</a:t>
            </a:r>
            <a:endParaRPr/>
          </a:p>
        </p:txBody>
      </p:sp>
      <p:sp>
        <p:nvSpPr>
          <p:cNvPr id="19" name="TextBox 18"/>
          <p:cNvSpPr txBox="1"/>
          <p:nvPr/>
        </p:nvSpPr>
        <p:spPr bwMode="auto">
          <a:xfrm>
            <a:off x="1662960" y="1604446"/>
            <a:ext cx="1241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/>
              <a:t>Семантика</a:t>
            </a:r>
            <a:endParaRPr/>
          </a:p>
        </p:txBody>
      </p:sp>
      <p:sp>
        <p:nvSpPr>
          <p:cNvPr id="20" name="Скругленный прямоугольник 13"/>
          <p:cNvSpPr/>
          <p:nvPr/>
        </p:nvSpPr>
        <p:spPr bwMode="auto">
          <a:xfrm>
            <a:off x="4826290" y="4571631"/>
            <a:ext cx="2430161" cy="1548713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/>
              <a:t>Формулы</a:t>
            </a:r>
            <a:endParaRPr/>
          </a:p>
        </p:txBody>
      </p:sp>
      <p:sp>
        <p:nvSpPr>
          <p:cNvPr id="21" name="TextBox 20"/>
          <p:cNvSpPr txBox="1"/>
          <p:nvPr/>
        </p:nvSpPr>
        <p:spPr bwMode="auto">
          <a:xfrm>
            <a:off x="5195398" y="24546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/>
              <a:t>1</a:t>
            </a:r>
            <a:endParaRPr/>
          </a:p>
        </p:txBody>
      </p:sp>
      <p:sp>
        <p:nvSpPr>
          <p:cNvPr id="22" name="TextBox 21"/>
          <p:cNvSpPr txBox="1"/>
          <p:nvPr/>
        </p:nvSpPr>
        <p:spPr bwMode="auto">
          <a:xfrm>
            <a:off x="6655642" y="24610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/>
              <a:t>1</a:t>
            </a:r>
            <a:endParaRPr/>
          </a:p>
        </p:txBody>
      </p:sp>
      <p:sp>
        <p:nvSpPr>
          <p:cNvPr id="23" name="Стрелка вверх 16"/>
          <p:cNvSpPr/>
          <p:nvPr/>
        </p:nvSpPr>
        <p:spPr bwMode="auto">
          <a:xfrm>
            <a:off x="5799055" y="3055023"/>
            <a:ext cx="484632" cy="1502556"/>
          </a:xfrm>
          <a:prstGeom prst="up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24" name="TextBox 23"/>
          <p:cNvSpPr txBox="1"/>
          <p:nvPr/>
        </p:nvSpPr>
        <p:spPr bwMode="auto">
          <a:xfrm>
            <a:off x="6270467" y="308538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/>
              <a:t>1</a:t>
            </a:r>
            <a:endParaRPr lang="ru-RU"/>
          </a:p>
        </p:txBody>
      </p:sp>
      <p:sp>
        <p:nvSpPr>
          <p:cNvPr id="25" name="TextBox 24"/>
          <p:cNvSpPr txBox="1"/>
          <p:nvPr/>
        </p:nvSpPr>
        <p:spPr bwMode="auto">
          <a:xfrm>
            <a:off x="6180062" y="4222193"/>
            <a:ext cx="1636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/>
              <a:t>бесконечность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Соотнесение (для классической логики)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graphicFrame>
        <p:nvGraphicFramePr>
          <p:cNvPr id="4" name="Объект 6"/>
          <p:cNvGraphicFramePr>
            <a:graphicFrameLocks xmlns:a="http://schemas.openxmlformats.org/drawingml/2006/main"/>
          </p:cNvGraphicFramePr>
          <p:nvPr/>
        </p:nvGraphicFramePr>
        <p:xfrm>
          <a:off x="511170" y="1438313"/>
          <a:ext cx="11266488" cy="4150196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5633244"/>
                <a:gridCol w="5633244"/>
              </a:tblGrid>
              <a:tr h="1069638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600"/>
                        <a:t>Синтаксис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600"/>
                        <a:t>Семантика</a:t>
                      </a:r>
                      <a:endParaRPr/>
                    </a:p>
                  </a:txBody>
                  <a:tcPr/>
                </a:tc>
              </a:tr>
              <a:tr h="201092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600"/>
                        <a:t>Пропозициональная формула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600"/>
                        <a:t>Логическая функция</a:t>
                      </a:r>
                      <a:endParaRPr/>
                    </a:p>
                  </a:txBody>
                  <a:tcPr/>
                </a:tc>
              </a:tr>
              <a:tr h="1069638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600"/>
                        <a:t>Выводимая</a:t>
                      </a:r>
                      <a:r>
                        <a:rPr lang="ru-RU" sz="3600"/>
                        <a:t> формула</a:t>
                      </a:r>
                      <a:endParaRPr lang="ru-RU" sz="360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600"/>
                        <a:t>Тавтология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Пример доказательства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ru-RU" sz="2400"/>
              <a:t>Теорема </a:t>
            </a:r>
            <a:r>
              <a:rPr lang="en-US" sz="2400"/>
              <a:t>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>
                          <m:sty m:val="p"/>
                        </m:rPr>
                        <a:rPr lang="en-US" sz="2400">
                          <a:latin typeface="Cambria Math"/>
                        </a:rPr>
                        <m:t>I</m:t>
                      </m:r>
                    </m:oMath>
                  </m:oMathPara>
                </a14:m>
              </mc:Choice>
              <mc:Fallback/>
            </mc:AlternateContent>
            <a:r>
              <a:rPr lang="en-US" sz="2400"/>
              <a:t>)</a:t>
            </a:r>
            <a:r>
              <a:rPr lang="ru-RU" sz="2400"/>
              <a:t>.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400" i="1">
                          <a:latin typeface="Cambria Math"/>
                        </a:rPr>
                        <m:t>𝑝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⊃</m:t>
                      </m:r>
                      <m:r>
                        <m:rPr/>
                        <a:rPr lang="en-US" sz="2400" i="1">
                          <a:latin typeface="Cambria Math"/>
                        </a:rPr>
                        <m:t>𝑝</m:t>
                      </m:r>
                    </m:oMath>
                  </m:oMathPara>
                </a14:m>
              </mc:Choice>
              <mc:Fallback/>
            </mc:AlternateContent>
            <a:endParaRPr lang="en-US" sz="2400"/>
          </a:p>
          <a:p>
            <a:pPr>
              <a:buFont typeface="+mj-lt"/>
              <a:buAutoNum type="arabicPeriod"/>
              <a:defRPr/>
            </a:pPr>
            <a:r>
              <a:rPr lang="en-US" sz="24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400" i="1">
                              <a:latin typeface="Cambria Math"/>
                            </a:rPr>
                            <m:t>𝑠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𝑞</m:t>
                              </m:r>
                            </m:e>
                          </m:d>
                        </m:e>
                      </m:d>
                      <m:r>
                        <m:rPr/>
                        <a:rPr lang="en-US" sz="2400" i="1">
                          <a:latin typeface="Cambria Math"/>
                        </a:rPr>
                        <m:t>⊃</m:t>
                      </m:r>
                      <m:d>
                        <m:d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𝑠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  <m:r>
                            <m:rPr/>
                            <a:rPr lang="en-US" sz="24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𝑠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𝑞</m:t>
                              </m:r>
                            </m:e>
                          </m:d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400"/>
          </a:p>
          <a:p>
            <a:pPr>
              <a:buFont typeface="+mj-lt"/>
              <a:buAutoNum type="arabicPeriod"/>
              <a:defRPr/>
            </a:pPr>
            <a:r>
              <a:rPr lang="en-US" sz="24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400" i="1">
                              <a:latin typeface="Cambria Math"/>
                            </a:rPr>
                            <m:t>𝑠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𝑟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𝑞</m:t>
                              </m:r>
                            </m:e>
                          </m:d>
                        </m:e>
                      </m:d>
                      <m:r>
                        <m:rPr/>
                        <a:rPr lang="en-US" sz="2400" i="1">
                          <a:latin typeface="Cambria Math"/>
                        </a:rPr>
                        <m:t>⊃</m:t>
                      </m:r>
                      <m:d>
                        <m:d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𝑠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𝑟</m:t>
                              </m:r>
                            </m:e>
                          </m:d>
                          <m:r>
                            <m:rPr/>
                            <a:rPr lang="en-US" sz="24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𝑠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𝑞</m:t>
                              </m:r>
                            </m:e>
                          </m:d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400"/>
          </a:p>
          <a:p>
            <a:pPr>
              <a:buFont typeface="+mj-lt"/>
              <a:buAutoNum type="arabicPeriod"/>
              <a:defRPr/>
            </a:pPr>
            <a:r>
              <a:rPr lang="en-US" sz="24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400" i="1">
                              <a:latin typeface="Cambria Math"/>
                            </a:rPr>
                            <m:t>𝑠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𝑟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</m:e>
                      </m:d>
                      <m:r>
                        <m:rPr/>
                        <a:rPr lang="en-US" sz="2400" i="1">
                          <a:latin typeface="Cambria Math"/>
                        </a:rPr>
                        <m:t>⊃</m:t>
                      </m:r>
                      <m:d>
                        <m:d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𝑠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𝑟</m:t>
                              </m:r>
                            </m:e>
                          </m:d>
                          <m:r>
                            <m:rPr/>
                            <a:rPr lang="en-US" sz="24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𝑠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400"/>
          </a:p>
          <a:p>
            <a:pPr>
              <a:buFont typeface="+mj-lt"/>
              <a:buAutoNum type="arabicPeriod"/>
              <a:defRPr/>
            </a:pPr>
            <a:r>
              <a:rPr lang="en-US" sz="24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400" i="1">
                              <a:latin typeface="Cambria Math"/>
                            </a:rPr>
                            <m:t>𝑝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𝑟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</m:e>
                      </m:d>
                      <m:r>
                        <m:rPr/>
                        <a:rPr lang="en-US" sz="2400" i="1">
                          <a:latin typeface="Cambria Math"/>
                        </a:rPr>
                        <m:t>⊃</m:t>
                      </m:r>
                      <m:d>
                        <m:d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𝑟</m:t>
                              </m:r>
                            </m:e>
                          </m:d>
                          <m:r>
                            <m:rPr/>
                            <a:rPr lang="en-US" sz="24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400"/>
          </a:p>
          <a:p>
            <a:pPr>
              <a:buFont typeface="+mj-lt"/>
              <a:buAutoNum type="arabicPeriod"/>
              <a:defRPr/>
            </a:pPr>
            <a:r>
              <a:rPr lang="en-US" sz="24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400" i="1">
                              <a:latin typeface="Cambria Math"/>
                            </a:rPr>
                            <m:t>𝑝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𝑞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400"/>
          </a:p>
          <a:p>
            <a:pPr>
              <a:buFont typeface="+mj-lt"/>
              <a:buAutoNum type="arabicPeriod"/>
              <a:defRPr/>
            </a:pPr>
            <a:r>
              <a:rPr lang="en-US" sz="24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400" i="1">
                              <a:latin typeface="Cambria Math"/>
                            </a:rPr>
                            <m:t>𝑝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𝑟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400"/>
          </a:p>
          <a:p>
            <a:pPr>
              <a:buFont typeface="+mj-lt"/>
              <a:buAutoNum type="arabicPeriod"/>
              <a:defRPr/>
            </a:pPr>
            <a:r>
              <a:rPr lang="en-US" sz="24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𝑟</m:t>
                              </m:r>
                            </m:e>
                          </m:d>
                          <m:r>
                            <m:rPr/>
                            <a:rPr lang="en-US" sz="24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400"/>
          </a:p>
          <a:p>
            <a:pPr>
              <a:buFont typeface="+mj-lt"/>
              <a:buAutoNum type="arabicPeriod"/>
              <a:defRPr/>
            </a:pPr>
            <a:r>
              <a:rPr lang="en-US" sz="24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⊃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2400" i="1">
                                      <a:latin typeface="Cambria Math"/>
                                    </a:rPr>
                                    <m:t>𝑟</m:t>
                                  </m:r>
                                  <m:r>
                                    <m:rPr/>
                                    <a:rPr lang="en-US" sz="2400" i="1">
                                      <a:latin typeface="Cambria Math"/>
                                    </a:rPr>
                                    <m:t>⊃</m:t>
                                  </m:r>
                                  <m:r>
                                    <m:rPr/>
                                    <a:rPr lang="en-US" sz="2400" i="1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d>
                          <m:r>
                            <m:rPr/>
                            <a:rPr lang="en-US" sz="24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400" i="1"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400"/>
          </a:p>
          <a:p>
            <a:pPr>
              <a:buFont typeface="+mj-lt"/>
              <a:buAutoNum type="arabicPeriod"/>
              <a:defRPr/>
            </a:pPr>
            <a:r>
              <a:rPr lang="en-US" sz="24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24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400" i="1">
                              <a:latin typeface="Cambria Math"/>
                            </a:rPr>
                            <m:t>𝑝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⊃</m:t>
                          </m:r>
                          <m:r>
                            <m:rPr/>
                            <a:rPr lang="en-US" sz="2400" i="1">
                              <a:latin typeface="Cambria Math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 sz="2400"/>
              <a:t> </a:t>
            </a:r>
            <a:endParaRPr lang="ru-RU" sz="2400"/>
          </a:p>
          <a:p>
            <a:pPr marL="0" indent="0"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Доказательство</a:t>
            </a:r>
            <a:r>
              <a:rPr lang="en-US"/>
              <a:t> (</a:t>
            </a:r>
            <a:r>
              <a:rPr lang="ru-RU"/>
              <a:t>достаточно очевидное</a:t>
            </a:r>
            <a:r>
              <a:rPr lang="en-US"/>
              <a:t>)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ru-RU" sz="2000"/>
              <a:t>Теорема</a:t>
            </a:r>
            <a:r>
              <a:rPr lang="en-US" sz="2000"/>
              <a:t> P2</a:t>
            </a:r>
            <a:r>
              <a:rPr lang="ru-RU" sz="2000"/>
              <a:t>.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b="0" i="1">
                          <a:latin typeface="Cambria Math"/>
                        </a:rPr>
                        <m:t>𝑓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⊃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𝑝</m:t>
                      </m:r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buFont typeface="+mj-lt"/>
              <a:buAutoNum type="arabicPeriod"/>
              <a:defRPr/>
            </a:pPr>
            <a:r>
              <a:rPr lang="en-US" sz="2000"/>
              <a:t> (K):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i="1">
                              <a:latin typeface="Cambria Math"/>
                            </a:rPr>
                            <m:t>𝑝</m:t>
                          </m:r>
                          <m:r>
                            <m:rPr/>
                            <a:rPr lang="en-US" sz="20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𝑞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buFont typeface="+mj-lt"/>
              <a:buAutoNum type="arabicPeriod"/>
              <a:defRPr/>
            </a:pPr>
            <a:r>
              <a:rPr lang="en-US" sz="2000"/>
              <a:t> (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b="0" i="1">
                          <a:latin typeface="Cambria Math"/>
                        </a:rPr>
                        <m:t>𝐸</m:t>
                      </m:r>
                      <m:r>
                        <m:rPr/>
                        <a:rPr lang="en-US" sz="2000" b="0" i="1">
                          <a:latin typeface="Cambria Math"/>
                        </a:rPr>
                        <m:t>¬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):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b="0" i="1">
                          <a:latin typeface="Cambria Math"/>
                        </a:rPr>
                        <m:t>𝑝</m:t>
                      </m:r>
                      <m:r>
                        <m:rPr/>
                        <a:rPr lang="en-US" sz="2000" b="0" i="1">
                          <a:latin typeface="Cambria Math"/>
                        </a:rPr>
                        <m:t>⊃</m:t>
                      </m:r>
                      <m:r>
                        <m:rPr/>
                        <a:rPr lang="en-US" sz="2000" b="0" i="1">
                          <a:latin typeface="Cambria Math"/>
                        </a:rPr>
                        <m:t>𝑓</m:t>
                      </m:r>
                      <m:r>
                        <m:rPr/>
                        <a:rPr lang="en-US" sz="2000" b="0" i="1">
                          <a:latin typeface="Cambria Math"/>
                        </a:rPr>
                        <m:t>⊃</m:t>
                      </m:r>
                      <m:r>
                        <m:rPr/>
                        <a:rPr lang="en-US" sz="2000" b="0" i="1">
                          <a:latin typeface="Cambria Math"/>
                        </a:rPr>
                        <m:t>𝑓</m:t>
                      </m:r>
                      <m:r>
                        <m:rPr/>
                        <a:rPr lang="en-US" sz="2000" b="0" i="1">
                          <a:latin typeface="Cambria Math"/>
                        </a:rPr>
                        <m:t>⊃</m:t>
                      </m:r>
                      <m:r>
                        <m:rPr/>
                        <a:rPr lang="en-US" sz="2000" b="0" i="1">
                          <a:latin typeface="Cambria Math"/>
                        </a:rPr>
                        <m:t>𝑝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 </a:t>
            </a:r>
            <a:endParaRPr/>
          </a:p>
          <a:p>
            <a:pPr>
              <a:buFont typeface="+mj-lt"/>
              <a:buAutoNum type="arabicPeriod"/>
              <a:defRPr/>
            </a:pPr>
            <a:r>
              <a:rPr lang="en-US" sz="20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sz="20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2000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2000" b="0" i="1">
                                      <a:latin typeface="Cambria Math"/>
                                    </a:rPr>
                                    <m:t>𝐸</m:t>
                                  </m:r>
                                  <m:r>
                                    <m:rPr/>
                                    <a:rPr lang="en-US" sz="2000" b="0" i="1">
                                      <a:latin typeface="Cambria Math"/>
                                    </a:rPr>
                                    <m:t>¬</m:t>
                                  </m:r>
                                </m:e>
                              </m:d>
                            </m:num>
                            <m:den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  <m:r>
                            <m:rPr/>
                            <a:rPr lang="en-US" sz="2000" b="0" i="1">
                              <a:latin typeface="Cambria Math"/>
                            </a:rPr>
                            <m:t>,</m:t>
                          </m:r>
                          <m:f>
                            <m:fPr>
                              <m:type m:val="skw"/>
                              <m:ctrlPr>
                                <a:rPr lang="en-US" sz="20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𝑓</m:t>
                              </m:r>
                            </m:num>
                            <m:den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  <m:r>
                        <m:rPr/>
                        <a:rPr lang="en-US" sz="2000" b="0" i="1">
                          <a:latin typeface="Cambria Math"/>
                        </a:rPr>
                        <m:t>(</m:t>
                      </m:r>
                      <m:r>
                        <m:rPr/>
                        <a:rPr lang="en-US" sz="2000" b="0" i="1">
                          <a:latin typeface="Cambria Math"/>
                        </a:rPr>
                        <m:t>𝐾</m:t>
                      </m:r>
                      <m:r>
                        <m:rPr/>
                        <a:rPr lang="en-US" sz="2000" b="0" i="1">
                          <a:latin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: </a:t>
            </a:r>
            <a:br>
              <a:rPr lang="en-US" sz="2000"/>
            </a:b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limLow>
                        <m:limLowPr>
                          <m:ctrlPr>
                            <a:rPr lang="en-US" sz="2000" b="1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sz="2000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groupChrPr>
                            <m:e>
                              <m:r>
                                <m:rPr/>
                                <a:rPr lang="en-US" sz="2000" b="1" i="1">
                                  <a:latin typeface="Cambria Math"/>
                                </a:rPr>
                                <m:t>𝒑</m:t>
                              </m:r>
                              <m:r>
                                <m:rPr/>
                                <a:rPr lang="en-US" sz="2000" b="1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000" b="1" i="1">
                                  <a:latin typeface="Cambria Math"/>
                                </a:rPr>
                                <m:t>𝒇</m:t>
                              </m:r>
                              <m:r>
                                <m:rPr/>
                                <a:rPr lang="en-US" sz="2000" b="1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000" b="1" i="1">
                                  <a:latin typeface="Cambria Math"/>
                                </a:rPr>
                                <m:t>𝒇</m:t>
                              </m:r>
                              <m:r>
                                <m:rPr/>
                                <a:rPr lang="en-US" sz="2000" b="1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000" b="1" i="1">
                                  <a:latin typeface="Cambria Math"/>
                                </a:rPr>
                                <m:t>𝒑</m:t>
                              </m:r>
                            </m:e>
                          </m:groupChr>
                        </m:e>
                        <m:lim>
                          <m:r>
                            <m:rPr/>
                            <a:rPr lang="en-US" sz="2000" b="1" i="1">
                              <a:latin typeface="Cambria Math"/>
                            </a:rPr>
                            <m:t>𝑨</m:t>
                          </m:r>
                        </m:lim>
                      </m:limLow>
                      <m:r>
                        <m:rPr/>
                        <a:rPr lang="en-US" sz="2000" b="0" i="1">
                          <a:latin typeface="Cambria Math"/>
                        </a:rPr>
                        <m:t>⊃</m:t>
                      </m:r>
                      <m:d>
                        <m:dPr>
                          <m:ctrlPr>
                            <a:rPr lang="en-US" sz="20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en-US" sz="20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pos m:val="bot"/>
                                  <m:vertJc m:val="top"/>
                                  <m:ctrlPr>
                                    <a:rPr lang="en-US" sz="2000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groupChrPr>
                                <m:e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𝑓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⊃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𝑝</m:t>
                                      </m:r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⊃</m:t>
                                      </m:r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𝑓</m:t>
                                      </m:r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⊃</m:t>
                                      </m:r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𝑓</m:t>
                                      </m:r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⊃</m:t>
                                      </m:r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𝑝</m:t>
                                      </m:r>
                                    </m:e>
                                  </m:d>
                                </m:e>
                              </m:groupChr>
                            </m:e>
                            <m:lim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𝐵</m:t>
                              </m:r>
                            </m:lim>
                          </m:limLow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buFont typeface="+mj-lt"/>
              <a:buAutoNum type="arabicPeriod"/>
              <a:defRPr/>
            </a:pPr>
            <a:r>
              <a:rPr lang="en-US" sz="2000"/>
              <a:t> (MP)(3)(2):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i="1">
                          <a:latin typeface="Cambria Math"/>
                        </a:rPr>
                        <m:t>𝑓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⊃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i="1">
                              <a:latin typeface="Cambria Math"/>
                            </a:rPr>
                            <m:t>𝑝</m:t>
                          </m:r>
                          <m:r>
                            <m:rPr/>
                            <a:rPr lang="en-US" sz="2000" i="1">
                              <a:latin typeface="Cambria Math"/>
                            </a:rPr>
                            <m:t>⊃</m:t>
                          </m:r>
                          <m:r>
                            <m:rPr/>
                            <a:rPr lang="en-US" sz="2000" i="1">
                              <a:latin typeface="Cambria Math"/>
                            </a:rPr>
                            <m:t>𝑓</m:t>
                          </m:r>
                          <m:r>
                            <m:rPr/>
                            <a:rPr lang="en-US" sz="2000" i="1">
                              <a:latin typeface="Cambria Math"/>
                            </a:rPr>
                            <m:t>⊃</m:t>
                          </m:r>
                          <m:r>
                            <m:rPr/>
                            <a:rPr lang="en-US" sz="2000" i="1">
                              <a:latin typeface="Cambria Math"/>
                            </a:rPr>
                            <m:t>𝑓</m:t>
                          </m:r>
                          <m:r>
                            <m:rPr/>
                            <a:rPr lang="en-US" sz="2000" i="1">
                              <a:latin typeface="Cambria Math"/>
                            </a:rPr>
                            <m:t>⊃</m:t>
                          </m:r>
                          <m:r>
                            <m:rPr/>
                            <a:rPr lang="en-US" sz="2000" i="1">
                              <a:latin typeface="Cambria Math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 marL="360363" indent="0">
              <a:buNone/>
              <a:defRPr/>
            </a:pPr>
            <a:r>
              <a:rPr lang="en-US" sz="2000"/>
              <a:t>(</a:t>
            </a:r>
            <a:r>
              <a:rPr lang="ru-RU" sz="2000"/>
              <a:t>в </a:t>
            </a:r>
            <a:r>
              <a:rPr lang="ru-RU" sz="2000"/>
              <a:t>акс</a:t>
            </a:r>
            <a:r>
              <a:rPr lang="ru-RU" sz="2000"/>
              <a:t>. (</a:t>
            </a:r>
            <a:r>
              <a:rPr lang="en-US" sz="2000"/>
              <a:t>S</a:t>
            </a:r>
            <a:r>
              <a:rPr lang="ru-RU" sz="2000"/>
              <a:t>):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b="0" i="1">
                          <a:latin typeface="Cambria Math"/>
                        </a:rPr>
                        <m:t>𝑓</m:t>
                      </m:r>
                    </m:oMath>
                  </m:oMathPara>
                </a14:m>
              </mc:Choice>
              <mc:Fallback/>
            </mc:AlternateContent>
            <a:r>
              <a:rPr lang="ru-RU" sz="2000"/>
              <a:t> вместо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b="0" i="1">
                          <a:latin typeface="Cambria Math"/>
                        </a:rPr>
                        <m:t>𝑠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b="0" i="1">
                          <a:latin typeface="Cambria Math"/>
                        </a:rPr>
                        <m:t>𝑝</m:t>
                      </m:r>
                      <m:r>
                        <m:rPr/>
                        <a:rPr lang="en-US" sz="2000" b="0" i="1">
                          <a:latin typeface="Cambria Math"/>
                        </a:rPr>
                        <m:t>⊃</m:t>
                      </m:r>
                      <m:r>
                        <m:rPr/>
                        <a:rPr lang="en-US" sz="2000" b="0" i="1">
                          <a:latin typeface="Cambria Math"/>
                        </a:rPr>
                        <m:t>𝑓</m:t>
                      </m:r>
                      <m:r>
                        <m:rPr/>
                        <a:rPr lang="en-US" sz="2000" b="0" i="1">
                          <a:latin typeface="Cambria Math"/>
                        </a:rPr>
                        <m:t>⊃</m:t>
                      </m:r>
                      <m:r>
                        <m:rPr/>
                        <a:rPr lang="en-US" sz="2000" b="0" i="1">
                          <a:latin typeface="Cambria Math"/>
                        </a:rPr>
                        <m:t>𝑓</m:t>
                      </m:r>
                    </m:oMath>
                  </m:oMathPara>
                </a14:m>
              </mc:Choice>
              <mc:Fallback/>
            </mc:AlternateContent>
            <a:r>
              <a:rPr lang="ru-RU" sz="2000"/>
              <a:t> вместо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b="0" i="1">
                          <a:latin typeface="Cambria Math"/>
                        </a:rPr>
                        <m:t>𝑝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,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b="0" i="1">
                          <a:latin typeface="Cambria Math"/>
                        </a:rPr>
                        <m:t>𝑝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 </a:t>
            </a:r>
            <a:r>
              <a:rPr lang="ru-RU" sz="2000"/>
              <a:t>вместо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b="0" i="1">
                          <a:latin typeface="Cambria Math"/>
                        </a:rPr>
                        <m:t>𝑞</m:t>
                      </m:r>
                    </m:oMath>
                  </m:oMathPara>
                </a14:m>
              </mc:Choice>
              <mc:Fallback/>
            </mc:AlternateContent>
            <a:r>
              <a:rPr lang="ru-RU" sz="2000"/>
              <a:t>):</a:t>
            </a:r>
            <a:endParaRPr/>
          </a:p>
          <a:p>
            <a:pPr marL="360363" indent="-360363">
              <a:buFont typeface="+mj-lt"/>
              <a:buAutoNum type="arabicPeriod" startAt="5"/>
              <a:tabLst>
                <a:tab pos="0" algn="l"/>
              </a:tabLst>
              <a:defRPr/>
            </a:pPr>
            <a:r>
              <a:rPr lang="en-US" sz="20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sz="20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b="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𝑓</m:t>
                              </m:r>
                            </m:num>
                            <m:den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𝑠</m:t>
                              </m:r>
                            </m:den>
                          </m:f>
                          <m:r>
                            <m:rPr/>
                            <a:rPr lang="en-US" sz="2000" b="0" i="1">
                              <a:latin typeface="Cambria Math"/>
                            </a:rPr>
                            <m:t>,</m:t>
                          </m:r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𝑓</m:t>
                              </m:r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𝑓</m:t>
                              </m:r>
                            </m:num>
                            <m:den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  <m:r>
                            <m:rPr/>
                            <a:rPr lang="en-US" sz="2000" b="0" i="1">
                              <a:latin typeface="Cambria Math"/>
                            </a:rPr>
                            <m:t>,</m:t>
                          </m:r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𝑝</m:t>
                              </m:r>
                            </m:num>
                            <m:den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20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b="0" i="1">
                              <a:latin typeface="Cambria Math"/>
                            </a:rPr>
                            <m:t>𝑆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 sz="2000"/>
              <a:t>     </a:t>
            </a:r>
            <a:r>
              <a:rPr lang="ru-RU" sz="20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b="1" i="1">
                              <a:latin typeface="Cambria Math"/>
                            </a:rPr>
                            <m:t>𝒇</m:t>
                          </m:r>
                          <m:r>
                            <m:rPr/>
                            <a:rPr lang="en-US" sz="2000" b="1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000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000" b="1" i="1">
                                  <a:latin typeface="Cambria Math"/>
                                </a:rPr>
                                <m:t>𝒑</m:t>
                              </m:r>
                              <m:r>
                                <m:rPr/>
                                <a:rPr lang="en-US" sz="2000" b="1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000" b="1" i="1">
                                  <a:latin typeface="Cambria Math"/>
                                </a:rPr>
                                <m:t>𝒇</m:t>
                              </m:r>
                              <m:r>
                                <m:rPr/>
                                <a:rPr lang="en-US" sz="2000" b="1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000" b="1" i="1">
                                  <a:latin typeface="Cambria Math"/>
                                </a:rPr>
                                <m:t>𝒇</m:t>
                              </m:r>
                              <m:r>
                                <m:rPr/>
                                <a:rPr lang="en-US" sz="2000" b="1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000" b="1" i="1">
                                  <a:latin typeface="Cambria Math"/>
                                </a:rPr>
                                <m:t>𝒑</m:t>
                              </m:r>
                            </m:e>
                          </m:d>
                        </m:e>
                      </m:d>
                      <m:r>
                        <m:rPr/>
                        <a:rPr lang="en-US" sz="2000" i="1">
                          <a:latin typeface="Cambria Math"/>
                        </a:rPr>
                        <m:t>⊃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𝑓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⊃</m:t>
                              </m:r>
                              <m:d>
                                <m:dPr>
                                  <m:ctrlPr>
                                    <a:rPr lang="en-US" sz="2000" b="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𝑝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⊃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𝑓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⊃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𝑓</m:t>
                                  </m:r>
                                </m:e>
                              </m:d>
                            </m:e>
                          </m:d>
                          <m:r>
                            <m:rPr/>
                            <a:rPr lang="en-US" sz="20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𝑓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 marL="360363" indent="-360363">
              <a:buFont typeface="+mj-lt"/>
              <a:buAutoNum type="arabicPeriod" startAt="5"/>
              <a:tabLst>
                <a:tab pos="0" algn="l"/>
              </a:tabLst>
              <a:defRPr/>
            </a:pPr>
            <a:r>
              <a:rPr lang="en-US" sz="2000"/>
              <a:t> (MP)(5)(4):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b="1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000" b="1" i="1">
                                  <a:latin typeface="Cambria Math"/>
                                </a:rPr>
                                <m:t>𝒇</m:t>
                              </m:r>
                              <m:r>
                                <m:rPr/>
                                <a:rPr lang="en-US" sz="2000" b="1" i="1">
                                  <a:latin typeface="Cambria Math"/>
                                </a:rPr>
                                <m:t>⊃</m:t>
                              </m:r>
                              <m:d>
                                <m:dPr>
                                  <m:ctrlPr>
                                    <a:rPr lang="en-US" sz="2000" b="1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2000" b="1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/>
                                        <a:rPr lang="en-US" sz="2000" b="1" i="1">
                                          <a:latin typeface="Cambria Math"/>
                                        </a:rPr>
                                        <m:t>𝒑</m:t>
                                      </m:r>
                                      <m:r>
                                        <m:rPr/>
                                        <a:rPr lang="en-US" sz="2000" b="1" i="1">
                                          <a:latin typeface="Cambria Math"/>
                                        </a:rPr>
                                        <m:t>⊃</m:t>
                                      </m:r>
                                      <m:r>
                                        <m:rPr/>
                                        <a:rPr lang="en-US" sz="2000" b="1" i="1">
                                          <a:latin typeface="Cambria Math"/>
                                        </a:rPr>
                                        <m:t>𝒇</m:t>
                                      </m:r>
                                    </m:e>
                                  </m:d>
                                  <m:r>
                                    <m:rPr/>
                                    <a:rPr lang="en-US" sz="2000" b="1" i="1">
                                      <a:latin typeface="Cambria Math"/>
                                    </a:rPr>
                                    <m:t>⊃</m:t>
                                  </m:r>
                                  <m:r>
                                    <m:rPr/>
                                    <a:rPr lang="en-US" sz="2000" b="1" i="1">
                                      <a:latin typeface="Cambria Math"/>
                                    </a:rPr>
                                    <m:t>𝒇</m:t>
                                  </m:r>
                                </m:e>
                              </m:d>
                            </m:e>
                          </m:d>
                          <m:r>
                            <m:rPr/>
                            <a:rPr lang="en-US" sz="20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𝑓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𝑝</m:t>
                              </m:r>
                            </m:e>
                          </m:d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 marL="360363" indent="-360363">
              <a:buFont typeface="+mj-lt"/>
              <a:buAutoNum type="arabicPeriod" startAt="5"/>
              <a:tabLst>
                <a:tab pos="0" algn="l"/>
              </a:tabLst>
              <a:defRPr/>
            </a:pPr>
            <a:r>
              <a:rPr lang="en-US" sz="20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sz="2000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𝑓</m:t>
                              </m:r>
                            </m:num>
                            <m:den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  <m:r>
                            <m:rPr/>
                            <a:rPr lang="en-US" sz="2000" b="0" i="1">
                              <a:latin typeface="Cambria Math"/>
                            </a:rPr>
                            <m:t>,</m:t>
                          </m:r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𝑓</m:t>
                              </m:r>
                            </m:num>
                            <m:den>
                              <m:r>
                                <m:rPr/>
                                <a:rPr lang="en-US" sz="2000" b="0" i="1">
                                  <a:latin typeface="Cambria Math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  <m:r>
                        <m:rPr/>
                        <a:rPr lang="en-US" sz="2000" b="0" i="1">
                          <a:latin typeface="Cambria Math"/>
                        </a:rPr>
                        <m:t>(</m:t>
                      </m:r>
                      <m:r>
                        <m:rPr/>
                        <a:rPr lang="en-US" sz="2000" b="0" i="1">
                          <a:latin typeface="Cambria Math"/>
                        </a:rPr>
                        <m:t>𝐾</m:t>
                      </m:r>
                      <m:r>
                        <m:rPr/>
                        <a:rPr lang="en-US" sz="2000" b="0" i="1">
                          <a:latin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b="0" i="1">
                          <a:latin typeface="Cambria Math"/>
                        </a:rPr>
                        <m:t>𝑓</m:t>
                      </m:r>
                      <m:r>
                        <m:rPr/>
                        <a:rPr lang="en-US" sz="2000" b="0" i="1">
                          <a:latin typeface="Cambria Math"/>
                        </a:rPr>
                        <m:t>⊃(</m:t>
                      </m:r>
                      <m:r>
                        <m:rPr/>
                        <a:rPr lang="en-US" sz="2000" b="0" i="1">
                          <a:latin typeface="Cambria Math"/>
                        </a:rPr>
                        <m:t>𝑝</m:t>
                      </m:r>
                      <m:r>
                        <m:rPr/>
                        <a:rPr lang="en-US" sz="2000" b="0" i="1">
                          <a:latin typeface="Cambria Math"/>
                        </a:rPr>
                        <m:t>⊃</m:t>
                      </m:r>
                      <m:r>
                        <m:rPr/>
                        <a:rPr lang="en-US" sz="2000" b="0" i="1">
                          <a:latin typeface="Cambria Math"/>
                        </a:rPr>
                        <m:t>𝑓</m:t>
                      </m:r>
                      <m:r>
                        <m:rPr/>
                        <a:rPr lang="en-US" sz="2000" b="0" i="1">
                          <a:latin typeface="Cambria Math"/>
                        </a:rPr>
                        <m:t>⊃</m:t>
                      </m:r>
                      <m:r>
                        <m:rPr/>
                        <a:rPr lang="en-US" sz="2000" b="0" i="1">
                          <a:latin typeface="Cambria Math"/>
                        </a:rPr>
                        <m:t>𝑓</m:t>
                      </m:r>
                      <m:r>
                        <m:rPr/>
                        <a:rPr lang="en-US" sz="2000" b="0" i="1">
                          <a:latin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 marL="360363" indent="-360363">
              <a:buFont typeface="+mj-lt"/>
              <a:buAutoNum type="arabicPeriod" startAt="5"/>
              <a:tabLst>
                <a:tab pos="0" algn="l"/>
              </a:tabLst>
              <a:defRPr/>
            </a:pPr>
            <a:r>
              <a:rPr lang="en-US" sz="2000"/>
              <a:t>MP(6)(7):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i="1">
                              <a:latin typeface="Cambria Math"/>
                            </a:rPr>
                            <m:t>𝑓</m:t>
                          </m:r>
                          <m:r>
                            <m:rPr/>
                            <a:rPr lang="en-US" sz="2000" i="1">
                              <a:latin typeface="Cambria Math"/>
                            </a:rPr>
                            <m:t>⊃</m:t>
                          </m:r>
                          <m:r>
                            <m:rPr/>
                            <a:rPr lang="en-US" sz="2000" i="1">
                              <a:latin typeface="Cambria Math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 sz="2000"/>
              <a:t> </a:t>
            </a:r>
            <a:endParaRPr lang="ru-RU" sz="2000"/>
          </a:p>
          <a:p>
            <a:pPr marL="0" indent="0">
              <a:buNone/>
              <a:defRPr/>
            </a:pPr>
            <a:endParaRPr lang="ru-RU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Не очень очевидное доказательство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000"/>
              <a:t>Теорема </a:t>
            </a:r>
            <a:r>
              <a:rPr lang="en-US" sz="2000"/>
              <a:t>(B).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i="1">
                              <a:latin typeface="Cambria Math"/>
                            </a:rPr>
                            <m:t>𝑞</m:t>
                          </m:r>
                          <m:r>
                            <m:rPr/>
                            <a:rPr lang="en-US" sz="2000" i="1">
                              <a:latin typeface="Cambria Math"/>
                            </a:rPr>
                            <m:t>⊃</m:t>
                          </m:r>
                          <m:r>
                            <m:rPr/>
                            <a:rPr lang="en-US" sz="2000" i="1"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m:rPr/>
                        <a:rPr lang="en-US" sz="2000" i="1">
                          <a:latin typeface="Cambria Math"/>
                        </a:rPr>
                        <m:t>⊃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𝑞</m:t>
                              </m:r>
                            </m:e>
                          </m:d>
                          <m:r>
                            <m:rPr/>
                            <a:rPr lang="en-US" sz="20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𝑠</m:t>
                              </m:r>
                            </m:e>
                          </m:d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buFont typeface="+mj-lt"/>
              <a:buAutoNum type="arabicPeriod"/>
              <a:defRPr/>
            </a:pPr>
            <a:r>
              <a:rPr lang="en-US" sz="20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𝑆</m:t>
                                  </m:r>
                                </m:e>
                              </m:d>
                            </m:num>
                            <m:den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  <m:r>
                            <m:rPr/>
                            <a:rPr lang="en-US" sz="2000" i="1">
                              <a:latin typeface="Cambria Math"/>
                            </a:rPr>
                            <m:t>,</m:t>
                          </m:r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𝑟</m:t>
                              </m:r>
                            </m:num>
                            <m:den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  <m:r>
                        <m:rPr/>
                        <a:rPr lang="en-US" sz="2000" i="1">
                          <a:latin typeface="Cambria Math"/>
                        </a:rPr>
                        <m:t>(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𝐾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i="1">
                              <a:latin typeface="Cambria Math"/>
                            </a:rPr>
                            <m:t>𝑆</m:t>
                          </m:r>
                        </m:e>
                      </m:d>
                      <m:r>
                        <m:rPr/>
                        <a:rPr lang="en-US" sz="2000" i="1">
                          <a:latin typeface="Cambria Math"/>
                        </a:rPr>
                        <m:t>⊃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i="1">
                              <a:latin typeface="Cambria Math"/>
                            </a:rPr>
                            <m:t>𝑟</m:t>
                          </m:r>
                          <m:r>
                            <m:rPr/>
                            <a:rPr lang="en-US" sz="20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𝑆</m:t>
                              </m:r>
                            </m:e>
                          </m:d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buFont typeface="+mj-lt"/>
              <a:buAutoNum type="arabicPeriod"/>
              <a:defRPr/>
            </a:pPr>
            <a:r>
              <a:rPr lang="en-US" sz="2000"/>
              <a:t>(MP)(1)(S):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i="1">
                          <a:latin typeface="Cambria Math"/>
                        </a:rPr>
                        <m:t>𝑟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⊃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i="1">
                                  <a:latin typeface="Cambria Math"/>
                                </a:rPr>
                                <m:t>p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⊃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𝑞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⊃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</m:d>
                            </m:e>
                          </m:d>
                          <m:r>
                            <m:rPr/>
                            <a:rPr lang="en-US" sz="20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𝑝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⊃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⊃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𝑝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⊃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</mc:Choice>
              <mc:Fallback/>
            </mc:AlternateContent>
            <a:r>
              <a:rPr lang="en-US" sz="2000"/>
              <a:t> </a:t>
            </a:r>
            <a:endParaRPr/>
          </a:p>
          <a:p>
            <a:pPr>
              <a:buFont typeface="+mj-lt"/>
              <a:buAutoNum type="arabicPeriod" startAt="3"/>
              <a:defRPr/>
            </a:pPr>
            <a:r>
              <a:rPr lang="en-US" sz="2000"/>
              <a:t> 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𝑟</m:t>
                              </m:r>
                            </m:num>
                            <m:den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  <m:r>
                            <m:rPr/>
                            <a:rPr lang="en-US" sz="2000" i="1">
                              <a:latin typeface="Cambria Math"/>
                            </a:rPr>
                            <m:t>,</m:t>
                          </m:r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i="1">
                                      <a:latin typeface="Cambria Math"/>
                                    </a:rPr>
                                    <m:t>p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⊃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𝑞</m:t>
                                      </m:r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⊃</m:t>
                                      </m:r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𝑠</m:t>
                                      </m:r>
                                    </m:e>
                                  </m:d>
                                </m:e>
                              </m:d>
                            </m:num>
                            <m:den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𝑞</m:t>
                              </m:r>
                            </m:den>
                          </m:f>
                          <m:r>
                            <m:rPr/>
                            <a:rPr lang="en-US" sz="2000" i="1">
                              <a:latin typeface="Cambria Math"/>
                            </a:rPr>
                            <m:t>,</m:t>
                          </m:r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𝑝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⊃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⊃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𝑝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⊃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𝑠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i="1">
                              <a:latin typeface="Cambria Math"/>
                            </a:rPr>
                            <m:t>𝑆</m:t>
                          </m:r>
                        </m:e>
                      </m:d>
                    </m:oMath>
                  </m:oMathPara>
                </a14:m>
              </mc:Choice>
              <mc:Fallback/>
            </mc:AlternateContent>
            <a:br>
              <a:rPr lang="en-US" sz="2000"/>
            </a:b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i="1">
                              <a:latin typeface="Cambria Math"/>
                            </a:rPr>
                            <m:t>𝑟</m:t>
                          </m:r>
                          <m:r>
                            <m:rPr/>
                            <a:rPr lang="en-US" sz="20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i="1">
                                  <a:latin typeface="Cambria Math"/>
                                </a:rPr>
                                <m:t>p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⊃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𝑞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⊃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</m:d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⊃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𝑝</m:t>
                                      </m:r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⊃</m:t>
                                      </m:r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𝑞</m:t>
                                      </m:r>
                                    </m:e>
                                  </m:d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⊃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𝑝</m:t>
                                      </m:r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⊃</m:t>
                                      </m:r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𝑠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  <m:r>
                        <m:rPr/>
                        <a:rPr lang="en-US" sz="2000" i="1">
                          <a:latin typeface="Cambria Math"/>
                        </a:rPr>
                        <m:t>⊃</m:t>
                      </m:r>
                    </m:oMath>
                  </m:oMathPara>
                </a14:m>
              </mc:Choice>
              <mc:Fallback/>
            </mc:AlternateContent>
            <a:br>
              <a:rPr lang="ru-RU" sz="2000" i="1">
                <a:latin typeface="Cambria Math"/>
              </a:rPr>
            </a:b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2000" i="1">
                          <a:latin typeface="Cambria Math"/>
                        </a:rPr>
                        <m:t>⊃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𝑟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⊃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i="1">
                                      <a:latin typeface="Cambria Math"/>
                                    </a:rPr>
                                    <m:t>p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⊃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𝑞</m:t>
                                      </m:r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⊃</m:t>
                                      </m:r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𝑠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m:rPr/>
                            <a:rPr lang="en-US" sz="20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𝑟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⊃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𝑝</m:t>
                                      </m:r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⊃</m:t>
                                      </m:r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𝑞</m:t>
                                      </m:r>
                                    </m:e>
                                  </m:d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⊃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𝑝</m:t>
                                      </m:r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⊃</m:t>
                                      </m:r>
                                      <m:r>
                                        <m:rPr/>
                                        <a:rPr lang="en-US" sz="2000" i="1">
                                          <a:latin typeface="Cambria Math"/>
                                        </a:rPr>
                                        <m:t>𝑠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buFont typeface="+mj-lt"/>
              <a:buAutoNum type="arabicPeriod" startAt="3"/>
              <a:defRPr/>
            </a:pPr>
            <a:r>
              <a:rPr lang="en-US" sz="2000"/>
              <a:t>(MP)(3)(2):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i="1">
                              <a:latin typeface="Cambria Math"/>
                            </a:rPr>
                            <m:t>𝑟</m:t>
                          </m:r>
                          <m:r>
                            <m:rPr/>
                            <a:rPr lang="en-US" sz="20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i="1">
                                  <a:latin typeface="Cambria Math"/>
                                </a:rPr>
                                <m:t>p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⊃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𝑞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⊃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m:rPr/>
                        <a:rPr lang="en-US" sz="2000" i="1">
                          <a:latin typeface="Cambria Math"/>
                        </a:rPr>
                        <m:t>⊃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i="1">
                              <a:latin typeface="Cambria Math"/>
                            </a:rPr>
                            <m:t>𝑟</m:t>
                          </m:r>
                          <m:r>
                            <m:rPr/>
                            <a:rPr lang="en-US" sz="20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𝑝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⊃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⊃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𝑝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⊃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buFont typeface="+mj-lt"/>
              <a:buAutoNum type="arabicPeriod" startAt="3"/>
              <a:defRPr/>
            </a:pPr>
            <a:r>
              <a:rPr lang="en-US" sz="20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𝑞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𝑠</m:t>
                              </m:r>
                            </m:num>
                            <m:den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m:rPr/>
                        <a:rPr lang="en-US" sz="2000" i="1">
                          <a:latin typeface="Cambria Math"/>
                        </a:rPr>
                        <m:t>(4)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𝑞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𝑠</m:t>
                              </m:r>
                            </m:e>
                          </m:d>
                          <m:r>
                            <m:rPr/>
                            <a:rPr lang="en-US" sz="20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𝑝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⊃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𝑞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⊃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m:rPr/>
                        <a:rPr lang="en-US" sz="2000" i="1">
                          <a:latin typeface="Cambria Math"/>
                        </a:rPr>
                        <m:t>⊃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𝑞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𝑠</m:t>
                              </m:r>
                            </m:e>
                          </m:d>
                          <m:r>
                            <m:rPr/>
                            <a:rPr lang="en-US" sz="20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𝑝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⊃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𝑞</m:t>
                                  </m:r>
                                </m:e>
                              </m:d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⊃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𝑝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⊃</m:t>
                                  </m:r>
                                  <m:r>
                                    <m:rPr/>
                                    <a:rPr lang="en-US" sz="2000" i="1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buFont typeface="+mj-lt"/>
              <a:buAutoNum type="arabicPeriod" startAt="3"/>
              <a:defRPr/>
            </a:pPr>
            <a:r>
              <a:rPr lang="en-US" sz="2000"/>
              <a:t>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𝑞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𝑠</m:t>
                              </m:r>
                            </m:num>
                            <m:den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𝑝</m:t>
                              </m:r>
                            </m:den>
                          </m:f>
                          <m:r>
                            <m:rPr/>
                            <a:rPr lang="en-US" sz="2000" i="1">
                              <a:latin typeface="Cambria Math"/>
                            </a:rPr>
                            <m:t>,</m:t>
                          </m:r>
                          <m:f>
                            <m:fPr>
                              <m:type m:val="skw"/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𝑝</m:t>
                              </m:r>
                            </m:num>
                            <m:den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  <m:r>
                        <m:rPr/>
                        <a:rPr lang="en-US" sz="2000" i="1">
                          <a:latin typeface="Cambria Math"/>
                        </a:rPr>
                        <m:t>(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𝐾</m:t>
                      </m:r>
                      <m:r>
                        <m:rPr/>
                        <a:rPr lang="en-US" sz="2000" i="1">
                          <a:latin typeface="Cambria Math"/>
                        </a:rPr>
                        <m:t>)</m:t>
                      </m:r>
                    </m:oMath>
                  </m:oMathPara>
                </a14:m>
              </mc:Choice>
              <mc:Fallback/>
            </mc:AlternateContent>
            <a:r>
              <a:rPr lang="en-US" sz="2000"/>
              <a:t>: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d>
                        <m:dPr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i="1">
                              <a:latin typeface="Cambria Math"/>
                            </a:rPr>
                            <m:t>𝑞</m:t>
                          </m:r>
                          <m:r>
                            <m:rPr/>
                            <a:rPr lang="en-US" sz="2000" i="1">
                              <a:latin typeface="Cambria Math"/>
                            </a:rPr>
                            <m:t>⊃</m:t>
                          </m:r>
                          <m:r>
                            <m:rPr/>
                            <a:rPr lang="en-US" sz="2000" i="1">
                              <a:latin typeface="Cambria Math"/>
                            </a:rPr>
                            <m:t>𝑠</m:t>
                          </m:r>
                        </m:e>
                      </m:d>
                      <m:r>
                        <m:rPr/>
                        <a:rPr lang="en-US" sz="2000" i="1">
                          <a:latin typeface="Cambria Math"/>
                        </a:rPr>
                        <m:t>⊃</m:t>
                      </m:r>
                      <m:d>
                        <m:dPr>
                          <m:ctrlPr>
                            <a:rPr lang="en-US" sz="20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m:rPr/>
                            <a:rPr lang="en-US" sz="2000" i="1">
                              <a:latin typeface="Cambria Math"/>
                            </a:rPr>
                            <m:t>𝑝</m:t>
                          </m:r>
                          <m:r>
                            <m:rPr/>
                            <a:rPr lang="en-US" sz="2000" i="1">
                              <a:latin typeface="Cambria Math"/>
                            </a:rPr>
                            <m:t>⊃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𝑞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⊃</m:t>
                              </m:r>
                              <m:r>
                                <m:rPr/>
                                <a:rPr lang="en-US" sz="2000" i="1">
                                  <a:latin typeface="Cambria Math"/>
                                </a:rPr>
                                <m:t>𝑠</m:t>
                              </m:r>
                            </m:e>
                          </m:d>
                        </m:e>
                      </m:d>
                    </m:oMath>
                  </m:oMathPara>
                </a14:m>
              </mc:Choice>
              <mc:Fallback/>
            </mc:AlternateContent>
            <a:endParaRPr lang="en-US" sz="2000"/>
          </a:p>
          <a:p>
            <a:pPr>
              <a:buFont typeface="+mj-lt"/>
              <a:buAutoNum type="arabicPeriod" startAt="3"/>
              <a:defRPr/>
            </a:pPr>
            <a:r>
              <a:rPr lang="en-US" sz="2000"/>
              <a:t>(MP)(5)(6)</a:t>
            </a:r>
            <a:endParaRPr/>
          </a:p>
          <a:p>
            <a:pPr marL="0" indent="0"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Неклассические логики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endParaRPr lang="ru-RU"/>
          </a:p>
        </p:txBody>
      </p:sp>
      <p:sp>
        <p:nvSpPr>
          <p:cNvPr id="4" name="Прямоугольник: скругленные углы 3"/>
          <p:cNvSpPr/>
          <p:nvPr/>
        </p:nvSpPr>
        <p:spPr bwMode="auto">
          <a:xfrm>
            <a:off x="4941487" y="5327478"/>
            <a:ext cx="2568681" cy="978516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/>
              <a:t>Логика первого порядка</a:t>
            </a:r>
            <a:endParaRPr/>
          </a:p>
        </p:txBody>
      </p:sp>
      <p:sp>
        <p:nvSpPr>
          <p:cNvPr id="5" name="Овал 4"/>
          <p:cNvSpPr/>
          <p:nvPr/>
        </p:nvSpPr>
        <p:spPr bwMode="auto">
          <a:xfrm>
            <a:off x="745958" y="1892536"/>
            <a:ext cx="2478115" cy="9144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>
                <a:solidFill>
                  <a:schemeClr val="tx1"/>
                </a:solidFill>
              </a:rPr>
              <a:t>Модальные логики</a:t>
            </a:r>
            <a:endParaRPr/>
          </a:p>
        </p:txBody>
      </p:sp>
      <p:sp>
        <p:nvSpPr>
          <p:cNvPr id="6" name="Овал 5"/>
          <p:cNvSpPr/>
          <p:nvPr/>
        </p:nvSpPr>
        <p:spPr bwMode="auto">
          <a:xfrm>
            <a:off x="9486867" y="5140384"/>
            <a:ext cx="2695047" cy="914400"/>
          </a:xfrm>
          <a:prstGeom prst="ellipse">
            <a:avLst/>
          </a:prstGeom>
          <a:noFill/>
          <a:ln>
            <a:solidFill>
              <a:srgbClr val="0058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sz="1400">
                <a:solidFill>
                  <a:schemeClr val="tx1"/>
                </a:solidFill>
              </a:rPr>
              <a:t>Конструктивные логики</a:t>
            </a:r>
            <a:endParaRPr/>
          </a:p>
        </p:txBody>
      </p:sp>
      <p:sp>
        <p:nvSpPr>
          <p:cNvPr id="7" name="Овал 6"/>
          <p:cNvSpPr/>
          <p:nvPr/>
        </p:nvSpPr>
        <p:spPr bwMode="auto">
          <a:xfrm>
            <a:off x="10086" y="4766856"/>
            <a:ext cx="2864973" cy="914400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>
                <a:solidFill>
                  <a:schemeClr val="tx1"/>
                </a:solidFill>
              </a:rPr>
              <a:t>Многозначные логики</a:t>
            </a:r>
            <a:endParaRPr/>
          </a:p>
        </p:txBody>
      </p:sp>
      <p:sp>
        <p:nvSpPr>
          <p:cNvPr id="8" name="Овал 7"/>
          <p:cNvSpPr/>
          <p:nvPr/>
        </p:nvSpPr>
        <p:spPr bwMode="auto">
          <a:xfrm>
            <a:off x="6984332" y="1830997"/>
            <a:ext cx="4520576" cy="1108744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>
                <a:solidFill>
                  <a:schemeClr val="tx1"/>
                </a:solidFill>
              </a:rPr>
              <a:t>Паранепротиворечивые</a:t>
            </a:r>
            <a:r>
              <a:rPr lang="ru-RU">
                <a:solidFill>
                  <a:schemeClr val="tx1"/>
                </a:solidFill>
              </a:rPr>
              <a:t> логики</a:t>
            </a:r>
            <a:endParaRPr/>
          </a:p>
        </p:txBody>
      </p:sp>
      <p:sp>
        <p:nvSpPr>
          <p:cNvPr id="9" name="Овал 8"/>
          <p:cNvSpPr/>
          <p:nvPr/>
        </p:nvSpPr>
        <p:spPr bwMode="auto">
          <a:xfrm>
            <a:off x="4764772" y="1362138"/>
            <a:ext cx="3024535" cy="5800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>
                <a:solidFill>
                  <a:schemeClr val="tx1"/>
                </a:solidFill>
              </a:rPr>
              <a:t>Немонотонные</a:t>
            </a:r>
            <a:endParaRPr/>
          </a:p>
          <a:p>
            <a:pPr algn="ctr">
              <a:defRPr/>
            </a:pPr>
            <a:r>
              <a:rPr lang="ru-RU">
                <a:solidFill>
                  <a:schemeClr val="tx1"/>
                </a:solidFill>
              </a:rPr>
              <a:t>логики</a:t>
            </a:r>
            <a:endParaRPr/>
          </a:p>
        </p:txBody>
      </p:sp>
      <p:sp>
        <p:nvSpPr>
          <p:cNvPr id="10" name="Стрелка: вверх 9"/>
          <p:cNvSpPr/>
          <p:nvPr/>
        </p:nvSpPr>
        <p:spPr bwMode="auto">
          <a:xfrm rot="17251018">
            <a:off x="3656866" y="4688517"/>
            <a:ext cx="259471" cy="2142281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Стрелка: вверх 10"/>
          <p:cNvSpPr/>
          <p:nvPr/>
        </p:nvSpPr>
        <p:spPr bwMode="auto">
          <a:xfrm>
            <a:off x="6187464" y="1957509"/>
            <a:ext cx="179153" cy="3149187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2" name="Стрелка: вверх 11"/>
          <p:cNvSpPr/>
          <p:nvPr/>
        </p:nvSpPr>
        <p:spPr bwMode="auto">
          <a:xfrm rot="18592815">
            <a:off x="4352580" y="2112993"/>
            <a:ext cx="201335" cy="3698984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3" name="TextBox 12"/>
          <p:cNvSpPr txBox="1"/>
          <p:nvPr/>
        </p:nvSpPr>
        <p:spPr bwMode="auto">
          <a:xfrm>
            <a:off x="437854" y="2974464"/>
            <a:ext cx="2752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ru-RU"/>
              <a:t>Есть и другие отношения, </a:t>
            </a:r>
            <a:br>
              <a:rPr lang="ru-RU"/>
            </a:br>
            <a:r>
              <a:rPr lang="ru-RU"/>
              <a:t>помимо «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b="0" i="1">
                          <a:latin typeface="Cambria Math"/>
                        </a:rPr>
                        <m:t>𝑥</m:t>
                      </m:r>
                    </m:oMath>
                  </m:oMathPara>
                </a14:m>
              </mc:Choice>
              <mc:Fallback/>
            </mc:AlternateContent>
            <a:r>
              <a:rPr lang="ru-RU"/>
              <a:t> есть </a:t>
            </a:r>
            <a:r>
              <a:rPr lang="en-US"/>
              <a:t>P</a:t>
            </a:r>
            <a:r>
              <a:rPr lang="ru-RU"/>
              <a:t>»</a:t>
            </a:r>
            <a:endParaRPr/>
          </a:p>
        </p:txBody>
      </p:sp>
      <p:sp>
        <p:nvSpPr>
          <p:cNvPr id="14" name="TextBox 13"/>
          <p:cNvSpPr txBox="1"/>
          <p:nvPr/>
        </p:nvSpPr>
        <p:spPr bwMode="auto">
          <a:xfrm>
            <a:off x="2415236" y="4521921"/>
            <a:ext cx="25017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ru-RU" sz="1600"/>
              <a:t>Двух значений истинности</a:t>
            </a:r>
            <a:endParaRPr/>
          </a:p>
          <a:p>
            <a:pPr algn="ctr">
              <a:defRPr/>
            </a:pPr>
            <a:r>
              <a:rPr lang="ru-RU" sz="1600"/>
              <a:t>недостаточно</a:t>
            </a:r>
            <a:endParaRPr/>
          </a:p>
        </p:txBody>
      </p:sp>
      <p:sp>
        <p:nvSpPr>
          <p:cNvPr id="15" name="Стрелка: вверх 14"/>
          <p:cNvSpPr/>
          <p:nvPr/>
        </p:nvSpPr>
        <p:spPr bwMode="auto">
          <a:xfrm rot="2368908">
            <a:off x="7495505" y="2606955"/>
            <a:ext cx="201335" cy="2835943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0BD0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6" name="Стрелка: вверх 15"/>
          <p:cNvSpPr/>
          <p:nvPr/>
        </p:nvSpPr>
        <p:spPr bwMode="auto">
          <a:xfrm rot="4735797">
            <a:off x="8415648" y="4892295"/>
            <a:ext cx="219436" cy="1904096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00582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" name="TextBox 16"/>
          <p:cNvSpPr txBox="1"/>
          <p:nvPr/>
        </p:nvSpPr>
        <p:spPr bwMode="auto">
          <a:xfrm>
            <a:off x="7569965" y="4157661"/>
            <a:ext cx="289444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ru-RU" sz="1600"/>
              <a:t>Закон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r>
                        <m:rPr/>
                        <a:rPr lang="en-US" sz="1600" b="0" i="1">
                          <a:latin typeface="Cambria Math"/>
                        </a:rPr>
                        <m:t>𝑎</m:t>
                      </m:r>
                      <m:r>
                        <m:rPr/>
                        <a:rPr lang="en-US" sz="1600" b="0" i="1">
                          <a:latin typeface="Cambria Math"/>
                        </a:rPr>
                        <m:t>∨¬</m:t>
                      </m:r>
                      <m:r>
                        <m:rPr/>
                        <a:rPr lang="en-US" sz="1600" b="0" i="1">
                          <a:latin typeface="Cambria Math"/>
                        </a:rPr>
                        <m:t>𝑎</m:t>
                      </m:r>
                    </m:oMath>
                  </m:oMathPara>
                </a14:m>
              </mc:Choice>
              <mc:Fallback/>
            </mc:AlternateContent>
            <a:r>
              <a:rPr lang="en-US" sz="1600"/>
              <a:t> </a:t>
            </a:r>
            <a:r>
              <a:rPr lang="ru-RU" sz="1600"/>
              <a:t>работает </a:t>
            </a:r>
            <a:endParaRPr/>
          </a:p>
          <a:p>
            <a:pPr algn="ctr">
              <a:defRPr/>
            </a:pPr>
            <a:r>
              <a:rPr lang="ru-RU" sz="1600"/>
              <a:t>только в конечных множествах</a:t>
            </a:r>
            <a:endParaRPr lang="en-US" sz="1600"/>
          </a:p>
          <a:p>
            <a:pPr algn="ctr">
              <a:defRPr/>
            </a:pPr>
            <a:r>
              <a:rPr lang="ru-RU" sz="1600"/>
              <a:t>Доказательства</a:t>
            </a:r>
            <a:endParaRPr/>
          </a:p>
          <a:p>
            <a:pPr algn="ctr">
              <a:defRPr/>
            </a:pPr>
            <a:r>
              <a:rPr lang="ru-RU" sz="1600"/>
              <a:t>часто неконструктивны</a:t>
            </a:r>
            <a:endParaRPr/>
          </a:p>
        </p:txBody>
      </p:sp>
      <p:sp>
        <p:nvSpPr>
          <p:cNvPr id="18" name="TextBox 17"/>
          <p:cNvSpPr txBox="1"/>
          <p:nvPr/>
        </p:nvSpPr>
        <p:spPr bwMode="auto">
          <a:xfrm>
            <a:off x="9776226" y="1148260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br>
              <a:rPr lang="ru-RU"/>
            </a:br>
            <a:endParaRPr lang="ru-RU"/>
          </a:p>
        </p:txBody>
      </p:sp>
      <p:sp>
        <p:nvSpPr>
          <p:cNvPr id="19" name="TextBox 18"/>
          <p:cNvSpPr txBox="1"/>
          <p:nvPr/>
        </p:nvSpPr>
        <p:spPr bwMode="auto">
          <a:xfrm>
            <a:off x="8432839" y="3071379"/>
            <a:ext cx="2095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/>
              <a:t>«Принцип взрыва»</a:t>
            </a:r>
            <a:endParaRPr/>
          </a:p>
        </p:txBody>
      </p:sp>
      <p:sp>
        <p:nvSpPr>
          <p:cNvPr id="20" name="TextBox 19"/>
          <p:cNvSpPr txBox="1"/>
          <p:nvPr/>
        </p:nvSpPr>
        <p:spPr bwMode="auto">
          <a:xfrm>
            <a:off x="3356789" y="2182536"/>
            <a:ext cx="28883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/>
              <a:t>Новые посылки могут противоречить</a:t>
            </a:r>
            <a:endParaRPr/>
          </a:p>
          <a:p>
            <a:pPr algn="ctr">
              <a:defRPr/>
            </a:pPr>
            <a:r>
              <a:rPr lang="ru-RU"/>
              <a:t>уже имеющимся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3"/>
          </p:nvPr>
        </p:nvSpPr>
        <p:spPr bwMode="auto">
          <a:xfrm>
            <a:off x="2599546" y="2221514"/>
            <a:ext cx="6261711" cy="1938992"/>
          </a:xfrm>
        </p:spPr>
        <p:txBody>
          <a:bodyPr/>
          <a:lstStyle/>
          <a:p>
            <a:pPr algn="ctr">
              <a:defRPr/>
            </a:pPr>
            <a:r>
              <a:rPr lang="ru-RU" sz="6000"/>
              <a:t>Спасибо за внимание!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2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Шаблон МИФИ">
  <a:themeElements>
    <a:clrScheme name="Другая 4">
      <a:dk1>
        <a:srgbClr val="171616"/>
      </a:dk1>
      <a:lt1>
        <a:srgbClr val="FFFFFF"/>
      </a:lt1>
      <a:dk2>
        <a:srgbClr val="0055BB"/>
      </a:dk2>
      <a:lt2>
        <a:srgbClr val="00B1EB"/>
      </a:lt2>
      <a:accent1>
        <a:srgbClr val="0055BB"/>
      </a:accent1>
      <a:accent2>
        <a:srgbClr val="00B1EB"/>
      </a:accent2>
      <a:accent3>
        <a:srgbClr val="FF7300"/>
      </a:accent3>
      <a:accent4>
        <a:srgbClr val="656A79"/>
      </a:accent4>
      <a:accent5>
        <a:srgbClr val="86888C"/>
      </a:accent5>
      <a:accent6>
        <a:srgbClr val="DDDEDE"/>
      </a:accent6>
      <a:hlink>
        <a:srgbClr val="00BBEE"/>
      </a:hlink>
      <a:folHlink>
        <a:srgbClr val="00BBEE"/>
      </a:folHlink>
    </a:clrScheme>
    <a:fontScheme name="Другая 1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prstGeom prst="rect">
          <a:avLst/>
        </a:prstGeom>
        <a:noFill/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Широкоэкранный</PresentationFormat>
  <Paragraphs>0</Paragraphs>
  <Slides>25</Slides>
  <Notes>25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Влад Замахаев</dc:creator>
  <cp:keywords/>
  <dc:description/>
  <dc:identifier/>
  <dc:language/>
  <cp:lastModifiedBy>В. Зайцев</cp:lastModifiedBy>
  <cp:revision>538</cp:revision>
  <dcterms:created xsi:type="dcterms:W3CDTF">2020-05-28T16:18:16Z</dcterms:created>
  <dcterms:modified xsi:type="dcterms:W3CDTF">2026-09-22T07:12:58Z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